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2" r:id="rId3"/>
    <p:sldId id="293" r:id="rId4"/>
    <p:sldId id="257" r:id="rId5"/>
    <p:sldId id="258" r:id="rId6"/>
    <p:sldId id="259" r:id="rId7"/>
    <p:sldId id="260" r:id="rId8"/>
    <p:sldId id="262" r:id="rId9"/>
    <p:sldId id="294" r:id="rId10"/>
    <p:sldId id="263" r:id="rId11"/>
    <p:sldId id="264" r:id="rId12"/>
    <p:sldId id="266" r:id="rId13"/>
    <p:sldId id="265" r:id="rId14"/>
    <p:sldId id="277" r:id="rId15"/>
    <p:sldId id="279" r:id="rId16"/>
    <p:sldId id="280" r:id="rId17"/>
    <p:sldId id="281" r:id="rId18"/>
    <p:sldId id="282" r:id="rId19"/>
    <p:sldId id="295" r:id="rId20"/>
    <p:sldId id="296" r:id="rId21"/>
    <p:sldId id="297" r:id="rId22"/>
    <p:sldId id="298" r:id="rId23"/>
    <p:sldId id="283" r:id="rId24"/>
    <p:sldId id="299" r:id="rId25"/>
    <p:sldId id="300" r:id="rId26"/>
    <p:sldId id="289" r:id="rId27"/>
    <p:sldId id="301" r:id="rId28"/>
    <p:sldId id="304" r:id="rId29"/>
    <p:sldId id="302" r:id="rId30"/>
    <p:sldId id="303" r:id="rId31"/>
    <p:sldId id="305" r:id="rId32"/>
    <p:sldId id="288" r:id="rId33"/>
    <p:sldId id="310" r:id="rId34"/>
    <p:sldId id="306" r:id="rId35"/>
    <p:sldId id="307" r:id="rId36"/>
    <p:sldId id="308" r:id="rId37"/>
    <p:sldId id="309" r:id="rId38"/>
    <p:sldId id="311" r:id="rId39"/>
    <p:sldId id="312" r:id="rId40"/>
    <p:sldId id="313" r:id="rId41"/>
    <p:sldId id="314" r:id="rId42"/>
    <p:sldId id="315" r:id="rId43"/>
    <p:sldId id="316" r:id="rId4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860AF-4C81-B54B-9B37-897A5995C721}" v="115" dt="2025-11-19T22:59:13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/>
    <p:restoredTop sz="94588"/>
  </p:normalViewPr>
  <p:slideViewPr>
    <p:cSldViewPr snapToGrid="0" snapToObjects="1">
      <p:cViewPr varScale="1">
        <p:scale>
          <a:sx n="114" d="100"/>
          <a:sy n="114" d="100"/>
        </p:scale>
        <p:origin x="7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Imbert" userId="e8865fd8-d22d-4c32-8092-37cbaee92d16" providerId="ADAL" clId="{9502837B-8F74-53C1-96F4-EF5EA3BFABAA}"/>
    <pc:docChg chg="undo custSel addSld delSld modSld sldOrd">
      <pc:chgData name="Paul Imbert" userId="e8865fd8-d22d-4c32-8092-37cbaee92d16" providerId="ADAL" clId="{9502837B-8F74-53C1-96F4-EF5EA3BFABAA}" dt="2025-11-20T07:15:33.274" v="529" actId="962"/>
      <pc:docMkLst>
        <pc:docMk/>
      </pc:docMkLst>
      <pc:sldChg chg="modSp mod">
        <pc:chgData name="Paul Imbert" userId="e8865fd8-d22d-4c32-8092-37cbaee92d16" providerId="ADAL" clId="{9502837B-8F74-53C1-96F4-EF5EA3BFABAA}" dt="2025-11-19T15:01:41.217" v="38" actId="20577"/>
        <pc:sldMkLst>
          <pc:docMk/>
          <pc:sldMk cId="1051581393" sldId="256"/>
        </pc:sldMkLst>
        <pc:spChg chg="mod">
          <ac:chgData name="Paul Imbert" userId="e8865fd8-d22d-4c32-8092-37cbaee92d16" providerId="ADAL" clId="{9502837B-8F74-53C1-96F4-EF5EA3BFABAA}" dt="2025-11-19T15:01:41.217" v="38" actId="20577"/>
          <ac:spMkLst>
            <pc:docMk/>
            <pc:sldMk cId="1051581393" sldId="256"/>
            <ac:spMk id="3" creationId="{D6594448-BAC9-5248-95C7-01FA7AB9817F}"/>
          </ac:spMkLst>
        </pc:spChg>
      </pc:sldChg>
      <pc:sldChg chg="del">
        <pc:chgData name="Paul Imbert" userId="e8865fd8-d22d-4c32-8092-37cbaee92d16" providerId="ADAL" clId="{9502837B-8F74-53C1-96F4-EF5EA3BFABAA}" dt="2025-11-19T15:15:33.789" v="56" actId="2696"/>
        <pc:sldMkLst>
          <pc:docMk/>
          <pc:sldMk cId="620771742" sldId="261"/>
        </pc:sldMkLst>
      </pc:sldChg>
      <pc:sldChg chg="addSp delSp modSp mod">
        <pc:chgData name="Paul Imbert" userId="e8865fd8-d22d-4c32-8092-37cbaee92d16" providerId="ADAL" clId="{9502837B-8F74-53C1-96F4-EF5EA3BFABAA}" dt="2025-11-19T15:17:57.363" v="89" actId="20577"/>
        <pc:sldMkLst>
          <pc:docMk/>
          <pc:sldMk cId="1658913765" sldId="262"/>
        </pc:sldMkLst>
        <pc:spChg chg="mod">
          <ac:chgData name="Paul Imbert" userId="e8865fd8-d22d-4c32-8092-37cbaee92d16" providerId="ADAL" clId="{9502837B-8F74-53C1-96F4-EF5EA3BFABAA}" dt="2025-11-19T15:17:57.363" v="89" actId="20577"/>
          <ac:spMkLst>
            <pc:docMk/>
            <pc:sldMk cId="1658913765" sldId="262"/>
            <ac:spMk id="2" creationId="{0199321C-470D-BF4D-8B83-92F0526E4638}"/>
          </ac:spMkLst>
        </pc:spChg>
        <pc:spChg chg="add del mod">
          <ac:chgData name="Paul Imbert" userId="e8865fd8-d22d-4c32-8092-37cbaee92d16" providerId="ADAL" clId="{9502837B-8F74-53C1-96F4-EF5EA3BFABAA}" dt="2025-11-19T15:17:50.962" v="81" actId="26606"/>
          <ac:spMkLst>
            <pc:docMk/>
            <pc:sldMk cId="1658913765" sldId="262"/>
            <ac:spMk id="4" creationId="{CF037D65-FF5B-09E6-1911-AD2E603F5034}"/>
          </ac:spMkLst>
        </pc:spChg>
        <pc:spChg chg="add del">
          <ac:chgData name="Paul Imbert" userId="e8865fd8-d22d-4c32-8092-37cbaee92d16" providerId="ADAL" clId="{9502837B-8F74-53C1-96F4-EF5EA3BFABAA}" dt="2025-11-19T15:17:50.962" v="81" actId="26606"/>
          <ac:spMkLst>
            <pc:docMk/>
            <pc:sldMk cId="1658913765" sldId="262"/>
            <ac:spMk id="10" creationId="{257363FD-7E77-4145-9483-331A807ADF0E}"/>
          </ac:spMkLst>
        </pc:spChg>
        <pc:spChg chg="add">
          <ac:chgData name="Paul Imbert" userId="e8865fd8-d22d-4c32-8092-37cbaee92d16" providerId="ADAL" clId="{9502837B-8F74-53C1-96F4-EF5EA3BFABAA}" dt="2025-11-19T15:17:50.962" v="81" actId="26606"/>
          <ac:spMkLst>
            <pc:docMk/>
            <pc:sldMk cId="1658913765" sldId="262"/>
            <ac:spMk id="16" creationId="{5C8908E2-EE49-44D2-9428-A28D2312A8D5}"/>
          </ac:spMkLst>
        </pc:spChg>
        <pc:spChg chg="add del">
          <ac:chgData name="Paul Imbert" userId="e8865fd8-d22d-4c32-8092-37cbaee92d16" providerId="ADAL" clId="{9502837B-8F74-53C1-96F4-EF5EA3BFABAA}" dt="2025-11-19T15:17:00.912" v="74" actId="26606"/>
          <ac:spMkLst>
            <pc:docMk/>
            <pc:sldMk cId="1658913765" sldId="262"/>
            <ac:spMk id="17" creationId="{B50AB553-2A96-4A92-96F2-93548E096954}"/>
          </ac:spMkLst>
        </pc:spChg>
        <pc:spChg chg="add">
          <ac:chgData name="Paul Imbert" userId="e8865fd8-d22d-4c32-8092-37cbaee92d16" providerId="ADAL" clId="{9502837B-8F74-53C1-96F4-EF5EA3BFABAA}" dt="2025-11-19T15:17:50.962" v="81" actId="26606"/>
          <ac:spMkLst>
            <pc:docMk/>
            <pc:sldMk cId="1658913765" sldId="262"/>
            <ac:spMk id="22" creationId="{7449A6C7-D15F-4AA5-BFA5-71A404B47016}"/>
          </ac:spMkLst>
        </pc:spChg>
        <pc:spChg chg="add">
          <ac:chgData name="Paul Imbert" userId="e8865fd8-d22d-4c32-8092-37cbaee92d16" providerId="ADAL" clId="{9502837B-8F74-53C1-96F4-EF5EA3BFABAA}" dt="2025-11-19T15:17:50.962" v="81" actId="26606"/>
          <ac:spMkLst>
            <pc:docMk/>
            <pc:sldMk cId="1658913765" sldId="262"/>
            <ac:spMk id="24" creationId="{ED888B23-07FA-482A-96DF-47E31AF1A603}"/>
          </ac:spMkLst>
        </pc:spChg>
        <pc:grpChg chg="add">
          <ac:chgData name="Paul Imbert" userId="e8865fd8-d22d-4c32-8092-37cbaee92d16" providerId="ADAL" clId="{9502837B-8F74-53C1-96F4-EF5EA3BFABAA}" dt="2025-11-19T15:17:50.962" v="81" actId="26606"/>
          <ac:grpSpMkLst>
            <pc:docMk/>
            <pc:sldMk cId="1658913765" sldId="262"/>
            <ac:grpSpMk id="18" creationId="{05314994-6337-4875-8CF5-652CAFE8342C}"/>
          </ac:grpSpMkLst>
        </pc:grpChg>
        <pc:graphicFrameChg chg="del mod">
          <ac:chgData name="Paul Imbert" userId="e8865fd8-d22d-4c32-8092-37cbaee92d16" providerId="ADAL" clId="{9502837B-8F74-53C1-96F4-EF5EA3BFABAA}" dt="2025-11-19T15:16:05.162" v="59" actId="478"/>
          <ac:graphicFrameMkLst>
            <pc:docMk/>
            <pc:sldMk cId="1658913765" sldId="262"/>
            <ac:graphicFrameMk id="5" creationId="{2FF81F19-3FB2-91EC-3441-71824CA929A6}"/>
          </ac:graphicFrameMkLst>
        </pc:graphicFrameChg>
        <pc:graphicFrameChg chg="add del">
          <ac:chgData name="Paul Imbert" userId="e8865fd8-d22d-4c32-8092-37cbaee92d16" providerId="ADAL" clId="{9502837B-8F74-53C1-96F4-EF5EA3BFABAA}" dt="2025-11-19T15:17:00.912" v="74" actId="26606"/>
          <ac:graphicFrameMkLst>
            <pc:docMk/>
            <pc:sldMk cId="1658913765" sldId="262"/>
            <ac:graphicFrameMk id="12" creationId="{177E2B9D-63AE-EF63-E6D8-5DF63CC69ABD}"/>
          </ac:graphicFrameMkLst>
        </pc:graphicFrameChg>
        <pc:graphicFrameChg chg="add">
          <ac:chgData name="Paul Imbert" userId="e8865fd8-d22d-4c32-8092-37cbaee92d16" providerId="ADAL" clId="{9502837B-8F74-53C1-96F4-EF5EA3BFABAA}" dt="2025-11-19T15:17:50.962" v="81" actId="26606"/>
          <ac:graphicFrameMkLst>
            <pc:docMk/>
            <pc:sldMk cId="1658913765" sldId="262"/>
            <ac:graphicFrameMk id="14" creationId="{7B6ABA6C-6C39-F2C3-3F16-C0969BA347AF}"/>
          </ac:graphicFrameMkLst>
        </pc:graphicFrameChg>
        <pc:picChg chg="add del">
          <ac:chgData name="Paul Imbert" userId="e8865fd8-d22d-4c32-8092-37cbaee92d16" providerId="ADAL" clId="{9502837B-8F74-53C1-96F4-EF5EA3BFABAA}" dt="2025-11-19T15:17:00.912" v="74" actId="26606"/>
          <ac:picMkLst>
            <pc:docMk/>
            <pc:sldMk cId="1658913765" sldId="262"/>
            <ac:picMk id="13" creationId="{D6004502-6F7B-6F03-8F14-F455177D78AC}"/>
          </ac:picMkLst>
        </pc:picChg>
      </pc:sldChg>
      <pc:sldChg chg="del">
        <pc:chgData name="Paul Imbert" userId="e8865fd8-d22d-4c32-8092-37cbaee92d16" providerId="ADAL" clId="{9502837B-8F74-53C1-96F4-EF5EA3BFABAA}" dt="2025-11-19T15:28:04.603" v="103" actId="2696"/>
        <pc:sldMkLst>
          <pc:docMk/>
          <pc:sldMk cId="2522980533" sldId="267"/>
        </pc:sldMkLst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3314569947" sldId="268"/>
        </pc:sldMkLst>
      </pc:sldChg>
      <pc:sldChg chg="add del setBg">
        <pc:chgData name="Paul Imbert" userId="e8865fd8-d22d-4c32-8092-37cbaee92d16" providerId="ADAL" clId="{9502837B-8F74-53C1-96F4-EF5EA3BFABAA}" dt="2025-11-19T22:10:35.760" v="367"/>
        <pc:sldMkLst>
          <pc:docMk/>
          <pc:sldMk cId="4164281969" sldId="268"/>
        </pc:sldMkLst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2146391998" sldId="269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146391998" sldId="269"/>
            <ac:spMk id="42" creationId="{D838C049-27AF-2380-2152-1E06A140E1FC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146391998" sldId="269"/>
            <ac:spMk id="44" creationId="{CBF9EB3B-431D-5145-FED8-E9F34EDFA4C2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146391998" sldId="269"/>
            <ac:spMk id="46" creationId="{76DA68C6-3484-EFAC-D866-92E506D67A16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146391998" sldId="269"/>
            <ac:spMk id="48" creationId="{847FD03F-6E22-4F9E-8267-DBF175BDE63C}"/>
          </ac:spMkLst>
        </pc:spChg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2188788781" sldId="269"/>
        </pc:sldMkLst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706989954" sldId="270"/>
        </pc:sldMkLst>
      </pc:sldChg>
      <pc:sldChg chg="add del">
        <pc:chgData name="Paul Imbert" userId="e8865fd8-d22d-4c32-8092-37cbaee92d16" providerId="ADAL" clId="{9502837B-8F74-53C1-96F4-EF5EA3BFABAA}" dt="2025-11-19T22:10:35.760" v="367"/>
        <pc:sldMkLst>
          <pc:docMk/>
          <pc:sldMk cId="3885165856" sldId="270"/>
        </pc:sldMkLst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1231586141" sldId="271"/>
        </pc:sldMkLst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2486004432" sldId="271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486004432" sldId="271"/>
            <ac:spMk id="8" creationId="{284B7AB7-9AFC-5AAC-3749-4F069074EA08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486004432" sldId="271"/>
            <ac:spMk id="10" creationId="{2D4C6F04-5CE8-AFBD-B891-C52520890F1E}"/>
          </ac:spMkLst>
        </pc:spChg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2557321524" sldId="272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557321524" sldId="272"/>
            <ac:spMk id="14" creationId="{ED1D94D1-2B9F-19FA-3253-7A7DE096FC7E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557321524" sldId="272"/>
            <ac:spMk id="16" creationId="{3AC88C2E-A995-BB95-E4DC-FFF2FEE5A8BE}"/>
          </ac:spMkLst>
        </pc:spChg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2611968173" sldId="272"/>
        </pc:sldMkLst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881271319" sldId="273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881271319" sldId="273"/>
            <ac:spMk id="14" creationId="{26B41821-FC1A-F8E6-9205-0461E275815A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881271319" sldId="273"/>
            <ac:spMk id="16" creationId="{743A2488-AA05-18C3-96C5-D3054DCDC9E5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881271319" sldId="273"/>
            <ac:spMk id="18" creationId="{339F921A-B1B6-9728-B628-AFBCEDCC71AE}"/>
          </ac:spMkLst>
        </pc:spChg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1148220680" sldId="273"/>
        </pc:sldMkLst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2508865095" sldId="274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508865095" sldId="274"/>
            <ac:spMk id="9" creationId="{6A9CF37C-389C-FDE2-A778-C640E1F82564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508865095" sldId="274"/>
            <ac:spMk id="11" creationId="{7E247153-96D6-3437-C68C-B6134457B322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2508865095" sldId="274"/>
            <ac:spMk id="13" creationId="{354B0C28-2C36-7985-B847-689BB2F8B601}"/>
          </ac:spMkLst>
        </pc:spChg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3980403092" sldId="274"/>
        </pc:sldMkLst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548641051" sldId="275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8" creationId="{B6AEFCB6-62D1-1152-8C55-CE030AAD258E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10" creationId="{D77E8D70-C474-DF9B-F5BF-42C1C3BFD3A6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12" creationId="{8E122022-CE3F-2EE6-C795-C40B526E5D1F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14" creationId="{ED8B5694-ED87-08FF-A126-D07A92F9A62B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20" creationId="{902BDD74-C170-7F2E-7530-FE47EAB5D212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22" creationId="{9B056E47-08F4-D484-7F9D-E95D6A17F8A4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24" creationId="{CB0CF3F6-1230-2BCA-0931-F7DEE5DB64C4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548641051" sldId="275"/>
            <ac:spMk id="26" creationId="{E43E9C5F-D3DA-7C0F-D9FB-35792B687A2D}"/>
          </ac:spMkLst>
        </pc:spChg>
        <pc:grpChg chg="add del">
          <ac:chgData name="Paul Imbert" userId="e8865fd8-d22d-4c32-8092-37cbaee92d16" providerId="ADAL" clId="{9502837B-8F74-53C1-96F4-EF5EA3BFABAA}" dt="2025-11-19T22:10:35.760" v="367"/>
          <ac:grpSpMkLst>
            <pc:docMk/>
            <pc:sldMk cId="548641051" sldId="275"/>
            <ac:grpSpMk id="16" creationId="{CE7FD8D4-6D0E-AA14-90BC-1CAB88EEF070}"/>
          </ac:grpSpMkLst>
        </pc:grpChg>
        <pc:grpChg chg="add del">
          <ac:chgData name="Paul Imbert" userId="e8865fd8-d22d-4c32-8092-37cbaee92d16" providerId="ADAL" clId="{9502837B-8F74-53C1-96F4-EF5EA3BFABAA}" dt="2025-11-19T22:10:35.760" v="367"/>
          <ac:grpSpMkLst>
            <pc:docMk/>
            <pc:sldMk cId="548641051" sldId="275"/>
            <ac:grpSpMk id="28" creationId="{98A15306-CBBD-E957-CD50-AE8736D0D3A5}"/>
          </ac:grpSpMkLst>
        </pc:grpChg>
      </pc:sldChg>
      <pc:sldChg chg="del">
        <pc:chgData name="Paul Imbert" userId="e8865fd8-d22d-4c32-8092-37cbaee92d16" providerId="ADAL" clId="{9502837B-8F74-53C1-96F4-EF5EA3BFABAA}" dt="2025-11-19T22:07:48.825" v="355" actId="2696"/>
        <pc:sldMkLst>
          <pc:docMk/>
          <pc:sldMk cId="962421988" sldId="275"/>
        </pc:sldMkLst>
      </pc:sldChg>
      <pc:sldChg chg="addSp delSp modSp mod">
        <pc:chgData name="Paul Imbert" userId="e8865fd8-d22d-4c32-8092-37cbaee92d16" providerId="ADAL" clId="{9502837B-8F74-53C1-96F4-EF5EA3BFABAA}" dt="2025-11-19T15:40:25.448" v="121" actId="27636"/>
        <pc:sldMkLst>
          <pc:docMk/>
          <pc:sldMk cId="3239478750" sldId="279"/>
        </pc:sldMkLst>
        <pc:spChg chg="mod">
          <ac:chgData name="Paul Imbert" userId="e8865fd8-d22d-4c32-8092-37cbaee92d16" providerId="ADAL" clId="{9502837B-8F74-53C1-96F4-EF5EA3BFABAA}" dt="2025-11-19T15:39:46.708" v="105" actId="27636"/>
          <ac:spMkLst>
            <pc:docMk/>
            <pc:sldMk cId="3239478750" sldId="279"/>
            <ac:spMk id="2" creationId="{2F011BFC-0B85-780D-E4ED-2FE04CF1DACB}"/>
          </ac:spMkLst>
        </pc:spChg>
        <pc:spChg chg="mod">
          <ac:chgData name="Paul Imbert" userId="e8865fd8-d22d-4c32-8092-37cbaee92d16" providerId="ADAL" clId="{9502837B-8F74-53C1-96F4-EF5EA3BFABAA}" dt="2025-11-19T15:40:25.448" v="121" actId="27636"/>
          <ac:spMkLst>
            <pc:docMk/>
            <pc:sldMk cId="3239478750" sldId="279"/>
            <ac:spMk id="3" creationId="{E756F74A-8240-2BB8-2686-95C629F58AF0}"/>
          </ac:spMkLst>
        </pc:spChg>
        <pc:spChg chg="del">
          <ac:chgData name="Paul Imbert" userId="e8865fd8-d22d-4c32-8092-37cbaee92d16" providerId="ADAL" clId="{9502837B-8F74-53C1-96F4-EF5EA3BFABAA}" dt="2025-11-19T15:11:01.250" v="55" actId="26606"/>
          <ac:spMkLst>
            <pc:docMk/>
            <pc:sldMk cId="3239478750" sldId="279"/>
            <ac:spMk id="8" creationId="{907EF6B7-1338-4443-8C46-6A318D952DFD}"/>
          </ac:spMkLst>
        </pc:spChg>
        <pc:spChg chg="del">
          <ac:chgData name="Paul Imbert" userId="e8865fd8-d22d-4c32-8092-37cbaee92d16" providerId="ADAL" clId="{9502837B-8F74-53C1-96F4-EF5EA3BFABAA}" dt="2025-11-19T15:11:01.250" v="55" actId="26606"/>
          <ac:spMkLst>
            <pc:docMk/>
            <pc:sldMk cId="3239478750" sldId="279"/>
            <ac:spMk id="10" creationId="{DAAE4CDD-124C-4DCF-9584-B6033B545DD5}"/>
          </ac:spMkLst>
        </pc:spChg>
        <pc:spChg chg="del">
          <ac:chgData name="Paul Imbert" userId="e8865fd8-d22d-4c32-8092-37cbaee92d16" providerId="ADAL" clId="{9502837B-8F74-53C1-96F4-EF5EA3BFABAA}" dt="2025-11-19T15:11:01.250" v="55" actId="26606"/>
          <ac:spMkLst>
            <pc:docMk/>
            <pc:sldMk cId="3239478750" sldId="279"/>
            <ac:spMk id="12" creationId="{081E4A58-353D-44AE-B2FC-2A74E2E400F7}"/>
          </ac:spMkLst>
        </pc:spChg>
        <pc:spChg chg="add">
          <ac:chgData name="Paul Imbert" userId="e8865fd8-d22d-4c32-8092-37cbaee92d16" providerId="ADAL" clId="{9502837B-8F74-53C1-96F4-EF5EA3BFABAA}" dt="2025-11-19T15:11:01.250" v="55" actId="26606"/>
          <ac:spMkLst>
            <pc:docMk/>
            <pc:sldMk cId="3239478750" sldId="279"/>
            <ac:spMk id="18" creationId="{F13C74B1-5B17-4795-BED0-7140497B445A}"/>
          </ac:spMkLst>
        </pc:spChg>
        <pc:spChg chg="add">
          <ac:chgData name="Paul Imbert" userId="e8865fd8-d22d-4c32-8092-37cbaee92d16" providerId="ADAL" clId="{9502837B-8F74-53C1-96F4-EF5EA3BFABAA}" dt="2025-11-19T15:11:01.250" v="55" actId="26606"/>
          <ac:spMkLst>
            <pc:docMk/>
            <pc:sldMk cId="3239478750" sldId="279"/>
            <ac:spMk id="20" creationId="{D4974D33-8DC5-464E-8C6D-BE58F0669C17}"/>
          </ac:spMkLst>
        </pc:spChg>
        <pc:picChg chg="add">
          <ac:chgData name="Paul Imbert" userId="e8865fd8-d22d-4c32-8092-37cbaee92d16" providerId="ADAL" clId="{9502837B-8F74-53C1-96F4-EF5EA3BFABAA}" dt="2025-11-19T15:11:01.250" v="55" actId="26606"/>
          <ac:picMkLst>
            <pc:docMk/>
            <pc:sldMk cId="3239478750" sldId="279"/>
            <ac:picMk id="14" creationId="{537CDC95-0E28-B1A7-9BB2-8EBCA3A1C9C1}"/>
          </ac:picMkLst>
        </pc:picChg>
      </pc:sldChg>
      <pc:sldChg chg="addSp delSp add del setBg delDesignElem">
        <pc:chgData name="Paul Imbert" userId="e8865fd8-d22d-4c32-8092-37cbaee92d16" providerId="ADAL" clId="{9502837B-8F74-53C1-96F4-EF5EA3BFABAA}" dt="2025-11-19T22:10:35.760" v="367"/>
        <pc:sldMkLst>
          <pc:docMk/>
          <pc:sldMk cId="608445987" sldId="285"/>
        </pc:sldMkLst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608445987" sldId="285"/>
            <ac:spMk id="10" creationId="{7B779BC4-273A-D6D2-DFA7-9C9A71756895}"/>
          </ac:spMkLst>
        </pc:spChg>
        <pc:spChg chg="add del">
          <ac:chgData name="Paul Imbert" userId="e8865fd8-d22d-4c32-8092-37cbaee92d16" providerId="ADAL" clId="{9502837B-8F74-53C1-96F4-EF5EA3BFABAA}" dt="2025-11-19T22:10:35.760" v="367"/>
          <ac:spMkLst>
            <pc:docMk/>
            <pc:sldMk cId="608445987" sldId="285"/>
            <ac:spMk id="12" creationId="{44CF1FC9-D387-92B8-8696-25526947F49E}"/>
          </ac:spMkLst>
        </pc:spChg>
      </pc:sldChg>
      <pc:sldChg chg="del ord">
        <pc:chgData name="Paul Imbert" userId="e8865fd8-d22d-4c32-8092-37cbaee92d16" providerId="ADAL" clId="{9502837B-8F74-53C1-96F4-EF5EA3BFABAA}" dt="2025-11-19T22:07:48.825" v="355" actId="2696"/>
        <pc:sldMkLst>
          <pc:docMk/>
          <pc:sldMk cId="1728784863" sldId="285"/>
        </pc:sldMkLst>
      </pc:sldChg>
      <pc:sldChg chg="del ord">
        <pc:chgData name="Paul Imbert" userId="e8865fd8-d22d-4c32-8092-37cbaee92d16" providerId="ADAL" clId="{9502837B-8F74-53C1-96F4-EF5EA3BFABAA}" dt="2025-11-19T22:07:48.825" v="355" actId="2696"/>
        <pc:sldMkLst>
          <pc:docMk/>
          <pc:sldMk cId="2180393222" sldId="290"/>
        </pc:sldMkLst>
      </pc:sldChg>
      <pc:sldChg chg="add del">
        <pc:chgData name="Paul Imbert" userId="e8865fd8-d22d-4c32-8092-37cbaee92d16" providerId="ADAL" clId="{9502837B-8F74-53C1-96F4-EF5EA3BFABAA}" dt="2025-11-19T22:10:35.760" v="367"/>
        <pc:sldMkLst>
          <pc:docMk/>
          <pc:sldMk cId="3373486893" sldId="290"/>
        </pc:sldMkLst>
      </pc:sldChg>
      <pc:sldChg chg="del ord">
        <pc:chgData name="Paul Imbert" userId="e8865fd8-d22d-4c32-8092-37cbaee92d16" providerId="ADAL" clId="{9502837B-8F74-53C1-96F4-EF5EA3BFABAA}" dt="2025-11-19T22:07:48.825" v="355" actId="2696"/>
        <pc:sldMkLst>
          <pc:docMk/>
          <pc:sldMk cId="1785170660" sldId="291"/>
        </pc:sldMkLst>
      </pc:sldChg>
      <pc:sldChg chg="add del">
        <pc:chgData name="Paul Imbert" userId="e8865fd8-d22d-4c32-8092-37cbaee92d16" providerId="ADAL" clId="{9502837B-8F74-53C1-96F4-EF5EA3BFABAA}" dt="2025-11-19T22:10:35.760" v="367"/>
        <pc:sldMkLst>
          <pc:docMk/>
          <pc:sldMk cId="3388364566" sldId="291"/>
        </pc:sldMkLst>
      </pc:sldChg>
      <pc:sldChg chg="addSp delSp modSp new mod setBg">
        <pc:chgData name="Paul Imbert" userId="e8865fd8-d22d-4c32-8092-37cbaee92d16" providerId="ADAL" clId="{9502837B-8F74-53C1-96F4-EF5EA3BFABAA}" dt="2025-11-19T15:04:03.838" v="48" actId="22"/>
        <pc:sldMkLst>
          <pc:docMk/>
          <pc:sldMk cId="2759956860" sldId="292"/>
        </pc:sldMkLst>
        <pc:spChg chg="mo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2" creationId="{6648505C-1FD3-5117-FF92-9625783C3F31}"/>
          </ac:spMkLst>
        </pc:spChg>
        <pc:spChg chg="mod">
          <ac:chgData name="Paul Imbert" userId="e8865fd8-d22d-4c32-8092-37cbaee92d16" providerId="ADAL" clId="{9502837B-8F74-53C1-96F4-EF5EA3BFABAA}" dt="2025-11-19T15:03:49.406" v="46" actId="5793"/>
          <ac:spMkLst>
            <pc:docMk/>
            <pc:sldMk cId="2759956860" sldId="292"/>
            <ac:spMk id="3" creationId="{71BA64AF-93B3-C025-C09B-4C331C8B8F49}"/>
          </ac:spMkLst>
        </pc:spChg>
        <pc:spChg chg="add del">
          <ac:chgData name="Paul Imbert" userId="e8865fd8-d22d-4c32-8092-37cbaee92d16" providerId="ADAL" clId="{9502837B-8F74-53C1-96F4-EF5EA3BFABAA}" dt="2025-11-19T15:04:03.838" v="48" actId="22"/>
          <ac:spMkLst>
            <pc:docMk/>
            <pc:sldMk cId="2759956860" sldId="292"/>
            <ac:spMk id="5" creationId="{E439146F-6E6C-2912-AC1E-E4C46E19DF6E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8" creationId="{5A0118C5-4F8D-4CF4-BADD-53FEACC6C42A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10" creationId="{4E0A5C5C-2A95-428E-9F6A-0D29EBD57C9F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12" creationId="{1056F38F-7C4E-461D-8709-7D0024AE1F79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14" creationId="{C7278469-3C3C-49CE-AEEE-E176A4900B78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20" creationId="{4C6598AB-1C17-4D54-951C-A082D94ACB7A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22" creationId="{C83B66D7-137D-4AC1-B172-53D60F08BEB5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24" creationId="{F6B92503-6984-4D15-8B98-8718709B785D}"/>
          </ac:spMkLst>
        </pc:spChg>
        <pc:spChg chg="add">
          <ac:chgData name="Paul Imbert" userId="e8865fd8-d22d-4c32-8092-37cbaee92d16" providerId="ADAL" clId="{9502837B-8F74-53C1-96F4-EF5EA3BFABAA}" dt="2025-11-19T15:03:43.096" v="45" actId="26606"/>
          <ac:spMkLst>
            <pc:docMk/>
            <pc:sldMk cId="2759956860" sldId="292"/>
            <ac:spMk id="26" creationId="{08DDF938-524E-4C18-A47D-C00627832366}"/>
          </ac:spMkLst>
        </pc:spChg>
      </pc:sldChg>
      <pc:sldChg chg="addSp delSp modSp add mod setBg delDesignElem">
        <pc:chgData name="Paul Imbert" userId="e8865fd8-d22d-4c32-8092-37cbaee92d16" providerId="ADAL" clId="{9502837B-8F74-53C1-96F4-EF5EA3BFABAA}" dt="2025-11-19T15:04:49.778" v="54" actId="26606"/>
        <pc:sldMkLst>
          <pc:docMk/>
          <pc:sldMk cId="2321330025" sldId="293"/>
        </pc:sldMkLst>
        <pc:spChg chg="mod">
          <ac:chgData name="Paul Imbert" userId="e8865fd8-d22d-4c32-8092-37cbaee92d16" providerId="ADAL" clId="{9502837B-8F74-53C1-96F4-EF5EA3BFABAA}" dt="2025-11-19T15:04:17.026" v="51" actId="26606"/>
          <ac:spMkLst>
            <pc:docMk/>
            <pc:sldMk cId="2321330025" sldId="293"/>
            <ac:spMk id="2" creationId="{442604A7-D266-3CED-7795-41B6CE338336}"/>
          </ac:spMkLst>
        </pc:spChg>
        <pc:spChg chg="mod">
          <ac:chgData name="Paul Imbert" userId="e8865fd8-d22d-4c32-8092-37cbaee92d16" providerId="ADAL" clId="{9502837B-8F74-53C1-96F4-EF5EA3BFABAA}" dt="2025-11-19T15:04:43.846" v="53" actId="27636"/>
          <ac:spMkLst>
            <pc:docMk/>
            <pc:sldMk cId="2321330025" sldId="293"/>
            <ac:spMk id="3" creationId="{6BDEB613-4A58-7F6C-262E-F5AD99A9442E}"/>
          </ac:spMkLst>
        </pc:spChg>
        <pc:spChg chg="add">
          <ac:chgData name="Paul Imbert" userId="e8865fd8-d22d-4c32-8092-37cbaee92d16" providerId="ADAL" clId="{9502837B-8F74-53C1-96F4-EF5EA3BFABAA}" dt="2025-11-19T15:04:17.026" v="51" actId="26606"/>
          <ac:spMkLst>
            <pc:docMk/>
            <pc:sldMk cId="2321330025" sldId="293"/>
            <ac:spMk id="5" creationId="{5A0118C5-4F8D-4CF4-BADD-53FEACC6C42A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6" creationId="{4E0A5C5C-2A95-428E-9F6A-0D29EBD57C9F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7" creationId="{1056F38F-7C4E-461D-8709-7D0024AE1F79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8" creationId="{33EF4F91-CF23-4E00-85E1-18720A80EC87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9" creationId="{C7278469-3C3C-49CE-AEEE-E176A4900B78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10" creationId="{FC33628E-7A21-4B0D-8FEF-B7A7AAE8E9A5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12" creationId="{04ABE65D-07F1-3DEF-6EF3-ABAD0DB3EB8F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13" creationId="{4C6598AB-1C17-4D54-951C-A082D94ACB7A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14" creationId="{B2097B23-B4CA-2EE5-3638-4478DAE0D12D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15" creationId="{C83B66D7-137D-4AC1-B172-53D60F08BEB5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19" creationId="{F6B92503-6984-4D15-8B98-8718709B785D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20" creationId="{472F57A0-4256-C0C7-8282-01FCB196B3ED}"/>
          </ac:spMkLst>
        </pc:spChg>
        <pc:spChg chg="add del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21" creationId="{08DDF938-524E-4C18-A47D-C00627832366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22" creationId="{5F202FBB-E7D3-D7AF-B81B-FE118AA2CD98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24" creationId="{8BAD2A31-EFFD-186C-615D-3E639E2DA435}"/>
          </ac:spMkLst>
        </pc:spChg>
        <pc:spChg chg="del">
          <ac:chgData name="Paul Imbert" userId="e8865fd8-d22d-4c32-8092-37cbaee92d16" providerId="ADAL" clId="{9502837B-8F74-53C1-96F4-EF5EA3BFABAA}" dt="2025-11-19T15:04:06.430" v="50"/>
          <ac:spMkLst>
            <pc:docMk/>
            <pc:sldMk cId="2321330025" sldId="293"/>
            <ac:spMk id="26" creationId="{047F5892-704D-C0EA-9225-E99E626740C3}"/>
          </ac:spMkLst>
        </pc:spChg>
        <pc:spChg chg="add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52" creationId="{C83B66D7-137D-4AC1-B172-53D60F08BEB5}"/>
          </ac:spMkLst>
        </pc:spChg>
        <pc:spChg chg="add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54" creationId="{F6B92503-6984-4D15-8B98-8718709B785D}"/>
          </ac:spMkLst>
        </pc:spChg>
        <pc:spChg chg="add">
          <ac:chgData name="Paul Imbert" userId="e8865fd8-d22d-4c32-8092-37cbaee92d16" providerId="ADAL" clId="{9502837B-8F74-53C1-96F4-EF5EA3BFABAA}" dt="2025-11-19T15:04:49.778" v="54" actId="26606"/>
          <ac:spMkLst>
            <pc:docMk/>
            <pc:sldMk cId="2321330025" sldId="293"/>
            <ac:spMk id="56" creationId="{08DDF938-524E-4C18-A47D-C00627832366}"/>
          </ac:spMkLst>
        </pc:spChg>
        <pc:grpChg chg="del">
          <ac:chgData name="Paul Imbert" userId="e8865fd8-d22d-4c32-8092-37cbaee92d16" providerId="ADAL" clId="{9502837B-8F74-53C1-96F4-EF5EA3BFABAA}" dt="2025-11-19T15:04:06.430" v="50"/>
          <ac:grpSpMkLst>
            <pc:docMk/>
            <pc:sldMk cId="2321330025" sldId="293"/>
            <ac:grpSpMk id="16" creationId="{44B146BE-FD8D-B6E6-77AA-0B0DE26699A3}"/>
          </ac:grpSpMkLst>
        </pc:grpChg>
        <pc:grpChg chg="del">
          <ac:chgData name="Paul Imbert" userId="e8865fd8-d22d-4c32-8092-37cbaee92d16" providerId="ADAL" clId="{9502837B-8F74-53C1-96F4-EF5EA3BFABAA}" dt="2025-11-19T15:04:06.430" v="50"/>
          <ac:grpSpMkLst>
            <pc:docMk/>
            <pc:sldMk cId="2321330025" sldId="293"/>
            <ac:grpSpMk id="28" creationId="{7A9BE7BF-09AA-1FC2-FB8C-F2D35B78C1F0}"/>
          </ac:grpSpMkLst>
        </pc:grpChg>
      </pc:sldChg>
      <pc:sldChg chg="addSp delSp modSp new mod setBg">
        <pc:chgData name="Paul Imbert" userId="e8865fd8-d22d-4c32-8092-37cbaee92d16" providerId="ADAL" clId="{9502837B-8F74-53C1-96F4-EF5EA3BFABAA}" dt="2025-11-19T15:18:40.932" v="102" actId="26606"/>
        <pc:sldMkLst>
          <pc:docMk/>
          <pc:sldMk cId="1353357544" sldId="294"/>
        </pc:sldMkLst>
        <pc:spChg chg="mod">
          <ac:chgData name="Paul Imbert" userId="e8865fd8-d22d-4c32-8092-37cbaee92d16" providerId="ADAL" clId="{9502837B-8F74-53C1-96F4-EF5EA3BFABAA}" dt="2025-11-19T15:18:40.932" v="102" actId="26606"/>
          <ac:spMkLst>
            <pc:docMk/>
            <pc:sldMk cId="1353357544" sldId="294"/>
            <ac:spMk id="2" creationId="{85211458-A8E8-EC65-FAFF-B2B9E800FEB4}"/>
          </ac:spMkLst>
        </pc:spChg>
        <pc:spChg chg="del mod">
          <ac:chgData name="Paul Imbert" userId="e8865fd8-d22d-4c32-8092-37cbaee92d16" providerId="ADAL" clId="{9502837B-8F74-53C1-96F4-EF5EA3BFABAA}" dt="2025-11-19T15:18:40.932" v="102" actId="26606"/>
          <ac:spMkLst>
            <pc:docMk/>
            <pc:sldMk cId="1353357544" sldId="294"/>
            <ac:spMk id="3" creationId="{ECFD6B86-A43B-1838-FEF8-B4E5B7BE5E44}"/>
          </ac:spMkLst>
        </pc:spChg>
        <pc:spChg chg="add">
          <ac:chgData name="Paul Imbert" userId="e8865fd8-d22d-4c32-8092-37cbaee92d16" providerId="ADAL" clId="{9502837B-8F74-53C1-96F4-EF5EA3BFABAA}" dt="2025-11-19T15:18:40.932" v="102" actId="26606"/>
          <ac:spMkLst>
            <pc:docMk/>
            <pc:sldMk cId="1353357544" sldId="294"/>
            <ac:spMk id="9" creationId="{5C8908E2-EE49-44D2-9428-A28D2312A8D5}"/>
          </ac:spMkLst>
        </pc:spChg>
        <pc:spChg chg="add">
          <ac:chgData name="Paul Imbert" userId="e8865fd8-d22d-4c32-8092-37cbaee92d16" providerId="ADAL" clId="{9502837B-8F74-53C1-96F4-EF5EA3BFABAA}" dt="2025-11-19T15:18:40.932" v="102" actId="26606"/>
          <ac:spMkLst>
            <pc:docMk/>
            <pc:sldMk cId="1353357544" sldId="294"/>
            <ac:spMk id="15" creationId="{7449A6C7-D15F-4AA5-BFA5-71A404B47016}"/>
          </ac:spMkLst>
        </pc:spChg>
        <pc:spChg chg="add">
          <ac:chgData name="Paul Imbert" userId="e8865fd8-d22d-4c32-8092-37cbaee92d16" providerId="ADAL" clId="{9502837B-8F74-53C1-96F4-EF5EA3BFABAA}" dt="2025-11-19T15:18:40.932" v="102" actId="26606"/>
          <ac:spMkLst>
            <pc:docMk/>
            <pc:sldMk cId="1353357544" sldId="294"/>
            <ac:spMk id="17" creationId="{ED888B23-07FA-482A-96DF-47E31AF1A603}"/>
          </ac:spMkLst>
        </pc:spChg>
        <pc:grpChg chg="add">
          <ac:chgData name="Paul Imbert" userId="e8865fd8-d22d-4c32-8092-37cbaee92d16" providerId="ADAL" clId="{9502837B-8F74-53C1-96F4-EF5EA3BFABAA}" dt="2025-11-19T15:18:40.932" v="102" actId="26606"/>
          <ac:grpSpMkLst>
            <pc:docMk/>
            <pc:sldMk cId="1353357544" sldId="294"/>
            <ac:grpSpMk id="11" creationId="{05314994-6337-4875-8CF5-652CAFE8342C}"/>
          </ac:grpSpMkLst>
        </pc:grpChg>
        <pc:graphicFrameChg chg="add">
          <ac:chgData name="Paul Imbert" userId="e8865fd8-d22d-4c32-8092-37cbaee92d16" providerId="ADAL" clId="{9502837B-8F74-53C1-96F4-EF5EA3BFABAA}" dt="2025-11-19T15:18:40.932" v="102" actId="26606"/>
          <ac:graphicFrameMkLst>
            <pc:docMk/>
            <pc:sldMk cId="1353357544" sldId="294"/>
            <ac:graphicFrameMk id="5" creationId="{3FFEE34F-81E5-03FA-4B34-640057F6CA2D}"/>
          </ac:graphicFrameMkLst>
        </pc:graphicFrameChg>
      </pc:sldChg>
      <pc:sldChg chg="addSp delSp modSp new mod setBg">
        <pc:chgData name="Paul Imbert" userId="e8865fd8-d22d-4c32-8092-37cbaee92d16" providerId="ADAL" clId="{9502837B-8F74-53C1-96F4-EF5EA3BFABAA}" dt="2025-11-19T16:01:41.276" v="165" actId="26606"/>
        <pc:sldMkLst>
          <pc:docMk/>
          <pc:sldMk cId="4000748789" sldId="295"/>
        </pc:sldMkLst>
        <pc:spChg chg="mod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2" creationId="{C96C2CCF-7A69-12FC-651C-21AEF02AB7D4}"/>
          </ac:spMkLst>
        </pc:spChg>
        <pc:spChg chg="del mod">
          <ac:chgData name="Paul Imbert" userId="e8865fd8-d22d-4c32-8092-37cbaee92d16" providerId="ADAL" clId="{9502837B-8F74-53C1-96F4-EF5EA3BFABAA}" dt="2025-11-19T15:57:03.184" v="129" actId="478"/>
          <ac:spMkLst>
            <pc:docMk/>
            <pc:sldMk cId="4000748789" sldId="295"/>
            <ac:spMk id="3" creationId="{6E74A6CC-63B0-94FD-8216-7C0F4A196436}"/>
          </ac:spMkLst>
        </pc:spChg>
        <pc:spChg chg="add del mod">
          <ac:chgData name="Paul Imbert" userId="e8865fd8-d22d-4c32-8092-37cbaee92d16" providerId="ADAL" clId="{9502837B-8F74-53C1-96F4-EF5EA3BFABAA}" dt="2025-11-19T15:57:07.213" v="130" actId="478"/>
          <ac:spMkLst>
            <pc:docMk/>
            <pc:sldMk cId="4000748789" sldId="295"/>
            <ac:spMk id="5" creationId="{08DDB9B5-E4EA-97D0-FA4A-DD64102495F3}"/>
          </ac:spMkLst>
        </pc:spChg>
        <pc:spChg chg="add mod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8" creationId="{B1184701-96C1-9D80-0B60-00A1C10701CE}"/>
          </ac:spMkLst>
        </pc:spChg>
        <pc:spChg chg="add del">
          <ac:chgData name="Paul Imbert" userId="e8865fd8-d22d-4c32-8092-37cbaee92d16" providerId="ADAL" clId="{9502837B-8F74-53C1-96F4-EF5EA3BFABAA}" dt="2025-11-19T15:57:18.817" v="133" actId="26606"/>
          <ac:spMkLst>
            <pc:docMk/>
            <pc:sldMk cId="4000748789" sldId="295"/>
            <ac:spMk id="11" creationId="{A4AC5506-6312-4701-8D3C-40187889A947}"/>
          </ac:spMkLst>
        </pc:spChg>
        <pc:spChg chg="add del">
          <ac:chgData name="Paul Imbert" userId="e8865fd8-d22d-4c32-8092-37cbaee92d16" providerId="ADAL" clId="{9502837B-8F74-53C1-96F4-EF5EA3BFABAA}" dt="2025-11-19T15:58:19.383" v="144" actId="26606"/>
          <ac:spMkLst>
            <pc:docMk/>
            <pc:sldMk cId="4000748789" sldId="295"/>
            <ac:spMk id="13" creationId="{670CEDEF-4F34-412E-84EE-329C1E936AF5}"/>
          </ac:spMkLst>
        </pc:spChg>
        <pc:spChg chg="add del">
          <ac:chgData name="Paul Imbert" userId="e8865fd8-d22d-4c32-8092-37cbaee92d16" providerId="ADAL" clId="{9502837B-8F74-53C1-96F4-EF5EA3BFABAA}" dt="2025-11-19T15:58:19.383" v="144" actId="26606"/>
          <ac:spMkLst>
            <pc:docMk/>
            <pc:sldMk cId="4000748789" sldId="295"/>
            <ac:spMk id="14" creationId="{BCED4D40-4B67-4331-AC48-79B82B4A47D8}"/>
          </ac:spMkLst>
        </pc:spChg>
        <pc:spChg chg="add del">
          <ac:chgData name="Paul Imbert" userId="e8865fd8-d22d-4c32-8092-37cbaee92d16" providerId="ADAL" clId="{9502837B-8F74-53C1-96F4-EF5EA3BFABAA}" dt="2025-11-19T16:00:22.232" v="155" actId="26606"/>
          <ac:spMkLst>
            <pc:docMk/>
            <pc:sldMk cId="4000748789" sldId="295"/>
            <ac:spMk id="19" creationId="{32AEEBC8-9D30-42EF-95F2-386C2653FBF0}"/>
          </ac:spMkLst>
        </pc:spChg>
        <pc:spChg chg="add del">
          <ac:chgData name="Paul Imbert" userId="e8865fd8-d22d-4c32-8092-37cbaee92d16" providerId="ADAL" clId="{9502837B-8F74-53C1-96F4-EF5EA3BFABAA}" dt="2025-11-19T16:00:22.232" v="155" actId="26606"/>
          <ac:spMkLst>
            <pc:docMk/>
            <pc:sldMk cId="4000748789" sldId="295"/>
            <ac:spMk id="21" creationId="{2E92FA66-67D7-4CB4-94D3-E643A9AD4757}"/>
          </ac:spMkLst>
        </pc:spChg>
        <pc:spChg chg="add del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26" creationId="{32AEEBC8-9D30-42EF-95F2-386C2653FBF0}"/>
          </ac:spMkLst>
        </pc:spChg>
        <pc:spChg chg="add del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28" creationId="{3529E97A-97C3-40EA-8A04-5C02398D568F}"/>
          </ac:spMkLst>
        </pc:spChg>
        <pc:spChg chg="add del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30" creationId="{59FA8C2E-A5A7-4490-927A-7CD58343EDBB}"/>
          </ac:spMkLst>
        </pc:spChg>
        <pc:spChg chg="add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35" creationId="{32AEEBC8-9D30-42EF-95F2-386C2653FBF0}"/>
          </ac:spMkLst>
        </pc:spChg>
        <pc:spChg chg="add">
          <ac:chgData name="Paul Imbert" userId="e8865fd8-d22d-4c32-8092-37cbaee92d16" providerId="ADAL" clId="{9502837B-8F74-53C1-96F4-EF5EA3BFABAA}" dt="2025-11-19T16:01:41.276" v="165" actId="26606"/>
          <ac:spMkLst>
            <pc:docMk/>
            <pc:sldMk cId="4000748789" sldId="295"/>
            <ac:spMk id="37" creationId="{2E92FA66-67D7-4CB4-94D3-E643A9AD4757}"/>
          </ac:spMkLst>
        </pc:spChg>
        <pc:picChg chg="add mod ord">
          <ac:chgData name="Paul Imbert" userId="e8865fd8-d22d-4c32-8092-37cbaee92d16" providerId="ADAL" clId="{9502837B-8F74-53C1-96F4-EF5EA3BFABAA}" dt="2025-11-19T16:01:41.276" v="165" actId="26606"/>
          <ac:picMkLst>
            <pc:docMk/>
            <pc:sldMk cId="4000748789" sldId="295"/>
            <ac:picMk id="6" creationId="{D9B9CCE3-C2E1-84F6-144D-EFDDDE46B45D}"/>
          </ac:picMkLst>
        </pc:picChg>
        <pc:picChg chg="add mod">
          <ac:chgData name="Paul Imbert" userId="e8865fd8-d22d-4c32-8092-37cbaee92d16" providerId="ADAL" clId="{9502837B-8F74-53C1-96F4-EF5EA3BFABAA}" dt="2025-11-19T15:57:33.249" v="136"/>
          <ac:picMkLst>
            <pc:docMk/>
            <pc:sldMk cId="4000748789" sldId="295"/>
            <ac:picMk id="7" creationId="{6E75D070-6385-026D-29DF-2693DE7F3490}"/>
          </ac:picMkLst>
        </pc:picChg>
      </pc:sldChg>
      <pc:sldChg chg="addSp delSp modSp add mod setBg delDesignElem">
        <pc:chgData name="Paul Imbert" userId="e8865fd8-d22d-4c32-8092-37cbaee92d16" providerId="ADAL" clId="{9502837B-8F74-53C1-96F4-EF5EA3BFABAA}" dt="2025-11-19T16:11:09.171" v="174" actId="20577"/>
        <pc:sldMkLst>
          <pc:docMk/>
          <pc:sldMk cId="1370865921" sldId="296"/>
        </pc:sldMkLst>
        <pc:spChg chg="mod">
          <ac:chgData name="Paul Imbert" userId="e8865fd8-d22d-4c32-8092-37cbaee92d16" providerId="ADAL" clId="{9502837B-8F74-53C1-96F4-EF5EA3BFABAA}" dt="2025-11-19T16:11:09.171" v="174" actId="20577"/>
          <ac:spMkLst>
            <pc:docMk/>
            <pc:sldMk cId="1370865921" sldId="296"/>
            <ac:spMk id="2" creationId="{5B82C863-038F-BF6B-928B-82CCC167E44B}"/>
          </ac:spMkLst>
        </pc:spChg>
        <pc:spChg chg="add mod">
          <ac:chgData name="Paul Imbert" userId="e8865fd8-d22d-4c32-8092-37cbaee92d16" providerId="ADAL" clId="{9502837B-8F74-53C1-96F4-EF5EA3BFABAA}" dt="2025-11-19T16:01:38.823" v="164" actId="26606"/>
          <ac:spMkLst>
            <pc:docMk/>
            <pc:sldMk cId="1370865921" sldId="296"/>
            <ac:spMk id="4" creationId="{AD2021EF-70B7-3D7E-EE04-68E28A5D58D8}"/>
          </ac:spMkLst>
        </pc:spChg>
        <pc:spChg chg="add del">
          <ac:chgData name="Paul Imbert" userId="e8865fd8-d22d-4c32-8092-37cbaee92d16" providerId="ADAL" clId="{9502837B-8F74-53C1-96F4-EF5EA3BFABAA}" dt="2025-11-19T16:01:38.823" v="164" actId="26606"/>
          <ac:spMkLst>
            <pc:docMk/>
            <pc:sldMk cId="1370865921" sldId="296"/>
            <ac:spMk id="7" creationId="{59FA8C2E-A5A7-4490-927A-7CD58343EDBB}"/>
          </ac:spMkLst>
        </pc:spChg>
        <pc:spChg chg="add del">
          <ac:chgData name="Paul Imbert" userId="e8865fd8-d22d-4c32-8092-37cbaee92d16" providerId="ADAL" clId="{9502837B-8F74-53C1-96F4-EF5EA3BFABAA}" dt="2025-11-19T16:01:38.823" v="164" actId="26606"/>
          <ac:spMkLst>
            <pc:docMk/>
            <pc:sldMk cId="1370865921" sldId="296"/>
            <ac:spMk id="9" creationId="{32AEEBC8-9D30-42EF-95F2-386C2653FBF0}"/>
          </ac:spMkLst>
        </pc:spChg>
        <pc:spChg chg="add del">
          <ac:chgData name="Paul Imbert" userId="e8865fd8-d22d-4c32-8092-37cbaee92d16" providerId="ADAL" clId="{9502837B-8F74-53C1-96F4-EF5EA3BFABAA}" dt="2025-11-19T16:01:38.823" v="164" actId="26606"/>
          <ac:spMkLst>
            <pc:docMk/>
            <pc:sldMk cId="1370865921" sldId="296"/>
            <ac:spMk id="11" creationId="{3529E97A-97C3-40EA-8A04-5C02398D568F}"/>
          </ac:spMkLst>
        </pc:spChg>
        <pc:spChg chg="del">
          <ac:chgData name="Paul Imbert" userId="e8865fd8-d22d-4c32-8092-37cbaee92d16" providerId="ADAL" clId="{9502837B-8F74-53C1-96F4-EF5EA3BFABAA}" dt="2025-11-19T15:57:36.537" v="138"/>
          <ac:spMkLst>
            <pc:docMk/>
            <pc:sldMk cId="1370865921" sldId="296"/>
            <ac:spMk id="13" creationId="{31DE1998-841A-59AE-9F06-F83579655A28}"/>
          </ac:spMkLst>
        </pc:spChg>
        <pc:spChg chg="del">
          <ac:chgData name="Paul Imbert" userId="e8865fd8-d22d-4c32-8092-37cbaee92d16" providerId="ADAL" clId="{9502837B-8F74-53C1-96F4-EF5EA3BFABAA}" dt="2025-11-19T15:57:36.537" v="138"/>
          <ac:spMkLst>
            <pc:docMk/>
            <pc:sldMk cId="1370865921" sldId="296"/>
            <ac:spMk id="14" creationId="{37236515-4E80-4E48-4ECF-690765866118}"/>
          </ac:spMkLst>
        </pc:spChg>
        <pc:spChg chg="add">
          <ac:chgData name="Paul Imbert" userId="e8865fd8-d22d-4c32-8092-37cbaee92d16" providerId="ADAL" clId="{9502837B-8F74-53C1-96F4-EF5EA3BFABAA}" dt="2025-11-19T16:01:38.823" v="164" actId="26606"/>
          <ac:spMkLst>
            <pc:docMk/>
            <pc:sldMk cId="1370865921" sldId="296"/>
            <ac:spMk id="16" creationId="{32AEEBC8-9D30-42EF-95F2-386C2653FBF0}"/>
          </ac:spMkLst>
        </pc:spChg>
        <pc:spChg chg="add">
          <ac:chgData name="Paul Imbert" userId="e8865fd8-d22d-4c32-8092-37cbaee92d16" providerId="ADAL" clId="{9502837B-8F74-53C1-96F4-EF5EA3BFABAA}" dt="2025-11-19T16:01:38.823" v="164" actId="26606"/>
          <ac:spMkLst>
            <pc:docMk/>
            <pc:sldMk cId="1370865921" sldId="296"/>
            <ac:spMk id="18" creationId="{2E92FA66-67D7-4CB4-94D3-E643A9AD4757}"/>
          </ac:spMkLst>
        </pc:spChg>
        <pc:picChg chg="add mod ord">
          <ac:chgData name="Paul Imbert" userId="e8865fd8-d22d-4c32-8092-37cbaee92d16" providerId="ADAL" clId="{9502837B-8F74-53C1-96F4-EF5EA3BFABAA}" dt="2025-11-19T16:01:38.823" v="164" actId="26606"/>
          <ac:picMkLst>
            <pc:docMk/>
            <pc:sldMk cId="1370865921" sldId="296"/>
            <ac:picMk id="3" creationId="{0762AED3-F2C2-6A86-0B29-A7D0F8378A97}"/>
          </ac:picMkLst>
        </pc:picChg>
        <pc:picChg chg="del">
          <ac:chgData name="Paul Imbert" userId="e8865fd8-d22d-4c32-8092-37cbaee92d16" providerId="ADAL" clId="{9502837B-8F74-53C1-96F4-EF5EA3BFABAA}" dt="2025-11-19T15:57:39.537" v="139" actId="478"/>
          <ac:picMkLst>
            <pc:docMk/>
            <pc:sldMk cId="1370865921" sldId="296"/>
            <ac:picMk id="6" creationId="{137F8445-67C8-737B-2893-3604AD55099F}"/>
          </ac:picMkLst>
        </pc:picChg>
      </pc:sldChg>
      <pc:sldChg chg="addSp delSp modSp add mod setBg delDesignElem">
        <pc:chgData name="Paul Imbert" userId="e8865fd8-d22d-4c32-8092-37cbaee92d16" providerId="ADAL" clId="{9502837B-8F74-53C1-96F4-EF5EA3BFABAA}" dt="2025-11-19T16:11:14.766" v="176" actId="20577"/>
        <pc:sldMkLst>
          <pc:docMk/>
          <pc:sldMk cId="1709303654" sldId="297"/>
        </pc:sldMkLst>
        <pc:spChg chg="mod">
          <ac:chgData name="Paul Imbert" userId="e8865fd8-d22d-4c32-8092-37cbaee92d16" providerId="ADAL" clId="{9502837B-8F74-53C1-96F4-EF5EA3BFABAA}" dt="2025-11-19T16:11:14.766" v="176" actId="20577"/>
          <ac:spMkLst>
            <pc:docMk/>
            <pc:sldMk cId="1709303654" sldId="297"/>
            <ac:spMk id="2" creationId="{F744043E-890B-352B-2CD1-1F038AEC9D38}"/>
          </ac:spMkLst>
        </pc:spChg>
        <pc:spChg chg="mod">
          <ac:chgData name="Paul Imbert" userId="e8865fd8-d22d-4c32-8092-37cbaee92d16" providerId="ADAL" clId="{9502837B-8F74-53C1-96F4-EF5EA3BFABAA}" dt="2025-11-19T16:01:35.527" v="163" actId="26606"/>
          <ac:spMkLst>
            <pc:docMk/>
            <pc:sldMk cId="1709303654" sldId="297"/>
            <ac:spMk id="4" creationId="{B1E49A39-8560-73E9-33DA-F45FA585829D}"/>
          </ac:spMkLst>
        </pc:spChg>
        <pc:spChg chg="add del">
          <ac:chgData name="Paul Imbert" userId="e8865fd8-d22d-4c32-8092-37cbaee92d16" providerId="ADAL" clId="{9502837B-8F74-53C1-96F4-EF5EA3BFABAA}" dt="2025-11-19T16:02:29.401" v="170" actId="26606"/>
          <ac:spMkLst>
            <pc:docMk/>
            <pc:sldMk cId="1709303654" sldId="297"/>
            <ac:spMk id="6" creationId="{32AEEBC8-9D30-42EF-95F2-386C2653FBF0}"/>
          </ac:spMkLst>
        </pc:spChg>
        <pc:spChg chg="del">
          <ac:chgData name="Paul Imbert" userId="e8865fd8-d22d-4c32-8092-37cbaee92d16" providerId="ADAL" clId="{9502837B-8F74-53C1-96F4-EF5EA3BFABAA}" dt="2025-11-19T16:00:33.931" v="157"/>
          <ac:spMkLst>
            <pc:docMk/>
            <pc:sldMk cId="1709303654" sldId="297"/>
            <ac:spMk id="7" creationId="{75FC4ACD-2BCF-06F1-9935-F14EF3BFC74F}"/>
          </ac:spMkLst>
        </pc:spChg>
        <pc:spChg chg="add del">
          <ac:chgData name="Paul Imbert" userId="e8865fd8-d22d-4c32-8092-37cbaee92d16" providerId="ADAL" clId="{9502837B-8F74-53C1-96F4-EF5EA3BFABAA}" dt="2025-11-19T16:02:29.401" v="170" actId="26606"/>
          <ac:spMkLst>
            <pc:docMk/>
            <pc:sldMk cId="1709303654" sldId="297"/>
            <ac:spMk id="8" creationId="{2E92FA66-67D7-4CB4-94D3-E643A9AD4757}"/>
          </ac:spMkLst>
        </pc:spChg>
        <pc:spChg chg="del">
          <ac:chgData name="Paul Imbert" userId="e8865fd8-d22d-4c32-8092-37cbaee92d16" providerId="ADAL" clId="{9502837B-8F74-53C1-96F4-EF5EA3BFABAA}" dt="2025-11-19T16:00:33.931" v="157"/>
          <ac:spMkLst>
            <pc:docMk/>
            <pc:sldMk cId="1709303654" sldId="297"/>
            <ac:spMk id="9" creationId="{508D4793-AF80-1434-0AA6-1C965B883EF4}"/>
          </ac:spMkLst>
        </pc:spChg>
        <pc:spChg chg="del">
          <ac:chgData name="Paul Imbert" userId="e8865fd8-d22d-4c32-8092-37cbaee92d16" providerId="ADAL" clId="{9502837B-8F74-53C1-96F4-EF5EA3BFABAA}" dt="2025-11-19T16:00:33.931" v="157"/>
          <ac:spMkLst>
            <pc:docMk/>
            <pc:sldMk cId="1709303654" sldId="297"/>
            <ac:spMk id="11" creationId="{BDDF0207-ECB6-4B84-F4C8-76D2504DBCCE}"/>
          </ac:spMkLst>
        </pc:spChg>
        <pc:spChg chg="add">
          <ac:chgData name="Paul Imbert" userId="e8865fd8-d22d-4c32-8092-37cbaee92d16" providerId="ADAL" clId="{9502837B-8F74-53C1-96F4-EF5EA3BFABAA}" dt="2025-11-19T16:02:29.401" v="170" actId="26606"/>
          <ac:spMkLst>
            <pc:docMk/>
            <pc:sldMk cId="1709303654" sldId="297"/>
            <ac:spMk id="13" creationId="{32AEEBC8-9D30-42EF-95F2-386C2653FBF0}"/>
          </ac:spMkLst>
        </pc:spChg>
        <pc:spChg chg="add">
          <ac:chgData name="Paul Imbert" userId="e8865fd8-d22d-4c32-8092-37cbaee92d16" providerId="ADAL" clId="{9502837B-8F74-53C1-96F4-EF5EA3BFABAA}" dt="2025-11-19T16:02:29.401" v="170" actId="26606"/>
          <ac:spMkLst>
            <pc:docMk/>
            <pc:sldMk cId="1709303654" sldId="297"/>
            <ac:spMk id="15" creationId="{2E92FA66-67D7-4CB4-94D3-E643A9AD4757}"/>
          </ac:spMkLst>
        </pc:spChg>
        <pc:picChg chg="del mod">
          <ac:chgData name="Paul Imbert" userId="e8865fd8-d22d-4c32-8092-37cbaee92d16" providerId="ADAL" clId="{9502837B-8F74-53C1-96F4-EF5EA3BFABAA}" dt="2025-11-19T16:02:04.524" v="166" actId="478"/>
          <ac:picMkLst>
            <pc:docMk/>
            <pc:sldMk cId="1709303654" sldId="297"/>
            <ac:picMk id="3" creationId="{63E15BB2-C15D-884D-90FB-866D5F9BBCFD}"/>
          </ac:picMkLst>
        </pc:picChg>
        <pc:picChg chg="add mod">
          <ac:chgData name="Paul Imbert" userId="e8865fd8-d22d-4c32-8092-37cbaee92d16" providerId="ADAL" clId="{9502837B-8F74-53C1-96F4-EF5EA3BFABAA}" dt="2025-11-19T16:02:29.401" v="170" actId="26606"/>
          <ac:picMkLst>
            <pc:docMk/>
            <pc:sldMk cId="1709303654" sldId="297"/>
            <ac:picMk id="5" creationId="{DC0F323B-17E7-56BC-6739-E6AED099376B}"/>
          </ac:picMkLst>
        </pc:picChg>
      </pc:sldChg>
      <pc:sldChg chg="addSp delSp modSp add mod setBg delDesignElem">
        <pc:chgData name="Paul Imbert" userId="e8865fd8-d22d-4c32-8092-37cbaee92d16" providerId="ADAL" clId="{9502837B-8F74-53C1-96F4-EF5EA3BFABAA}" dt="2025-11-19T16:14:06.001" v="193" actId="1076"/>
        <pc:sldMkLst>
          <pc:docMk/>
          <pc:sldMk cId="2547033027" sldId="298"/>
        </pc:sldMkLst>
        <pc:spChg chg="mod">
          <ac:chgData name="Paul Imbert" userId="e8865fd8-d22d-4c32-8092-37cbaee92d16" providerId="ADAL" clId="{9502837B-8F74-53C1-96F4-EF5EA3BFABAA}" dt="2025-11-19T16:13:56.211" v="190" actId="26606"/>
          <ac:spMkLst>
            <pc:docMk/>
            <pc:sldMk cId="2547033027" sldId="298"/>
            <ac:spMk id="2" creationId="{5D948F91-6423-8FBF-7A55-8F9D0C21BC41}"/>
          </ac:spMkLst>
        </pc:spChg>
        <pc:spChg chg="mod ord">
          <ac:chgData name="Paul Imbert" userId="e8865fd8-d22d-4c32-8092-37cbaee92d16" providerId="ADAL" clId="{9502837B-8F74-53C1-96F4-EF5EA3BFABAA}" dt="2025-11-19T16:13:56.211" v="190" actId="26606"/>
          <ac:spMkLst>
            <pc:docMk/>
            <pc:sldMk cId="2547033027" sldId="298"/>
            <ac:spMk id="4" creationId="{600C6D4A-9EB5-F0AC-DC0E-A8559321EDC3}"/>
          </ac:spMkLst>
        </pc:spChg>
        <pc:spChg chg="del">
          <ac:chgData name="Paul Imbert" userId="e8865fd8-d22d-4c32-8092-37cbaee92d16" providerId="ADAL" clId="{9502837B-8F74-53C1-96F4-EF5EA3BFABAA}" dt="2025-11-19T16:10:13.517" v="172"/>
          <ac:spMkLst>
            <pc:docMk/>
            <pc:sldMk cId="2547033027" sldId="298"/>
            <ac:spMk id="13" creationId="{3F7F2B8B-2736-4503-C1DB-5E8103538A71}"/>
          </ac:spMkLst>
        </pc:spChg>
        <pc:spChg chg="del">
          <ac:chgData name="Paul Imbert" userId="e8865fd8-d22d-4c32-8092-37cbaee92d16" providerId="ADAL" clId="{9502837B-8F74-53C1-96F4-EF5EA3BFABAA}" dt="2025-11-19T16:10:13.517" v="172"/>
          <ac:spMkLst>
            <pc:docMk/>
            <pc:sldMk cId="2547033027" sldId="298"/>
            <ac:spMk id="15" creationId="{8E768795-2CD7-446C-74A5-D6A69CA8376A}"/>
          </ac:spMkLst>
        </pc:spChg>
        <pc:picChg chg="add mod">
          <ac:chgData name="Paul Imbert" userId="e8865fd8-d22d-4c32-8092-37cbaee92d16" providerId="ADAL" clId="{9502837B-8F74-53C1-96F4-EF5EA3BFABAA}" dt="2025-11-19T16:14:06.001" v="193" actId="1076"/>
          <ac:picMkLst>
            <pc:docMk/>
            <pc:sldMk cId="2547033027" sldId="298"/>
            <ac:picMk id="3" creationId="{0FDC8373-C7C5-0B43-4A90-101C8591C823}"/>
          </ac:picMkLst>
        </pc:picChg>
        <pc:picChg chg="del">
          <ac:chgData name="Paul Imbert" userId="e8865fd8-d22d-4c32-8092-37cbaee92d16" providerId="ADAL" clId="{9502837B-8F74-53C1-96F4-EF5EA3BFABAA}" dt="2025-11-19T16:11:52.751" v="182" actId="478"/>
          <ac:picMkLst>
            <pc:docMk/>
            <pc:sldMk cId="2547033027" sldId="298"/>
            <ac:picMk id="5" creationId="{59132604-BF34-3C58-51C3-D3C45F0F8332}"/>
          </ac:picMkLst>
        </pc:picChg>
        <pc:cxnChg chg="add">
          <ac:chgData name="Paul Imbert" userId="e8865fd8-d22d-4c32-8092-37cbaee92d16" providerId="ADAL" clId="{9502837B-8F74-53C1-96F4-EF5EA3BFABAA}" dt="2025-11-19T16:13:56.211" v="190" actId="26606"/>
          <ac:cxnSpMkLst>
            <pc:docMk/>
            <pc:sldMk cId="2547033027" sldId="298"/>
            <ac:cxnSpMk id="6" creationId="{37C77032-C865-6057-7D7A-E2743CFA20F9}"/>
          </ac:cxnSpMkLst>
        </pc:cxnChg>
        <pc:cxnChg chg="add del">
          <ac:chgData name="Paul Imbert" userId="e8865fd8-d22d-4c32-8092-37cbaee92d16" providerId="ADAL" clId="{9502837B-8F74-53C1-96F4-EF5EA3BFABAA}" dt="2025-11-19T16:13:32.437" v="188" actId="26606"/>
          <ac:cxnSpMkLst>
            <pc:docMk/>
            <pc:sldMk cId="2547033027" sldId="298"/>
            <ac:cxnSpMk id="9" creationId="{1503BFE4-729B-D9D0-C17B-501E6AF1127A}"/>
          </ac:cxnSpMkLst>
        </pc:cxnChg>
      </pc:sldChg>
      <pc:sldChg chg="addSp delSp modSp new mod setBg">
        <pc:chgData name="Paul Imbert" userId="e8865fd8-d22d-4c32-8092-37cbaee92d16" providerId="ADAL" clId="{9502837B-8F74-53C1-96F4-EF5EA3BFABAA}" dt="2025-11-19T16:27:53.959" v="205" actId="26606"/>
        <pc:sldMkLst>
          <pc:docMk/>
          <pc:sldMk cId="3416398787" sldId="299"/>
        </pc:sldMkLst>
        <pc:spChg chg="mod">
          <ac:chgData name="Paul Imbert" userId="e8865fd8-d22d-4c32-8092-37cbaee92d16" providerId="ADAL" clId="{9502837B-8F74-53C1-96F4-EF5EA3BFABAA}" dt="2025-11-19T16:27:53.959" v="205" actId="26606"/>
          <ac:spMkLst>
            <pc:docMk/>
            <pc:sldMk cId="3416398787" sldId="299"/>
            <ac:spMk id="2" creationId="{03CA4E46-D331-6C9C-E249-F6E3C045549F}"/>
          </ac:spMkLst>
        </pc:spChg>
        <pc:spChg chg="add del mod">
          <ac:chgData name="Paul Imbert" userId="e8865fd8-d22d-4c32-8092-37cbaee92d16" providerId="ADAL" clId="{9502837B-8F74-53C1-96F4-EF5EA3BFABAA}" dt="2025-11-19T16:27:53.959" v="205" actId="26606"/>
          <ac:spMkLst>
            <pc:docMk/>
            <pc:sldMk cId="3416398787" sldId="299"/>
            <ac:spMk id="3" creationId="{B91DB6FF-9C8B-F15B-A9BA-17EE83D3019C}"/>
          </ac:spMkLst>
        </pc:spChg>
        <pc:spChg chg="add">
          <ac:chgData name="Paul Imbert" userId="e8865fd8-d22d-4c32-8092-37cbaee92d16" providerId="ADAL" clId="{9502837B-8F74-53C1-96F4-EF5EA3BFABAA}" dt="2025-11-19T16:27:53.959" v="205" actId="26606"/>
          <ac:spMkLst>
            <pc:docMk/>
            <pc:sldMk cId="3416398787" sldId="299"/>
            <ac:spMk id="9" creationId="{BACC6370-2D7E-4714-9D71-7542949D7D5D}"/>
          </ac:spMkLst>
        </pc:spChg>
        <pc:spChg chg="add del">
          <ac:chgData name="Paul Imbert" userId="e8865fd8-d22d-4c32-8092-37cbaee92d16" providerId="ADAL" clId="{9502837B-8F74-53C1-96F4-EF5EA3BFABAA}" dt="2025-11-19T16:27:53.948" v="204" actId="26606"/>
          <ac:spMkLst>
            <pc:docMk/>
            <pc:sldMk cId="3416398787" sldId="299"/>
            <ac:spMk id="10" creationId="{B50AB553-2A96-4A92-96F2-93548E096954}"/>
          </ac:spMkLst>
        </pc:spChg>
        <pc:spChg chg="add">
          <ac:chgData name="Paul Imbert" userId="e8865fd8-d22d-4c32-8092-37cbaee92d16" providerId="ADAL" clId="{9502837B-8F74-53C1-96F4-EF5EA3BFABAA}" dt="2025-11-19T16:27:53.959" v="205" actId="26606"/>
          <ac:spMkLst>
            <pc:docMk/>
            <pc:sldMk cId="3416398787" sldId="299"/>
            <ac:spMk id="11" creationId="{F68B3F68-107C-434F-AA38-110D5EA91B85}"/>
          </ac:spMkLst>
        </pc:spChg>
        <pc:spChg chg="add">
          <ac:chgData name="Paul Imbert" userId="e8865fd8-d22d-4c32-8092-37cbaee92d16" providerId="ADAL" clId="{9502837B-8F74-53C1-96F4-EF5EA3BFABAA}" dt="2025-11-19T16:27:53.959" v="205" actId="26606"/>
          <ac:spMkLst>
            <pc:docMk/>
            <pc:sldMk cId="3416398787" sldId="299"/>
            <ac:spMk id="13" creationId="{AAD0DBB9-1A4B-4391-81D4-CB19F9AB918A}"/>
          </ac:spMkLst>
        </pc:spChg>
        <pc:spChg chg="add">
          <ac:chgData name="Paul Imbert" userId="e8865fd8-d22d-4c32-8092-37cbaee92d16" providerId="ADAL" clId="{9502837B-8F74-53C1-96F4-EF5EA3BFABAA}" dt="2025-11-19T16:27:53.959" v="205" actId="26606"/>
          <ac:spMkLst>
            <pc:docMk/>
            <pc:sldMk cId="3416398787" sldId="299"/>
            <ac:spMk id="15" creationId="{063BBA22-50EA-4C4D-BE05-F1CE4E63AA56}"/>
          </ac:spMkLst>
        </pc:spChg>
        <pc:graphicFrameChg chg="add del">
          <ac:chgData name="Paul Imbert" userId="e8865fd8-d22d-4c32-8092-37cbaee92d16" providerId="ADAL" clId="{9502837B-8F74-53C1-96F4-EF5EA3BFABAA}" dt="2025-11-19T16:27:53.948" v="204" actId="26606"/>
          <ac:graphicFrameMkLst>
            <pc:docMk/>
            <pc:sldMk cId="3416398787" sldId="299"/>
            <ac:graphicFrameMk id="5" creationId="{D64C139A-C9A6-036C-A35C-6F961344560F}"/>
          </ac:graphicFrameMkLst>
        </pc:graphicFrameChg>
        <pc:graphicFrameChg chg="add">
          <ac:chgData name="Paul Imbert" userId="e8865fd8-d22d-4c32-8092-37cbaee92d16" providerId="ADAL" clId="{9502837B-8F74-53C1-96F4-EF5EA3BFABAA}" dt="2025-11-19T16:27:53.959" v="205" actId="26606"/>
          <ac:graphicFrameMkLst>
            <pc:docMk/>
            <pc:sldMk cId="3416398787" sldId="299"/>
            <ac:graphicFrameMk id="12" creationId="{26DE4A96-FFC1-BF25-2226-072D986D25D1}"/>
          </ac:graphicFrameMkLst>
        </pc:graphicFrameChg>
        <pc:picChg chg="add del">
          <ac:chgData name="Paul Imbert" userId="e8865fd8-d22d-4c32-8092-37cbaee92d16" providerId="ADAL" clId="{9502837B-8F74-53C1-96F4-EF5EA3BFABAA}" dt="2025-11-19T16:27:53.948" v="204" actId="26606"/>
          <ac:picMkLst>
            <pc:docMk/>
            <pc:sldMk cId="3416398787" sldId="299"/>
            <ac:picMk id="6" creationId="{961BF1B1-DE4E-AA09-B7D5-610B716C81C1}"/>
          </ac:picMkLst>
        </pc:picChg>
      </pc:sldChg>
      <pc:sldChg chg="addSp delSp modSp new mod">
        <pc:chgData name="Paul Imbert" userId="e8865fd8-d22d-4c32-8092-37cbaee92d16" providerId="ADAL" clId="{9502837B-8F74-53C1-96F4-EF5EA3BFABAA}" dt="2025-11-19T16:33:40.612" v="234" actId="1076"/>
        <pc:sldMkLst>
          <pc:docMk/>
          <pc:sldMk cId="284101499" sldId="300"/>
        </pc:sldMkLst>
        <pc:spChg chg="mod">
          <ac:chgData name="Paul Imbert" userId="e8865fd8-d22d-4c32-8092-37cbaee92d16" providerId="ADAL" clId="{9502837B-8F74-53C1-96F4-EF5EA3BFABAA}" dt="2025-11-19T16:28:48.291" v="208" actId="20577"/>
          <ac:spMkLst>
            <pc:docMk/>
            <pc:sldMk cId="284101499" sldId="300"/>
            <ac:spMk id="2" creationId="{54B32F56-95FC-3343-9BBE-0724B8394E1A}"/>
          </ac:spMkLst>
        </pc:spChg>
        <pc:spChg chg="del">
          <ac:chgData name="Paul Imbert" userId="e8865fd8-d22d-4c32-8092-37cbaee92d16" providerId="ADAL" clId="{9502837B-8F74-53C1-96F4-EF5EA3BFABAA}" dt="2025-11-19T16:28:51.479" v="209" actId="478"/>
          <ac:spMkLst>
            <pc:docMk/>
            <pc:sldMk cId="284101499" sldId="300"/>
            <ac:spMk id="3" creationId="{37666BA0-8488-420C-6114-4C4EE66EEAFE}"/>
          </ac:spMkLst>
        </pc:spChg>
        <pc:spChg chg="add mod">
          <ac:chgData name="Paul Imbert" userId="e8865fd8-d22d-4c32-8092-37cbaee92d16" providerId="ADAL" clId="{9502837B-8F74-53C1-96F4-EF5EA3BFABAA}" dt="2025-11-19T16:33:29.976" v="232" actId="1076"/>
          <ac:spMkLst>
            <pc:docMk/>
            <pc:sldMk cId="284101499" sldId="300"/>
            <ac:spMk id="7" creationId="{D9A31320-97F8-06C6-C609-E335F034EBC3}"/>
          </ac:spMkLst>
        </pc:spChg>
        <pc:spChg chg="add mod">
          <ac:chgData name="Paul Imbert" userId="e8865fd8-d22d-4c32-8092-37cbaee92d16" providerId="ADAL" clId="{9502837B-8F74-53C1-96F4-EF5EA3BFABAA}" dt="2025-11-19T16:33:40.612" v="234" actId="1076"/>
          <ac:spMkLst>
            <pc:docMk/>
            <pc:sldMk cId="284101499" sldId="300"/>
            <ac:spMk id="8" creationId="{BBB2A81B-F4C3-D761-334A-8636558E4C35}"/>
          </ac:spMkLst>
        </pc:spChg>
        <pc:picChg chg="add mod">
          <ac:chgData name="Paul Imbert" userId="e8865fd8-d22d-4c32-8092-37cbaee92d16" providerId="ADAL" clId="{9502837B-8F74-53C1-96F4-EF5EA3BFABAA}" dt="2025-11-19T16:33:15.338" v="227" actId="1076"/>
          <ac:picMkLst>
            <pc:docMk/>
            <pc:sldMk cId="284101499" sldId="300"/>
            <ac:picMk id="4" creationId="{59E22A39-7EFC-98E0-DFC2-566FE9F71443}"/>
          </ac:picMkLst>
        </pc:picChg>
        <pc:picChg chg="add del mod">
          <ac:chgData name="Paul Imbert" userId="e8865fd8-d22d-4c32-8092-37cbaee92d16" providerId="ADAL" clId="{9502837B-8F74-53C1-96F4-EF5EA3BFABAA}" dt="2025-11-19T16:31:23.697" v="213" actId="478"/>
          <ac:picMkLst>
            <pc:docMk/>
            <pc:sldMk cId="284101499" sldId="300"/>
            <ac:picMk id="5" creationId="{0E775C47-A970-3AA2-D4FA-E9A50761F925}"/>
          </ac:picMkLst>
        </pc:picChg>
        <pc:picChg chg="add mod">
          <ac:chgData name="Paul Imbert" userId="e8865fd8-d22d-4c32-8092-37cbaee92d16" providerId="ADAL" clId="{9502837B-8F74-53C1-96F4-EF5EA3BFABAA}" dt="2025-11-19T16:33:32.520" v="233" actId="1076"/>
          <ac:picMkLst>
            <pc:docMk/>
            <pc:sldMk cId="284101499" sldId="300"/>
            <ac:picMk id="6" creationId="{40DD9B8D-0553-94C1-8FF5-73B8512EFE01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19T20:42:58.059" v="296" actId="26606"/>
        <pc:sldMkLst>
          <pc:docMk/>
          <pc:sldMk cId="2130839584" sldId="301"/>
        </pc:sldMkLst>
        <pc:spChg chg="mod">
          <ac:chgData name="Paul Imbert" userId="e8865fd8-d22d-4c32-8092-37cbaee92d16" providerId="ADAL" clId="{9502837B-8F74-53C1-96F4-EF5EA3BFABAA}" dt="2025-11-19T20:41:06.656" v="281" actId="26606"/>
          <ac:spMkLst>
            <pc:docMk/>
            <pc:sldMk cId="2130839584" sldId="301"/>
            <ac:spMk id="2" creationId="{CF0233AA-BF0A-5A1F-0829-1606A3B18DCF}"/>
          </ac:spMkLst>
        </pc:spChg>
        <pc:spChg chg="mod ord">
          <ac:chgData name="Paul Imbert" userId="e8865fd8-d22d-4c32-8092-37cbaee92d16" providerId="ADAL" clId="{9502837B-8F74-53C1-96F4-EF5EA3BFABAA}" dt="2025-11-19T20:42:58.059" v="296" actId="26606"/>
          <ac:spMkLst>
            <pc:docMk/>
            <pc:sldMk cId="2130839584" sldId="301"/>
            <ac:spMk id="3" creationId="{3090705D-AB95-EF7C-205E-CBDFB99A78C1}"/>
          </ac:spMkLst>
        </pc:spChg>
        <pc:spChg chg="add del">
          <ac:chgData name="Paul Imbert" userId="e8865fd8-d22d-4c32-8092-37cbaee92d16" providerId="ADAL" clId="{9502837B-8F74-53C1-96F4-EF5EA3BFABAA}" dt="2025-11-19T16:38:48.469" v="262" actId="22"/>
          <ac:spMkLst>
            <pc:docMk/>
            <pc:sldMk cId="2130839584" sldId="301"/>
            <ac:spMk id="5" creationId="{96A6C162-2B16-28CC-91AA-71380738A5A2}"/>
          </ac:spMkLst>
        </pc:spChg>
        <pc:picChg chg="add del mod">
          <ac:chgData name="Paul Imbert" userId="e8865fd8-d22d-4c32-8092-37cbaee92d16" providerId="ADAL" clId="{9502837B-8F74-53C1-96F4-EF5EA3BFABAA}" dt="2025-11-19T20:40:36.104" v="276" actId="478"/>
          <ac:picMkLst>
            <pc:docMk/>
            <pc:sldMk cId="2130839584" sldId="301"/>
            <ac:picMk id="6" creationId="{78C30C0E-1E1D-21BC-FC41-A6D6E354F221}"/>
          </ac:picMkLst>
        </pc:picChg>
        <pc:picChg chg="add mod">
          <ac:chgData name="Paul Imbert" userId="e8865fd8-d22d-4c32-8092-37cbaee92d16" providerId="ADAL" clId="{9502837B-8F74-53C1-96F4-EF5EA3BFABAA}" dt="2025-11-19T20:41:28.709" v="285" actId="14100"/>
          <ac:picMkLst>
            <pc:docMk/>
            <pc:sldMk cId="2130839584" sldId="301"/>
            <ac:picMk id="7" creationId="{B9EEE386-12E2-BE67-67E9-FA0F9E70AD70}"/>
          </ac:picMkLst>
        </pc:picChg>
        <pc:cxnChg chg="add del">
          <ac:chgData name="Paul Imbert" userId="e8865fd8-d22d-4c32-8092-37cbaee92d16" providerId="ADAL" clId="{9502837B-8F74-53C1-96F4-EF5EA3BFABAA}" dt="2025-11-19T20:41:06.656" v="281" actId="26606"/>
          <ac:cxnSpMkLst>
            <pc:docMk/>
            <pc:sldMk cId="2130839584" sldId="301"/>
            <ac:cxnSpMk id="11" creationId="{FC23E3B9-5ABF-58B3-E2B0-E9A5DAA90037}"/>
          </ac:cxnSpMkLst>
        </pc:cxnChg>
        <pc:cxnChg chg="add del">
          <ac:chgData name="Paul Imbert" userId="e8865fd8-d22d-4c32-8092-37cbaee92d16" providerId="ADAL" clId="{9502837B-8F74-53C1-96F4-EF5EA3BFABAA}" dt="2025-11-19T20:40:48.237" v="279" actId="26606"/>
          <ac:cxnSpMkLst>
            <pc:docMk/>
            <pc:sldMk cId="2130839584" sldId="301"/>
            <ac:cxnSpMk id="16" creationId="{FC23E3B9-5ABF-58B3-E2B0-E9A5DAA90037}"/>
          </ac:cxnSpMkLst>
        </pc:cxnChg>
      </pc:sldChg>
      <pc:sldChg chg="addSp delSp modSp new mod setBg addAnim">
        <pc:chgData name="Paul Imbert" userId="e8865fd8-d22d-4c32-8092-37cbaee92d16" providerId="ADAL" clId="{9502837B-8F74-53C1-96F4-EF5EA3BFABAA}" dt="2025-11-19T20:49:09.100" v="304"/>
        <pc:sldMkLst>
          <pc:docMk/>
          <pc:sldMk cId="408009868" sldId="302"/>
        </pc:sldMkLst>
        <pc:spChg chg="mod">
          <ac:chgData name="Paul Imbert" userId="e8865fd8-d22d-4c32-8092-37cbaee92d16" providerId="ADAL" clId="{9502837B-8F74-53C1-96F4-EF5EA3BFABAA}" dt="2025-11-19T20:49:09.099" v="303" actId="26606"/>
          <ac:spMkLst>
            <pc:docMk/>
            <pc:sldMk cId="408009868" sldId="302"/>
            <ac:spMk id="2" creationId="{594EFFE2-414D-CE48-EC77-4E3DEB04179C}"/>
          </ac:spMkLst>
        </pc:spChg>
        <pc:spChg chg="mod ord">
          <ac:chgData name="Paul Imbert" userId="e8865fd8-d22d-4c32-8092-37cbaee92d16" providerId="ADAL" clId="{9502837B-8F74-53C1-96F4-EF5EA3BFABAA}" dt="2025-11-19T20:49:09.099" v="303" actId="26606"/>
          <ac:spMkLst>
            <pc:docMk/>
            <pc:sldMk cId="408009868" sldId="302"/>
            <ac:spMk id="3" creationId="{CFCBA39B-BFCE-DEB9-0DFB-0E905A8EED16}"/>
          </ac:spMkLst>
        </pc:spChg>
        <pc:spChg chg="add del">
          <ac:chgData name="Paul Imbert" userId="e8865fd8-d22d-4c32-8092-37cbaee92d16" providerId="ADAL" clId="{9502837B-8F74-53C1-96F4-EF5EA3BFABAA}" dt="2025-11-19T20:49:09.096" v="302" actId="26606"/>
          <ac:spMkLst>
            <pc:docMk/>
            <pc:sldMk cId="408009868" sldId="302"/>
            <ac:spMk id="14" creationId="{32AEEBC8-9D30-42EF-95F2-386C2653FBF0}"/>
          </ac:spMkLst>
        </pc:spChg>
        <pc:spChg chg="add del">
          <ac:chgData name="Paul Imbert" userId="e8865fd8-d22d-4c32-8092-37cbaee92d16" providerId="ADAL" clId="{9502837B-8F74-53C1-96F4-EF5EA3BFABAA}" dt="2025-11-19T20:49:09.096" v="302" actId="26606"/>
          <ac:spMkLst>
            <pc:docMk/>
            <pc:sldMk cId="408009868" sldId="302"/>
            <ac:spMk id="16" creationId="{2E92FA66-67D7-4CB4-94D3-E643A9AD4757}"/>
          </ac:spMkLst>
        </pc:spChg>
        <pc:picChg chg="add del mod">
          <ac:chgData name="Paul Imbert" userId="e8865fd8-d22d-4c32-8092-37cbaee92d16" providerId="ADAL" clId="{9502837B-8F74-53C1-96F4-EF5EA3BFABAA}" dt="2025-11-19T20:45:00.852" v="298" actId="478"/>
          <ac:picMkLst>
            <pc:docMk/>
            <pc:sldMk cId="408009868" sldId="302"/>
            <ac:picMk id="4" creationId="{C7BA3C18-6F2F-BF07-C9C5-CC75C7E4796D}"/>
          </ac:picMkLst>
        </pc:picChg>
        <pc:picChg chg="add mod">
          <ac:chgData name="Paul Imbert" userId="e8865fd8-d22d-4c32-8092-37cbaee92d16" providerId="ADAL" clId="{9502837B-8F74-53C1-96F4-EF5EA3BFABAA}" dt="2025-11-19T20:49:09.099" v="303" actId="26606"/>
          <ac:picMkLst>
            <pc:docMk/>
            <pc:sldMk cId="408009868" sldId="302"/>
            <ac:picMk id="5" creationId="{620B9668-A896-055A-1A9C-F0C4B2155911}"/>
          </ac:picMkLst>
        </pc:picChg>
        <pc:cxnChg chg="add del">
          <ac:chgData name="Paul Imbert" userId="e8865fd8-d22d-4c32-8092-37cbaee92d16" providerId="ADAL" clId="{9502837B-8F74-53C1-96F4-EF5EA3BFABAA}" dt="2025-11-19T20:49:09.099" v="303" actId="26606"/>
          <ac:cxnSpMkLst>
            <pc:docMk/>
            <pc:sldMk cId="408009868" sldId="302"/>
            <ac:cxnSpMk id="9" creationId="{B7952C56-EE0E-C94A-9A44-E17DD73E845D}"/>
          </ac:cxnSpMkLst>
        </pc:cxnChg>
      </pc:sldChg>
      <pc:sldChg chg="addSp delSp modSp add mod setBg">
        <pc:chgData name="Paul Imbert" userId="e8865fd8-d22d-4c32-8092-37cbaee92d16" providerId="ADAL" clId="{9502837B-8F74-53C1-96F4-EF5EA3BFABAA}" dt="2025-11-19T20:50:23.473" v="309" actId="26606"/>
        <pc:sldMkLst>
          <pc:docMk/>
          <pc:sldMk cId="1725921471" sldId="303"/>
        </pc:sldMkLst>
        <pc:spChg chg="ord">
          <ac:chgData name="Paul Imbert" userId="e8865fd8-d22d-4c32-8092-37cbaee92d16" providerId="ADAL" clId="{9502837B-8F74-53C1-96F4-EF5EA3BFABAA}" dt="2025-11-19T20:50:23.473" v="309" actId="26606"/>
          <ac:spMkLst>
            <pc:docMk/>
            <pc:sldMk cId="1725921471" sldId="303"/>
            <ac:spMk id="3" creationId="{01531E6B-8881-7625-FDF3-1251C8E43361}"/>
          </ac:spMkLst>
        </pc:spChg>
        <pc:picChg chg="add mod">
          <ac:chgData name="Paul Imbert" userId="e8865fd8-d22d-4c32-8092-37cbaee92d16" providerId="ADAL" clId="{9502837B-8F74-53C1-96F4-EF5EA3BFABAA}" dt="2025-11-19T20:50:23.473" v="309" actId="26606"/>
          <ac:picMkLst>
            <pc:docMk/>
            <pc:sldMk cId="1725921471" sldId="303"/>
            <ac:picMk id="4" creationId="{8E9B643D-D7C1-2AD3-5DBF-D6690D944798}"/>
          </ac:picMkLst>
        </pc:picChg>
        <pc:picChg chg="del mod">
          <ac:chgData name="Paul Imbert" userId="e8865fd8-d22d-4c32-8092-37cbaee92d16" providerId="ADAL" clId="{9502837B-8F74-53C1-96F4-EF5EA3BFABAA}" dt="2025-11-19T20:50:18.259" v="307" actId="478"/>
          <ac:picMkLst>
            <pc:docMk/>
            <pc:sldMk cId="1725921471" sldId="303"/>
            <ac:picMk id="5" creationId="{6C435132-FF3A-8D53-6329-57560375F91F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19T20:52:01.410" v="341" actId="26606"/>
        <pc:sldMkLst>
          <pc:docMk/>
          <pc:sldMk cId="617209124" sldId="304"/>
        </pc:sldMkLst>
        <pc:spChg chg="mod">
          <ac:chgData name="Paul Imbert" userId="e8865fd8-d22d-4c32-8092-37cbaee92d16" providerId="ADAL" clId="{9502837B-8F74-53C1-96F4-EF5EA3BFABAA}" dt="2025-11-19T20:52:01.410" v="341" actId="26606"/>
          <ac:spMkLst>
            <pc:docMk/>
            <pc:sldMk cId="617209124" sldId="304"/>
            <ac:spMk id="2" creationId="{9C9BB20E-3B0D-45DE-C8ED-0E7F3C795C0E}"/>
          </ac:spMkLst>
        </pc:spChg>
        <pc:spChg chg="del">
          <ac:chgData name="Paul Imbert" userId="e8865fd8-d22d-4c32-8092-37cbaee92d16" providerId="ADAL" clId="{9502837B-8F74-53C1-96F4-EF5EA3BFABAA}" dt="2025-11-19T20:51:57.060" v="339" actId="478"/>
          <ac:spMkLst>
            <pc:docMk/>
            <pc:sldMk cId="617209124" sldId="304"/>
            <ac:spMk id="3" creationId="{0A250938-1783-2992-A024-CA8D2A53F8E2}"/>
          </ac:spMkLst>
        </pc:spChg>
        <pc:spChg chg="add">
          <ac:chgData name="Paul Imbert" userId="e8865fd8-d22d-4c32-8092-37cbaee92d16" providerId="ADAL" clId="{9502837B-8F74-53C1-96F4-EF5EA3BFABAA}" dt="2025-11-19T20:52:01.410" v="341" actId="26606"/>
          <ac:spMkLst>
            <pc:docMk/>
            <pc:sldMk cId="617209124" sldId="304"/>
            <ac:spMk id="9" creationId="{A4AC5506-6312-4701-8D3C-40187889A947}"/>
          </ac:spMkLst>
        </pc:spChg>
        <pc:picChg chg="add mod">
          <ac:chgData name="Paul Imbert" userId="e8865fd8-d22d-4c32-8092-37cbaee92d16" providerId="ADAL" clId="{9502837B-8F74-53C1-96F4-EF5EA3BFABAA}" dt="2025-11-19T20:52:01.410" v="341" actId="26606"/>
          <ac:picMkLst>
            <pc:docMk/>
            <pc:sldMk cId="617209124" sldId="304"/>
            <ac:picMk id="4" creationId="{899D7F51-8606-EA4D-C311-BF5A8B0912D2}"/>
          </ac:picMkLst>
        </pc:picChg>
      </pc:sldChg>
      <pc:sldChg chg="addSp delSp modSp add mod setBg">
        <pc:chgData name="Paul Imbert" userId="e8865fd8-d22d-4c32-8092-37cbaee92d16" providerId="ADAL" clId="{9502837B-8F74-53C1-96F4-EF5EA3BFABAA}" dt="2025-11-19T20:54:08.548" v="353" actId="27636"/>
        <pc:sldMkLst>
          <pc:docMk/>
          <pc:sldMk cId="236679451" sldId="305"/>
        </pc:sldMkLst>
        <pc:spChg chg="mod">
          <ac:chgData name="Paul Imbert" userId="e8865fd8-d22d-4c32-8092-37cbaee92d16" providerId="ADAL" clId="{9502837B-8F74-53C1-96F4-EF5EA3BFABAA}" dt="2025-11-19T20:54:08.548" v="353" actId="27636"/>
          <ac:spMkLst>
            <pc:docMk/>
            <pc:sldMk cId="236679451" sldId="305"/>
            <ac:spMk id="2" creationId="{ADCB92B4-A933-B568-BA3C-7892FF87952E}"/>
          </ac:spMkLst>
        </pc:spChg>
        <pc:spChg chg="mod">
          <ac:chgData name="Paul Imbert" userId="e8865fd8-d22d-4c32-8092-37cbaee92d16" providerId="ADAL" clId="{9502837B-8F74-53C1-96F4-EF5EA3BFABAA}" dt="2025-11-19T20:54:08.540" v="352" actId="26606"/>
          <ac:spMkLst>
            <pc:docMk/>
            <pc:sldMk cId="236679451" sldId="305"/>
            <ac:spMk id="3" creationId="{9DEA7677-A861-30C2-D189-98D660117F4C}"/>
          </ac:spMkLst>
        </pc:spChg>
        <pc:spChg chg="add del">
          <ac:chgData name="Paul Imbert" userId="e8865fd8-d22d-4c32-8092-37cbaee92d16" providerId="ADAL" clId="{9502837B-8F74-53C1-96F4-EF5EA3BFABAA}" dt="2025-11-19T20:53:59.401" v="350" actId="26606"/>
          <ac:spMkLst>
            <pc:docMk/>
            <pc:sldMk cId="236679451" sldId="305"/>
            <ac:spMk id="10" creationId="{32AEEBC8-9D30-42EF-95F2-386C2653FBF0}"/>
          </ac:spMkLst>
        </pc:spChg>
        <pc:spChg chg="add del">
          <ac:chgData name="Paul Imbert" userId="e8865fd8-d22d-4c32-8092-37cbaee92d16" providerId="ADAL" clId="{9502837B-8F74-53C1-96F4-EF5EA3BFABAA}" dt="2025-11-19T20:53:59.401" v="350" actId="26606"/>
          <ac:spMkLst>
            <pc:docMk/>
            <pc:sldMk cId="236679451" sldId="305"/>
            <ac:spMk id="12" creationId="{2E92FA66-67D7-4CB4-94D3-E643A9AD4757}"/>
          </ac:spMkLst>
        </pc:spChg>
        <pc:spChg chg="add del">
          <ac:chgData name="Paul Imbert" userId="e8865fd8-d22d-4c32-8092-37cbaee92d16" providerId="ADAL" clId="{9502837B-8F74-53C1-96F4-EF5EA3BFABAA}" dt="2025-11-19T20:54:08.540" v="352" actId="26606"/>
          <ac:spMkLst>
            <pc:docMk/>
            <pc:sldMk cId="236679451" sldId="305"/>
            <ac:spMk id="17" creationId="{32AEEBC8-9D30-42EF-95F2-386C2653FBF0}"/>
          </ac:spMkLst>
        </pc:spChg>
        <pc:spChg chg="add del">
          <ac:chgData name="Paul Imbert" userId="e8865fd8-d22d-4c32-8092-37cbaee92d16" providerId="ADAL" clId="{9502837B-8F74-53C1-96F4-EF5EA3BFABAA}" dt="2025-11-19T20:54:08.540" v="352" actId="26606"/>
          <ac:spMkLst>
            <pc:docMk/>
            <pc:sldMk cId="236679451" sldId="305"/>
            <ac:spMk id="19" creationId="{2E92FA66-67D7-4CB4-94D3-E643A9AD4757}"/>
          </ac:spMkLst>
        </pc:spChg>
        <pc:spChg chg="add">
          <ac:chgData name="Paul Imbert" userId="e8865fd8-d22d-4c32-8092-37cbaee92d16" providerId="ADAL" clId="{9502837B-8F74-53C1-96F4-EF5EA3BFABAA}" dt="2025-11-19T20:54:08.540" v="352" actId="26606"/>
          <ac:spMkLst>
            <pc:docMk/>
            <pc:sldMk cId="236679451" sldId="305"/>
            <ac:spMk id="24" creationId="{665DBBEF-238B-476B-96AB-8AAC3224ECEA}"/>
          </ac:spMkLst>
        </pc:spChg>
        <pc:spChg chg="add">
          <ac:chgData name="Paul Imbert" userId="e8865fd8-d22d-4c32-8092-37cbaee92d16" providerId="ADAL" clId="{9502837B-8F74-53C1-96F4-EF5EA3BFABAA}" dt="2025-11-19T20:54:08.540" v="352" actId="26606"/>
          <ac:spMkLst>
            <pc:docMk/>
            <pc:sldMk cId="236679451" sldId="305"/>
            <ac:spMk id="26" creationId="{3FCFB1DE-0B7E-48CC-BA90-B2AB0889F9D6}"/>
          </ac:spMkLst>
        </pc:spChg>
        <pc:picChg chg="del">
          <ac:chgData name="Paul Imbert" userId="e8865fd8-d22d-4c32-8092-37cbaee92d16" providerId="ADAL" clId="{9502837B-8F74-53C1-96F4-EF5EA3BFABAA}" dt="2025-11-19T20:53:02.617" v="343" actId="478"/>
          <ac:picMkLst>
            <pc:docMk/>
            <pc:sldMk cId="236679451" sldId="305"/>
            <ac:picMk id="4" creationId="{AB2846D2-481E-0BE5-6C4A-14F96596F38F}"/>
          </ac:picMkLst>
        </pc:picChg>
        <pc:picChg chg="add mod">
          <ac:chgData name="Paul Imbert" userId="e8865fd8-d22d-4c32-8092-37cbaee92d16" providerId="ADAL" clId="{9502837B-8F74-53C1-96F4-EF5EA3BFABAA}" dt="2025-11-19T20:54:08.540" v="352" actId="26606"/>
          <ac:picMkLst>
            <pc:docMk/>
            <pc:sldMk cId="236679451" sldId="305"/>
            <ac:picMk id="5" creationId="{6ADA273B-984B-6F68-D181-DB37102647A9}"/>
          </ac:picMkLst>
        </pc:picChg>
      </pc:sldChg>
      <pc:sldChg chg="new del">
        <pc:chgData name="Paul Imbert" userId="e8865fd8-d22d-4c32-8092-37cbaee92d16" providerId="ADAL" clId="{9502837B-8F74-53C1-96F4-EF5EA3BFABAA}" dt="2025-11-19T22:10:22.255" v="357" actId="2696"/>
        <pc:sldMkLst>
          <pc:docMk/>
          <pc:sldMk cId="1979565431" sldId="306"/>
        </pc:sldMkLst>
      </pc:sldChg>
      <pc:sldChg chg="addSp delSp modSp new mod setBg">
        <pc:chgData name="Paul Imbert" userId="e8865fd8-d22d-4c32-8092-37cbaee92d16" providerId="ADAL" clId="{9502837B-8F74-53C1-96F4-EF5EA3BFABAA}" dt="2025-11-19T22:11:41.577" v="380" actId="26606"/>
        <pc:sldMkLst>
          <pc:docMk/>
          <pc:sldMk cId="2389172908" sldId="306"/>
        </pc:sldMkLst>
        <pc:spChg chg="mod">
          <ac:chgData name="Paul Imbert" userId="e8865fd8-d22d-4c32-8092-37cbaee92d16" providerId="ADAL" clId="{9502837B-8F74-53C1-96F4-EF5EA3BFABAA}" dt="2025-11-19T22:11:41.577" v="380" actId="26606"/>
          <ac:spMkLst>
            <pc:docMk/>
            <pc:sldMk cId="2389172908" sldId="306"/>
            <ac:spMk id="2" creationId="{83119A96-A912-37A3-407B-545ED79924B9}"/>
          </ac:spMkLst>
        </pc:spChg>
        <pc:spChg chg="add del mod ord">
          <ac:chgData name="Paul Imbert" userId="e8865fd8-d22d-4c32-8092-37cbaee92d16" providerId="ADAL" clId="{9502837B-8F74-53C1-96F4-EF5EA3BFABAA}" dt="2025-11-19T22:11:41.577" v="380" actId="26606"/>
          <ac:spMkLst>
            <pc:docMk/>
            <pc:sldMk cId="2389172908" sldId="306"/>
            <ac:spMk id="3" creationId="{021ABA0A-6276-4CF5-3F49-1D4B120BADF4}"/>
          </ac:spMkLst>
        </pc:spChg>
        <pc:picChg chg="add mod">
          <ac:chgData name="Paul Imbert" userId="e8865fd8-d22d-4c32-8092-37cbaee92d16" providerId="ADAL" clId="{9502837B-8F74-53C1-96F4-EF5EA3BFABAA}" dt="2025-11-19T22:11:41.577" v="380" actId="26606"/>
          <ac:picMkLst>
            <pc:docMk/>
            <pc:sldMk cId="2389172908" sldId="306"/>
            <ac:picMk id="4" creationId="{ABE9214B-8685-98C6-F194-9CE0E4ED56A0}"/>
          </ac:picMkLst>
        </pc:picChg>
        <pc:picChg chg="add mod">
          <ac:chgData name="Paul Imbert" userId="e8865fd8-d22d-4c32-8092-37cbaee92d16" providerId="ADAL" clId="{9502837B-8F74-53C1-96F4-EF5EA3BFABAA}" dt="2025-11-19T22:11:32.920" v="376"/>
          <ac:picMkLst>
            <pc:docMk/>
            <pc:sldMk cId="2389172908" sldId="306"/>
            <ac:picMk id="5" creationId="{0DA89816-44FB-01B3-1373-2DED4473B8B0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19T22:14:05.882" v="390" actId="26606"/>
        <pc:sldMkLst>
          <pc:docMk/>
          <pc:sldMk cId="1877893112" sldId="307"/>
        </pc:sldMkLst>
        <pc:spChg chg="mod">
          <ac:chgData name="Paul Imbert" userId="e8865fd8-d22d-4c32-8092-37cbaee92d16" providerId="ADAL" clId="{9502837B-8F74-53C1-96F4-EF5EA3BFABAA}" dt="2025-11-19T22:14:05.882" v="390" actId="26606"/>
          <ac:spMkLst>
            <pc:docMk/>
            <pc:sldMk cId="1877893112" sldId="307"/>
            <ac:spMk id="2" creationId="{2AB45636-A3BB-C4A1-C249-812E178049CD}"/>
          </ac:spMkLst>
        </pc:spChg>
        <pc:spChg chg="del">
          <ac:chgData name="Paul Imbert" userId="e8865fd8-d22d-4c32-8092-37cbaee92d16" providerId="ADAL" clId="{9502837B-8F74-53C1-96F4-EF5EA3BFABAA}" dt="2025-11-19T22:13:59.847" v="389" actId="478"/>
          <ac:spMkLst>
            <pc:docMk/>
            <pc:sldMk cId="1877893112" sldId="307"/>
            <ac:spMk id="3" creationId="{96093216-0DE6-613F-280B-9B136D2EBF2E}"/>
          </ac:spMkLst>
        </pc:spChg>
        <pc:spChg chg="add">
          <ac:chgData name="Paul Imbert" userId="e8865fd8-d22d-4c32-8092-37cbaee92d16" providerId="ADAL" clId="{9502837B-8F74-53C1-96F4-EF5EA3BFABAA}" dt="2025-11-19T22:14:05.882" v="390" actId="26606"/>
          <ac:spMkLst>
            <pc:docMk/>
            <pc:sldMk cId="1877893112" sldId="307"/>
            <ac:spMk id="9" creationId="{A4AC5506-6312-4701-8D3C-40187889A947}"/>
          </ac:spMkLst>
        </pc:spChg>
        <pc:picChg chg="add mod">
          <ac:chgData name="Paul Imbert" userId="e8865fd8-d22d-4c32-8092-37cbaee92d16" providerId="ADAL" clId="{9502837B-8F74-53C1-96F4-EF5EA3BFABAA}" dt="2025-11-19T22:14:05.882" v="390" actId="26606"/>
          <ac:picMkLst>
            <pc:docMk/>
            <pc:sldMk cId="1877893112" sldId="307"/>
            <ac:picMk id="4" creationId="{160A16FE-5EEF-69C0-60A9-B24AB70F0AB1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19T22:15:43.869" v="402" actId="26606"/>
        <pc:sldMkLst>
          <pc:docMk/>
          <pc:sldMk cId="3995264426" sldId="308"/>
        </pc:sldMkLst>
        <pc:spChg chg="mod">
          <ac:chgData name="Paul Imbert" userId="e8865fd8-d22d-4c32-8092-37cbaee92d16" providerId="ADAL" clId="{9502837B-8F74-53C1-96F4-EF5EA3BFABAA}" dt="2025-11-19T22:15:43.869" v="402" actId="26606"/>
          <ac:spMkLst>
            <pc:docMk/>
            <pc:sldMk cId="3995264426" sldId="308"/>
            <ac:spMk id="2" creationId="{CBE71411-B082-EE08-7423-D5C0EAC9A297}"/>
          </ac:spMkLst>
        </pc:spChg>
        <pc:spChg chg="del">
          <ac:chgData name="Paul Imbert" userId="e8865fd8-d22d-4c32-8092-37cbaee92d16" providerId="ADAL" clId="{9502837B-8F74-53C1-96F4-EF5EA3BFABAA}" dt="2025-11-19T22:15:27.273" v="400" actId="478"/>
          <ac:spMkLst>
            <pc:docMk/>
            <pc:sldMk cId="3995264426" sldId="308"/>
            <ac:spMk id="3" creationId="{0CA8FB3D-B794-4EF9-3F2D-B62254E23C4E}"/>
          </ac:spMkLst>
        </pc:spChg>
        <pc:spChg chg="add">
          <ac:chgData name="Paul Imbert" userId="e8865fd8-d22d-4c32-8092-37cbaee92d16" providerId="ADAL" clId="{9502837B-8F74-53C1-96F4-EF5EA3BFABAA}" dt="2025-11-19T22:15:43.869" v="402" actId="26606"/>
          <ac:spMkLst>
            <pc:docMk/>
            <pc:sldMk cId="3995264426" sldId="308"/>
            <ac:spMk id="10" creationId="{A4AC5506-6312-4701-8D3C-40187889A947}"/>
          </ac:spMkLst>
        </pc:spChg>
        <pc:picChg chg="add">
          <ac:chgData name="Paul Imbert" userId="e8865fd8-d22d-4c32-8092-37cbaee92d16" providerId="ADAL" clId="{9502837B-8F74-53C1-96F4-EF5EA3BFABAA}" dt="2025-11-19T22:14:39.398" v="392"/>
          <ac:picMkLst>
            <pc:docMk/>
            <pc:sldMk cId="3995264426" sldId="308"/>
            <ac:picMk id="4" creationId="{95688067-4AF5-529F-C66B-E1E539F5C51E}"/>
          </ac:picMkLst>
        </pc:picChg>
        <pc:picChg chg="add mod">
          <ac:chgData name="Paul Imbert" userId="e8865fd8-d22d-4c32-8092-37cbaee92d16" providerId="ADAL" clId="{9502837B-8F74-53C1-96F4-EF5EA3BFABAA}" dt="2025-11-19T22:15:43.869" v="402" actId="26606"/>
          <ac:picMkLst>
            <pc:docMk/>
            <pc:sldMk cId="3995264426" sldId="308"/>
            <ac:picMk id="5" creationId="{405850A9-3611-4990-056D-AA04CEDA9F5E}"/>
          </ac:picMkLst>
        </pc:picChg>
      </pc:sldChg>
      <pc:sldChg chg="addSp modSp new mod setBg">
        <pc:chgData name="Paul Imbert" userId="e8865fd8-d22d-4c32-8092-37cbaee92d16" providerId="ADAL" clId="{9502837B-8F74-53C1-96F4-EF5EA3BFABAA}" dt="2025-11-19T22:17:24.450" v="418" actId="26606"/>
        <pc:sldMkLst>
          <pc:docMk/>
          <pc:sldMk cId="365769084" sldId="309"/>
        </pc:sldMkLst>
        <pc:spChg chg="mod">
          <ac:chgData name="Paul Imbert" userId="e8865fd8-d22d-4c32-8092-37cbaee92d16" providerId="ADAL" clId="{9502837B-8F74-53C1-96F4-EF5EA3BFABAA}" dt="2025-11-19T22:17:24.450" v="418" actId="26606"/>
          <ac:spMkLst>
            <pc:docMk/>
            <pc:sldMk cId="365769084" sldId="309"/>
            <ac:spMk id="2" creationId="{09BC4CDF-DF6A-31AC-DEDA-6F2976280884}"/>
          </ac:spMkLst>
        </pc:spChg>
        <pc:spChg chg="mod">
          <ac:chgData name="Paul Imbert" userId="e8865fd8-d22d-4c32-8092-37cbaee92d16" providerId="ADAL" clId="{9502837B-8F74-53C1-96F4-EF5EA3BFABAA}" dt="2025-11-19T22:17:24.450" v="418" actId="26606"/>
          <ac:spMkLst>
            <pc:docMk/>
            <pc:sldMk cId="365769084" sldId="309"/>
            <ac:spMk id="3" creationId="{634A4E80-1A27-A0B5-7544-8C298387E015}"/>
          </ac:spMkLst>
        </pc:spChg>
        <pc:spChg chg="add">
          <ac:chgData name="Paul Imbert" userId="e8865fd8-d22d-4c32-8092-37cbaee92d16" providerId="ADAL" clId="{9502837B-8F74-53C1-96F4-EF5EA3BFABAA}" dt="2025-11-19T22:17:24.450" v="418" actId="26606"/>
          <ac:spMkLst>
            <pc:docMk/>
            <pc:sldMk cId="365769084" sldId="309"/>
            <ac:spMk id="11" creationId="{32AEEBC8-9D30-42EF-95F2-386C2653FBF0}"/>
          </ac:spMkLst>
        </pc:spChg>
        <pc:spChg chg="add">
          <ac:chgData name="Paul Imbert" userId="e8865fd8-d22d-4c32-8092-37cbaee92d16" providerId="ADAL" clId="{9502837B-8F74-53C1-96F4-EF5EA3BFABAA}" dt="2025-11-19T22:17:24.450" v="418" actId="26606"/>
          <ac:spMkLst>
            <pc:docMk/>
            <pc:sldMk cId="365769084" sldId="309"/>
            <ac:spMk id="13" creationId="{2E92FA66-67D7-4CB4-94D3-E643A9AD4757}"/>
          </ac:spMkLst>
        </pc:spChg>
        <pc:picChg chg="add">
          <ac:chgData name="Paul Imbert" userId="e8865fd8-d22d-4c32-8092-37cbaee92d16" providerId="ADAL" clId="{9502837B-8F74-53C1-96F4-EF5EA3BFABAA}" dt="2025-11-19T22:16:09.414" v="404"/>
          <ac:picMkLst>
            <pc:docMk/>
            <pc:sldMk cId="365769084" sldId="309"/>
            <ac:picMk id="4" creationId="{BE57230F-ED8B-AF46-67C4-441820D0F744}"/>
          </ac:picMkLst>
        </pc:picChg>
        <pc:picChg chg="add mod">
          <ac:chgData name="Paul Imbert" userId="e8865fd8-d22d-4c32-8092-37cbaee92d16" providerId="ADAL" clId="{9502837B-8F74-53C1-96F4-EF5EA3BFABAA}" dt="2025-11-19T22:16:11.499" v="406"/>
          <ac:picMkLst>
            <pc:docMk/>
            <pc:sldMk cId="365769084" sldId="309"/>
            <ac:picMk id="5" creationId="{024DA70A-824C-3514-6541-33A0D4BC3AFD}"/>
          </ac:picMkLst>
        </pc:picChg>
        <pc:picChg chg="add mod">
          <ac:chgData name="Paul Imbert" userId="e8865fd8-d22d-4c32-8092-37cbaee92d16" providerId="ADAL" clId="{9502837B-8F74-53C1-96F4-EF5EA3BFABAA}" dt="2025-11-19T22:17:24.450" v="418" actId="26606"/>
          <ac:picMkLst>
            <pc:docMk/>
            <pc:sldMk cId="365769084" sldId="309"/>
            <ac:picMk id="6" creationId="{6A27898C-28D1-1A9D-BA65-94D554DB249E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19T22:18:25.405" v="429" actId="26606"/>
        <pc:sldMkLst>
          <pc:docMk/>
          <pc:sldMk cId="1351624035" sldId="310"/>
        </pc:sldMkLst>
        <pc:spChg chg="mod">
          <ac:chgData name="Paul Imbert" userId="e8865fd8-d22d-4c32-8092-37cbaee92d16" providerId="ADAL" clId="{9502837B-8F74-53C1-96F4-EF5EA3BFABAA}" dt="2025-11-19T22:18:25.405" v="429" actId="26606"/>
          <ac:spMkLst>
            <pc:docMk/>
            <pc:sldMk cId="1351624035" sldId="310"/>
            <ac:spMk id="2" creationId="{A816DE3A-9F18-374C-209D-D8DA13D160E4}"/>
          </ac:spMkLst>
        </pc:spChg>
        <pc:spChg chg="del mod">
          <ac:chgData name="Paul Imbert" userId="e8865fd8-d22d-4c32-8092-37cbaee92d16" providerId="ADAL" clId="{9502837B-8F74-53C1-96F4-EF5EA3BFABAA}" dt="2025-11-19T22:18:25.405" v="429" actId="26606"/>
          <ac:spMkLst>
            <pc:docMk/>
            <pc:sldMk cId="1351624035" sldId="310"/>
            <ac:spMk id="3" creationId="{66252553-C660-0185-2623-6ED18CEC13B7}"/>
          </ac:spMkLst>
        </pc:spChg>
        <pc:spChg chg="add">
          <ac:chgData name="Paul Imbert" userId="e8865fd8-d22d-4c32-8092-37cbaee92d16" providerId="ADAL" clId="{9502837B-8F74-53C1-96F4-EF5EA3BFABAA}" dt="2025-11-19T22:18:25.405" v="429" actId="26606"/>
          <ac:spMkLst>
            <pc:docMk/>
            <pc:sldMk cId="1351624035" sldId="310"/>
            <ac:spMk id="9" creationId="{BACC6370-2D7E-4714-9D71-7542949D7D5D}"/>
          </ac:spMkLst>
        </pc:spChg>
        <pc:spChg chg="add">
          <ac:chgData name="Paul Imbert" userId="e8865fd8-d22d-4c32-8092-37cbaee92d16" providerId="ADAL" clId="{9502837B-8F74-53C1-96F4-EF5EA3BFABAA}" dt="2025-11-19T22:18:25.405" v="429" actId="26606"/>
          <ac:spMkLst>
            <pc:docMk/>
            <pc:sldMk cId="1351624035" sldId="310"/>
            <ac:spMk id="11" creationId="{F68B3F68-107C-434F-AA38-110D5EA91B85}"/>
          </ac:spMkLst>
        </pc:spChg>
        <pc:spChg chg="add">
          <ac:chgData name="Paul Imbert" userId="e8865fd8-d22d-4c32-8092-37cbaee92d16" providerId="ADAL" clId="{9502837B-8F74-53C1-96F4-EF5EA3BFABAA}" dt="2025-11-19T22:18:25.405" v="429" actId="26606"/>
          <ac:spMkLst>
            <pc:docMk/>
            <pc:sldMk cId="1351624035" sldId="310"/>
            <ac:spMk id="13" creationId="{AAD0DBB9-1A4B-4391-81D4-CB19F9AB918A}"/>
          </ac:spMkLst>
        </pc:spChg>
        <pc:spChg chg="add">
          <ac:chgData name="Paul Imbert" userId="e8865fd8-d22d-4c32-8092-37cbaee92d16" providerId="ADAL" clId="{9502837B-8F74-53C1-96F4-EF5EA3BFABAA}" dt="2025-11-19T22:18:25.405" v="429" actId="26606"/>
          <ac:spMkLst>
            <pc:docMk/>
            <pc:sldMk cId="1351624035" sldId="310"/>
            <ac:spMk id="15" creationId="{063BBA22-50EA-4C4D-BE05-F1CE4E63AA56}"/>
          </ac:spMkLst>
        </pc:spChg>
        <pc:graphicFrameChg chg="add">
          <ac:chgData name="Paul Imbert" userId="e8865fd8-d22d-4c32-8092-37cbaee92d16" providerId="ADAL" clId="{9502837B-8F74-53C1-96F4-EF5EA3BFABAA}" dt="2025-11-19T22:18:25.405" v="429" actId="26606"/>
          <ac:graphicFrameMkLst>
            <pc:docMk/>
            <pc:sldMk cId="1351624035" sldId="310"/>
            <ac:graphicFrameMk id="5" creationId="{256112A0-A495-43B0-19C8-608175386920}"/>
          </ac:graphicFrameMkLst>
        </pc:graphicFrameChg>
      </pc:sldChg>
      <pc:sldChg chg="addSp delSp modSp new mod setBg setClrOvrMap">
        <pc:chgData name="Paul Imbert" userId="e8865fd8-d22d-4c32-8092-37cbaee92d16" providerId="ADAL" clId="{9502837B-8F74-53C1-96F4-EF5EA3BFABAA}" dt="2025-11-19T22:24:16.742" v="440" actId="26606"/>
        <pc:sldMkLst>
          <pc:docMk/>
          <pc:sldMk cId="2328103120" sldId="311"/>
        </pc:sldMkLst>
        <pc:spChg chg="mod">
          <ac:chgData name="Paul Imbert" userId="e8865fd8-d22d-4c32-8092-37cbaee92d16" providerId="ADAL" clId="{9502837B-8F74-53C1-96F4-EF5EA3BFABAA}" dt="2025-11-19T22:24:16.742" v="440" actId="26606"/>
          <ac:spMkLst>
            <pc:docMk/>
            <pc:sldMk cId="2328103120" sldId="311"/>
            <ac:spMk id="2" creationId="{46492A34-58F0-12C2-B943-E4F6D272A1D7}"/>
          </ac:spMkLst>
        </pc:spChg>
        <pc:spChg chg="del mod">
          <ac:chgData name="Paul Imbert" userId="e8865fd8-d22d-4c32-8092-37cbaee92d16" providerId="ADAL" clId="{9502837B-8F74-53C1-96F4-EF5EA3BFABAA}" dt="2025-11-19T22:24:16.742" v="440" actId="26606"/>
          <ac:spMkLst>
            <pc:docMk/>
            <pc:sldMk cId="2328103120" sldId="311"/>
            <ac:spMk id="3" creationId="{916B4E8D-126F-8668-7F2E-58F86C0057DB}"/>
          </ac:spMkLst>
        </pc:spChg>
        <pc:spChg chg="add">
          <ac:chgData name="Paul Imbert" userId="e8865fd8-d22d-4c32-8092-37cbaee92d16" providerId="ADAL" clId="{9502837B-8F74-53C1-96F4-EF5EA3BFABAA}" dt="2025-11-19T22:24:16.742" v="440" actId="26606"/>
          <ac:spMkLst>
            <pc:docMk/>
            <pc:sldMk cId="2328103120" sldId="311"/>
            <ac:spMk id="10" creationId="{9228552E-C8B1-4A80-8448-0787CE0FC704}"/>
          </ac:spMkLst>
        </pc:spChg>
        <pc:graphicFrameChg chg="add">
          <ac:chgData name="Paul Imbert" userId="e8865fd8-d22d-4c32-8092-37cbaee92d16" providerId="ADAL" clId="{9502837B-8F74-53C1-96F4-EF5EA3BFABAA}" dt="2025-11-19T22:24:16.742" v="440" actId="26606"/>
          <ac:graphicFrameMkLst>
            <pc:docMk/>
            <pc:sldMk cId="2328103120" sldId="311"/>
            <ac:graphicFrameMk id="5" creationId="{C1966DE6-71C8-A2B0-F08B-8851DEFFE2BE}"/>
          </ac:graphicFrameMkLst>
        </pc:graphicFrameChg>
        <pc:picChg chg="add">
          <ac:chgData name="Paul Imbert" userId="e8865fd8-d22d-4c32-8092-37cbaee92d16" providerId="ADAL" clId="{9502837B-8F74-53C1-96F4-EF5EA3BFABAA}" dt="2025-11-19T22:24:16.742" v="440" actId="26606"/>
          <ac:picMkLst>
            <pc:docMk/>
            <pc:sldMk cId="2328103120" sldId="311"/>
            <ac:picMk id="6" creationId="{FC9E8D61-9A20-9A5C-EE46-11C2110DFAC4}"/>
          </ac:picMkLst>
        </pc:picChg>
      </pc:sldChg>
      <pc:sldChg chg="addSp modSp new mod setBg">
        <pc:chgData name="Paul Imbert" userId="e8865fd8-d22d-4c32-8092-37cbaee92d16" providerId="ADAL" clId="{9502837B-8F74-53C1-96F4-EF5EA3BFABAA}" dt="2025-11-19T22:38:59.429" v="451" actId="26606"/>
        <pc:sldMkLst>
          <pc:docMk/>
          <pc:sldMk cId="2568716401" sldId="312"/>
        </pc:sldMkLst>
        <pc:spChg chg="mod">
          <ac:chgData name="Paul Imbert" userId="e8865fd8-d22d-4c32-8092-37cbaee92d16" providerId="ADAL" clId="{9502837B-8F74-53C1-96F4-EF5EA3BFABAA}" dt="2025-11-19T22:38:59.429" v="451" actId="26606"/>
          <ac:spMkLst>
            <pc:docMk/>
            <pc:sldMk cId="2568716401" sldId="312"/>
            <ac:spMk id="2" creationId="{41FF0F25-CDB4-85FC-D90D-6C19527F456F}"/>
          </ac:spMkLst>
        </pc:spChg>
        <pc:spChg chg="mod">
          <ac:chgData name="Paul Imbert" userId="e8865fd8-d22d-4c32-8092-37cbaee92d16" providerId="ADAL" clId="{9502837B-8F74-53C1-96F4-EF5EA3BFABAA}" dt="2025-11-19T22:38:59.429" v="451" actId="26606"/>
          <ac:spMkLst>
            <pc:docMk/>
            <pc:sldMk cId="2568716401" sldId="312"/>
            <ac:spMk id="3" creationId="{D19BECB9-9B36-B276-7295-70180D8DA8CB}"/>
          </ac:spMkLst>
        </pc:spChg>
        <pc:spChg chg="add">
          <ac:chgData name="Paul Imbert" userId="e8865fd8-d22d-4c32-8092-37cbaee92d16" providerId="ADAL" clId="{9502837B-8F74-53C1-96F4-EF5EA3BFABAA}" dt="2025-11-19T22:38:59.429" v="451" actId="26606"/>
          <ac:spMkLst>
            <pc:docMk/>
            <pc:sldMk cId="2568716401" sldId="312"/>
            <ac:spMk id="9" creationId="{2B97F24A-32CE-4C1C-A50D-3016B394DCFB}"/>
          </ac:spMkLst>
        </pc:spChg>
        <pc:spChg chg="add">
          <ac:chgData name="Paul Imbert" userId="e8865fd8-d22d-4c32-8092-37cbaee92d16" providerId="ADAL" clId="{9502837B-8F74-53C1-96F4-EF5EA3BFABAA}" dt="2025-11-19T22:38:59.429" v="451" actId="26606"/>
          <ac:spMkLst>
            <pc:docMk/>
            <pc:sldMk cId="2568716401" sldId="312"/>
            <ac:spMk id="11" creationId="{CD8B4F24-440B-49E9-B85D-733523DC064B}"/>
          </ac:spMkLst>
        </pc:spChg>
        <pc:picChg chg="add mod">
          <ac:chgData name="Paul Imbert" userId="e8865fd8-d22d-4c32-8092-37cbaee92d16" providerId="ADAL" clId="{9502837B-8F74-53C1-96F4-EF5EA3BFABAA}" dt="2025-11-19T22:38:59.429" v="451" actId="26606"/>
          <ac:picMkLst>
            <pc:docMk/>
            <pc:sldMk cId="2568716401" sldId="312"/>
            <ac:picMk id="4" creationId="{81707D22-2E58-080D-EC96-CD81B7C4AD92}"/>
          </ac:picMkLst>
        </pc:picChg>
      </pc:sldChg>
      <pc:sldChg chg="new del">
        <pc:chgData name="Paul Imbert" userId="e8865fd8-d22d-4c32-8092-37cbaee92d16" providerId="ADAL" clId="{9502837B-8F74-53C1-96F4-EF5EA3BFABAA}" dt="2025-11-19T22:37:44.366" v="442" actId="2696"/>
        <pc:sldMkLst>
          <pc:docMk/>
          <pc:sldMk cId="4196910290" sldId="312"/>
        </pc:sldMkLst>
      </pc:sldChg>
      <pc:sldChg chg="addSp delSp modSp new mod setBg">
        <pc:chgData name="Paul Imbert" userId="e8865fd8-d22d-4c32-8092-37cbaee92d16" providerId="ADAL" clId="{9502837B-8F74-53C1-96F4-EF5EA3BFABAA}" dt="2025-11-19T22:40:41.266" v="477" actId="26606"/>
        <pc:sldMkLst>
          <pc:docMk/>
          <pc:sldMk cId="551148057" sldId="313"/>
        </pc:sldMkLst>
        <pc:spChg chg="mod">
          <ac:chgData name="Paul Imbert" userId="e8865fd8-d22d-4c32-8092-37cbaee92d16" providerId="ADAL" clId="{9502837B-8F74-53C1-96F4-EF5EA3BFABAA}" dt="2025-11-19T22:40:41.266" v="477" actId="26606"/>
          <ac:spMkLst>
            <pc:docMk/>
            <pc:sldMk cId="551148057" sldId="313"/>
            <ac:spMk id="2" creationId="{DC1A098F-AF12-A92F-FA91-359119485467}"/>
          </ac:spMkLst>
        </pc:spChg>
        <pc:spChg chg="mod">
          <ac:chgData name="Paul Imbert" userId="e8865fd8-d22d-4c32-8092-37cbaee92d16" providerId="ADAL" clId="{9502837B-8F74-53C1-96F4-EF5EA3BFABAA}" dt="2025-11-19T22:40:41.266" v="477" actId="26606"/>
          <ac:spMkLst>
            <pc:docMk/>
            <pc:sldMk cId="551148057" sldId="313"/>
            <ac:spMk id="3" creationId="{1E9AA518-B074-FB20-90F2-9BDD49603E11}"/>
          </ac:spMkLst>
        </pc:spChg>
        <pc:spChg chg="add del">
          <ac:chgData name="Paul Imbert" userId="e8865fd8-d22d-4c32-8092-37cbaee92d16" providerId="ADAL" clId="{9502837B-8F74-53C1-96F4-EF5EA3BFABAA}" dt="2025-11-19T22:40:30.047" v="466" actId="26606"/>
          <ac:spMkLst>
            <pc:docMk/>
            <pc:sldMk cId="551148057" sldId="313"/>
            <ac:spMk id="10" creationId="{2B97F24A-32CE-4C1C-A50D-3016B394DCFB}"/>
          </ac:spMkLst>
        </pc:spChg>
        <pc:spChg chg="add del">
          <ac:chgData name="Paul Imbert" userId="e8865fd8-d22d-4c32-8092-37cbaee92d16" providerId="ADAL" clId="{9502837B-8F74-53C1-96F4-EF5EA3BFABAA}" dt="2025-11-19T22:40:30.047" v="466" actId="26606"/>
          <ac:spMkLst>
            <pc:docMk/>
            <pc:sldMk cId="551148057" sldId="313"/>
            <ac:spMk id="12" creationId="{CD8B4F24-440B-49E9-B85D-733523DC064B}"/>
          </ac:spMkLst>
        </pc:spChg>
        <pc:spChg chg="add del">
          <ac:chgData name="Paul Imbert" userId="e8865fd8-d22d-4c32-8092-37cbaee92d16" providerId="ADAL" clId="{9502837B-8F74-53C1-96F4-EF5EA3BFABAA}" dt="2025-11-19T22:40:35.888" v="468" actId="26606"/>
          <ac:spMkLst>
            <pc:docMk/>
            <pc:sldMk cId="551148057" sldId="313"/>
            <ac:spMk id="14" creationId="{F13C74B1-5B17-4795-BED0-7140497B445A}"/>
          </ac:spMkLst>
        </pc:spChg>
        <pc:spChg chg="add del">
          <ac:chgData name="Paul Imbert" userId="e8865fd8-d22d-4c32-8092-37cbaee92d16" providerId="ADAL" clId="{9502837B-8F74-53C1-96F4-EF5EA3BFABAA}" dt="2025-11-19T22:40:35.888" v="468" actId="26606"/>
          <ac:spMkLst>
            <pc:docMk/>
            <pc:sldMk cId="551148057" sldId="313"/>
            <ac:spMk id="15" creationId="{D4974D33-8DC5-464E-8C6D-BE58F0669C17}"/>
          </ac:spMkLst>
        </pc:spChg>
        <pc:spChg chg="add del">
          <ac:chgData name="Paul Imbert" userId="e8865fd8-d22d-4c32-8092-37cbaee92d16" providerId="ADAL" clId="{9502837B-8F74-53C1-96F4-EF5EA3BFABAA}" dt="2025-11-19T22:40:41.263" v="476" actId="26606"/>
          <ac:spMkLst>
            <pc:docMk/>
            <pc:sldMk cId="551148057" sldId="313"/>
            <ac:spMk id="16" creationId="{3873B707-463F-40B0-8227-E8CC6C67EB25}"/>
          </ac:spMkLst>
        </pc:spChg>
        <pc:spChg chg="add del">
          <ac:chgData name="Paul Imbert" userId="e8865fd8-d22d-4c32-8092-37cbaee92d16" providerId="ADAL" clId="{9502837B-8F74-53C1-96F4-EF5EA3BFABAA}" dt="2025-11-19T22:40:37.274" v="470" actId="26606"/>
          <ac:spMkLst>
            <pc:docMk/>
            <pc:sldMk cId="551148057" sldId="313"/>
            <ac:spMk id="17" creationId="{2B97F24A-32CE-4C1C-A50D-3016B394DCFB}"/>
          </ac:spMkLst>
        </pc:spChg>
        <pc:spChg chg="add del">
          <ac:chgData name="Paul Imbert" userId="e8865fd8-d22d-4c32-8092-37cbaee92d16" providerId="ADAL" clId="{9502837B-8F74-53C1-96F4-EF5EA3BFABAA}" dt="2025-11-19T22:40:37.274" v="470" actId="26606"/>
          <ac:spMkLst>
            <pc:docMk/>
            <pc:sldMk cId="551148057" sldId="313"/>
            <ac:spMk id="18" creationId="{CD8B4F24-440B-49E9-B85D-733523DC064B}"/>
          </ac:spMkLst>
        </pc:spChg>
        <pc:spChg chg="add del">
          <ac:chgData name="Paul Imbert" userId="e8865fd8-d22d-4c32-8092-37cbaee92d16" providerId="ADAL" clId="{9502837B-8F74-53C1-96F4-EF5EA3BFABAA}" dt="2025-11-19T22:40:39.048" v="472" actId="26606"/>
          <ac:spMkLst>
            <pc:docMk/>
            <pc:sldMk cId="551148057" sldId="313"/>
            <ac:spMk id="20" creationId="{F13C74B1-5B17-4795-BED0-7140497B445A}"/>
          </ac:spMkLst>
        </pc:spChg>
        <pc:spChg chg="add del">
          <ac:chgData name="Paul Imbert" userId="e8865fd8-d22d-4c32-8092-37cbaee92d16" providerId="ADAL" clId="{9502837B-8F74-53C1-96F4-EF5EA3BFABAA}" dt="2025-11-19T22:40:39.048" v="472" actId="26606"/>
          <ac:spMkLst>
            <pc:docMk/>
            <pc:sldMk cId="551148057" sldId="313"/>
            <ac:spMk id="21" creationId="{D4974D33-8DC5-464E-8C6D-BE58F0669C17}"/>
          </ac:spMkLst>
        </pc:spChg>
        <pc:spChg chg="add del">
          <ac:chgData name="Paul Imbert" userId="e8865fd8-d22d-4c32-8092-37cbaee92d16" providerId="ADAL" clId="{9502837B-8F74-53C1-96F4-EF5EA3BFABAA}" dt="2025-11-19T22:40:40.182" v="474" actId="26606"/>
          <ac:spMkLst>
            <pc:docMk/>
            <pc:sldMk cId="551148057" sldId="313"/>
            <ac:spMk id="23" creationId="{2B97F24A-32CE-4C1C-A50D-3016B394DCFB}"/>
          </ac:spMkLst>
        </pc:spChg>
        <pc:spChg chg="add del">
          <ac:chgData name="Paul Imbert" userId="e8865fd8-d22d-4c32-8092-37cbaee92d16" providerId="ADAL" clId="{9502837B-8F74-53C1-96F4-EF5EA3BFABAA}" dt="2025-11-19T22:40:40.182" v="474" actId="26606"/>
          <ac:spMkLst>
            <pc:docMk/>
            <pc:sldMk cId="551148057" sldId="313"/>
            <ac:spMk id="24" creationId="{CD8B4F24-440B-49E9-B85D-733523DC064B}"/>
          </ac:spMkLst>
        </pc:spChg>
        <pc:spChg chg="add del">
          <ac:chgData name="Paul Imbert" userId="e8865fd8-d22d-4c32-8092-37cbaee92d16" providerId="ADAL" clId="{9502837B-8F74-53C1-96F4-EF5EA3BFABAA}" dt="2025-11-19T22:40:41.263" v="476" actId="26606"/>
          <ac:spMkLst>
            <pc:docMk/>
            <pc:sldMk cId="551148057" sldId="313"/>
            <ac:spMk id="26" creationId="{201CC55D-ED54-4C5C-95E6-10947BD1103B}"/>
          </ac:spMkLst>
        </pc:spChg>
        <pc:spChg chg="add del">
          <ac:chgData name="Paul Imbert" userId="e8865fd8-d22d-4c32-8092-37cbaee92d16" providerId="ADAL" clId="{9502837B-8F74-53C1-96F4-EF5EA3BFABAA}" dt="2025-11-19T22:40:41.263" v="476" actId="26606"/>
          <ac:spMkLst>
            <pc:docMk/>
            <pc:sldMk cId="551148057" sldId="313"/>
            <ac:spMk id="29" creationId="{C13237C8-E62C-4F0D-A318-BD6FB6C2D138}"/>
          </ac:spMkLst>
        </pc:spChg>
        <pc:spChg chg="add del">
          <ac:chgData name="Paul Imbert" userId="e8865fd8-d22d-4c32-8092-37cbaee92d16" providerId="ADAL" clId="{9502837B-8F74-53C1-96F4-EF5EA3BFABAA}" dt="2025-11-19T22:40:41.263" v="476" actId="26606"/>
          <ac:spMkLst>
            <pc:docMk/>
            <pc:sldMk cId="551148057" sldId="313"/>
            <ac:spMk id="30" creationId="{19C9EAEA-39D0-4B0E-A0EB-51E7B26740B1}"/>
          </ac:spMkLst>
        </pc:spChg>
        <pc:spChg chg="add">
          <ac:chgData name="Paul Imbert" userId="e8865fd8-d22d-4c32-8092-37cbaee92d16" providerId="ADAL" clId="{9502837B-8F74-53C1-96F4-EF5EA3BFABAA}" dt="2025-11-19T22:40:41.266" v="477" actId="26606"/>
          <ac:spMkLst>
            <pc:docMk/>
            <pc:sldMk cId="551148057" sldId="313"/>
            <ac:spMk id="32" creationId="{2B97F24A-32CE-4C1C-A50D-3016B394DCFB}"/>
          </ac:spMkLst>
        </pc:spChg>
        <pc:spChg chg="add">
          <ac:chgData name="Paul Imbert" userId="e8865fd8-d22d-4c32-8092-37cbaee92d16" providerId="ADAL" clId="{9502837B-8F74-53C1-96F4-EF5EA3BFABAA}" dt="2025-11-19T22:40:41.266" v="477" actId="26606"/>
          <ac:spMkLst>
            <pc:docMk/>
            <pc:sldMk cId="551148057" sldId="313"/>
            <ac:spMk id="33" creationId="{CD8B4F24-440B-49E9-B85D-733523DC064B}"/>
          </ac:spMkLst>
        </pc:spChg>
        <pc:grpChg chg="add del">
          <ac:chgData name="Paul Imbert" userId="e8865fd8-d22d-4c32-8092-37cbaee92d16" providerId="ADAL" clId="{9502837B-8F74-53C1-96F4-EF5EA3BFABAA}" dt="2025-11-19T22:40:41.263" v="476" actId="26606"/>
          <ac:grpSpMkLst>
            <pc:docMk/>
            <pc:sldMk cId="551148057" sldId="313"/>
            <ac:grpSpMk id="27" creationId="{1DE889C7-FAD6-4397-98E2-05D503484459}"/>
          </ac:grpSpMkLst>
        </pc:grpChg>
        <pc:picChg chg="add">
          <ac:chgData name="Paul Imbert" userId="e8865fd8-d22d-4c32-8092-37cbaee92d16" providerId="ADAL" clId="{9502837B-8F74-53C1-96F4-EF5EA3BFABAA}" dt="2025-11-19T22:39:25.886" v="453"/>
          <ac:picMkLst>
            <pc:docMk/>
            <pc:sldMk cId="551148057" sldId="313"/>
            <ac:picMk id="4" creationId="{4DAD13C5-4ADB-CA49-6C6E-B1076094D89F}"/>
          </ac:picMkLst>
        </pc:picChg>
        <pc:picChg chg="add mod">
          <ac:chgData name="Paul Imbert" userId="e8865fd8-d22d-4c32-8092-37cbaee92d16" providerId="ADAL" clId="{9502837B-8F74-53C1-96F4-EF5EA3BFABAA}" dt="2025-11-19T22:40:41.266" v="477" actId="26606"/>
          <ac:picMkLst>
            <pc:docMk/>
            <pc:sldMk cId="551148057" sldId="313"/>
            <ac:picMk id="5" creationId="{C100BDF5-7BB3-1292-01A8-469D7ECFACE9}"/>
          </ac:picMkLst>
        </pc:picChg>
      </pc:sldChg>
      <pc:sldChg chg="addSp modSp new mod setBg">
        <pc:chgData name="Paul Imbert" userId="e8865fd8-d22d-4c32-8092-37cbaee92d16" providerId="ADAL" clId="{9502837B-8F74-53C1-96F4-EF5EA3BFABAA}" dt="2025-11-19T22:48:17.627" v="490" actId="27636"/>
        <pc:sldMkLst>
          <pc:docMk/>
          <pc:sldMk cId="4256862857" sldId="314"/>
        </pc:sldMkLst>
        <pc:spChg chg="mod">
          <ac:chgData name="Paul Imbert" userId="e8865fd8-d22d-4c32-8092-37cbaee92d16" providerId="ADAL" clId="{9502837B-8F74-53C1-96F4-EF5EA3BFABAA}" dt="2025-11-19T22:48:17.627" v="490" actId="27636"/>
          <ac:spMkLst>
            <pc:docMk/>
            <pc:sldMk cId="4256862857" sldId="314"/>
            <ac:spMk id="2" creationId="{7CE3FBF4-5889-324C-136E-8C4112BB9FED}"/>
          </ac:spMkLst>
        </pc:spChg>
        <pc:spChg chg="mod">
          <ac:chgData name="Paul Imbert" userId="e8865fd8-d22d-4c32-8092-37cbaee92d16" providerId="ADAL" clId="{9502837B-8F74-53C1-96F4-EF5EA3BFABAA}" dt="2025-11-19T22:48:17.607" v="489" actId="26606"/>
          <ac:spMkLst>
            <pc:docMk/>
            <pc:sldMk cId="4256862857" sldId="314"/>
            <ac:spMk id="3" creationId="{E4DFC8F9-EF7F-AC8A-0FEF-5A99A5FFFDA2}"/>
          </ac:spMkLst>
        </pc:spChg>
        <pc:spChg chg="add">
          <ac:chgData name="Paul Imbert" userId="e8865fd8-d22d-4c32-8092-37cbaee92d16" providerId="ADAL" clId="{9502837B-8F74-53C1-96F4-EF5EA3BFABAA}" dt="2025-11-19T22:48:17.607" v="489" actId="26606"/>
          <ac:spMkLst>
            <pc:docMk/>
            <pc:sldMk cId="4256862857" sldId="314"/>
            <ac:spMk id="9" creationId="{2B97F24A-32CE-4C1C-A50D-3016B394DCFB}"/>
          </ac:spMkLst>
        </pc:spChg>
        <pc:spChg chg="add">
          <ac:chgData name="Paul Imbert" userId="e8865fd8-d22d-4c32-8092-37cbaee92d16" providerId="ADAL" clId="{9502837B-8F74-53C1-96F4-EF5EA3BFABAA}" dt="2025-11-19T22:48:17.607" v="489" actId="26606"/>
          <ac:spMkLst>
            <pc:docMk/>
            <pc:sldMk cId="4256862857" sldId="314"/>
            <ac:spMk id="11" creationId="{CD8B4F24-440B-49E9-B85D-733523DC064B}"/>
          </ac:spMkLst>
        </pc:spChg>
        <pc:picChg chg="add mod">
          <ac:chgData name="Paul Imbert" userId="e8865fd8-d22d-4c32-8092-37cbaee92d16" providerId="ADAL" clId="{9502837B-8F74-53C1-96F4-EF5EA3BFABAA}" dt="2025-11-19T22:48:17.607" v="489" actId="26606"/>
          <ac:picMkLst>
            <pc:docMk/>
            <pc:sldMk cId="4256862857" sldId="314"/>
            <ac:picMk id="4" creationId="{BECCF8D0-F70E-3062-6C95-8A5E87E88134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19T22:58:11.577" v="521" actId="1035"/>
        <pc:sldMkLst>
          <pc:docMk/>
          <pc:sldMk cId="3813420948" sldId="315"/>
        </pc:sldMkLst>
        <pc:spChg chg="mod ord">
          <ac:chgData name="Paul Imbert" userId="e8865fd8-d22d-4c32-8092-37cbaee92d16" providerId="ADAL" clId="{9502837B-8F74-53C1-96F4-EF5EA3BFABAA}" dt="2025-11-19T22:57:34.815" v="515" actId="26606"/>
          <ac:spMkLst>
            <pc:docMk/>
            <pc:sldMk cId="3813420948" sldId="315"/>
            <ac:spMk id="2" creationId="{B8BBB019-0AA6-4A58-B259-745FB99B2A5C}"/>
          </ac:spMkLst>
        </pc:spChg>
        <pc:spChg chg="mod ord">
          <ac:chgData name="Paul Imbert" userId="e8865fd8-d22d-4c32-8092-37cbaee92d16" providerId="ADAL" clId="{9502837B-8F74-53C1-96F4-EF5EA3BFABAA}" dt="2025-11-19T22:57:34.815" v="515" actId="26606"/>
          <ac:spMkLst>
            <pc:docMk/>
            <pc:sldMk cId="3813420948" sldId="315"/>
            <ac:spMk id="3" creationId="{B1E7F7B9-EB91-B229-0040-7A4FCEB912A4}"/>
          </ac:spMkLst>
        </pc:spChg>
        <pc:spChg chg="add del">
          <ac:chgData name="Paul Imbert" userId="e8865fd8-d22d-4c32-8092-37cbaee92d16" providerId="ADAL" clId="{9502837B-8F74-53C1-96F4-EF5EA3BFABAA}" dt="2025-11-19T22:57:34.815" v="515" actId="26606"/>
          <ac:spMkLst>
            <pc:docMk/>
            <pc:sldMk cId="3813420948" sldId="315"/>
            <ac:spMk id="12" creationId="{913AE63C-D5B4-45D1-ACFC-648CFFCF9805}"/>
          </ac:spMkLst>
        </pc:spChg>
        <pc:spChg chg="add del">
          <ac:chgData name="Paul Imbert" userId="e8865fd8-d22d-4c32-8092-37cbaee92d16" providerId="ADAL" clId="{9502837B-8F74-53C1-96F4-EF5EA3BFABAA}" dt="2025-11-19T22:57:34.813" v="514" actId="26606"/>
          <ac:spMkLst>
            <pc:docMk/>
            <pc:sldMk cId="3813420948" sldId="315"/>
            <ac:spMk id="30" creationId="{959C6B72-F8E6-4281-8F3E-93FC0DC98039}"/>
          </ac:spMkLst>
        </pc:spChg>
        <pc:spChg chg="add del">
          <ac:chgData name="Paul Imbert" userId="e8865fd8-d22d-4c32-8092-37cbaee92d16" providerId="ADAL" clId="{9502837B-8F74-53C1-96F4-EF5EA3BFABAA}" dt="2025-11-19T22:57:34.813" v="514" actId="26606"/>
          <ac:spMkLst>
            <pc:docMk/>
            <pc:sldMk cId="3813420948" sldId="315"/>
            <ac:spMk id="32" creationId="{490234EE-E0D8-4805-9227-CCEAC601691F}"/>
          </ac:spMkLst>
        </pc:spChg>
        <pc:spChg chg="add del">
          <ac:chgData name="Paul Imbert" userId="e8865fd8-d22d-4c32-8092-37cbaee92d16" providerId="ADAL" clId="{9502837B-8F74-53C1-96F4-EF5EA3BFABAA}" dt="2025-11-19T22:58:05.301" v="520" actId="26606"/>
          <ac:spMkLst>
            <pc:docMk/>
            <pc:sldMk cId="3813420948" sldId="315"/>
            <ac:spMk id="34" creationId="{B35D540D-9486-4236-952A-F72DC52D79BF}"/>
          </ac:spMkLst>
        </pc:spChg>
        <pc:spChg chg="add del">
          <ac:chgData name="Paul Imbert" userId="e8865fd8-d22d-4c32-8092-37cbaee92d16" providerId="ADAL" clId="{9502837B-8F74-53C1-96F4-EF5EA3BFABAA}" dt="2025-11-19T22:58:05.301" v="520" actId="26606"/>
          <ac:spMkLst>
            <pc:docMk/>
            <pc:sldMk cId="3813420948" sldId="315"/>
            <ac:spMk id="35" creationId="{5EBC18B6-E5C3-4AD1-97A4-E6A3477A0BB9}"/>
          </ac:spMkLst>
        </pc:spChg>
        <pc:spChg chg="add del">
          <ac:chgData name="Paul Imbert" userId="e8865fd8-d22d-4c32-8092-37cbaee92d16" providerId="ADAL" clId="{9502837B-8F74-53C1-96F4-EF5EA3BFABAA}" dt="2025-11-19T22:58:05.301" v="520" actId="26606"/>
          <ac:spMkLst>
            <pc:docMk/>
            <pc:sldMk cId="3813420948" sldId="315"/>
            <ac:spMk id="36" creationId="{136A4AB6-B72B-4CC6-ADCF-BE807B6C3D71}"/>
          </ac:spMkLst>
        </pc:spChg>
        <pc:spChg chg="add del">
          <ac:chgData name="Paul Imbert" userId="e8865fd8-d22d-4c32-8092-37cbaee92d16" providerId="ADAL" clId="{9502837B-8F74-53C1-96F4-EF5EA3BFABAA}" dt="2025-11-19T22:58:05.301" v="520" actId="26606"/>
          <ac:spMkLst>
            <pc:docMk/>
            <pc:sldMk cId="3813420948" sldId="315"/>
            <ac:spMk id="41" creationId="{5EBC18B6-E5C3-4AD1-97A4-E6A3477A0BB9}"/>
          </ac:spMkLst>
        </pc:spChg>
        <pc:spChg chg="add del">
          <ac:chgData name="Paul Imbert" userId="e8865fd8-d22d-4c32-8092-37cbaee92d16" providerId="ADAL" clId="{9502837B-8F74-53C1-96F4-EF5EA3BFABAA}" dt="2025-11-19T22:58:05.301" v="520" actId="26606"/>
          <ac:spMkLst>
            <pc:docMk/>
            <pc:sldMk cId="3813420948" sldId="315"/>
            <ac:spMk id="43" creationId="{136A4AB6-B72B-4CC6-ADCF-BE807B6C3D71}"/>
          </ac:spMkLst>
        </pc:spChg>
        <pc:spChg chg="add del">
          <ac:chgData name="Paul Imbert" userId="e8865fd8-d22d-4c32-8092-37cbaee92d16" providerId="ADAL" clId="{9502837B-8F74-53C1-96F4-EF5EA3BFABAA}" dt="2025-11-19T22:58:05.301" v="520" actId="26606"/>
          <ac:spMkLst>
            <pc:docMk/>
            <pc:sldMk cId="3813420948" sldId="315"/>
            <ac:spMk id="45" creationId="{B35D540D-9486-4236-952A-F72DC52D79BF}"/>
          </ac:spMkLst>
        </pc:spChg>
        <pc:grpChg chg="add del">
          <ac:chgData name="Paul Imbert" userId="e8865fd8-d22d-4c32-8092-37cbaee92d16" providerId="ADAL" clId="{9502837B-8F74-53C1-96F4-EF5EA3BFABAA}" dt="2025-11-19T22:57:34.815" v="515" actId="26606"/>
          <ac:grpSpMkLst>
            <pc:docMk/>
            <pc:sldMk cId="3813420948" sldId="315"/>
            <ac:grpSpMk id="14" creationId="{AC0CA3C2-AD39-4633-9BE6-ABAF929E41B9}"/>
          </ac:grpSpMkLst>
        </pc:grpChg>
        <pc:grpChg chg="add del">
          <ac:chgData name="Paul Imbert" userId="e8865fd8-d22d-4c32-8092-37cbaee92d16" providerId="ADAL" clId="{9502837B-8F74-53C1-96F4-EF5EA3BFABAA}" dt="2025-11-19T22:57:34.813" v="514" actId="26606"/>
          <ac:grpSpMkLst>
            <pc:docMk/>
            <pc:sldMk cId="3813420948" sldId="315"/>
            <ac:grpSpMk id="18" creationId="{43F5E015-E085-4624-B431-B42414448684}"/>
          </ac:grpSpMkLst>
        </pc:grpChg>
        <pc:picChg chg="add">
          <ac:chgData name="Paul Imbert" userId="e8865fd8-d22d-4c32-8092-37cbaee92d16" providerId="ADAL" clId="{9502837B-8F74-53C1-96F4-EF5EA3BFABAA}" dt="2025-11-19T22:49:46.062" v="492"/>
          <ac:picMkLst>
            <pc:docMk/>
            <pc:sldMk cId="3813420948" sldId="315"/>
            <ac:picMk id="4" creationId="{6A90BFBA-3E9D-6289-7AA8-50CB6D62520E}"/>
          </ac:picMkLst>
        </pc:picChg>
        <pc:picChg chg="add del mod">
          <ac:chgData name="Paul Imbert" userId="e8865fd8-d22d-4c32-8092-37cbaee92d16" providerId="ADAL" clId="{9502837B-8F74-53C1-96F4-EF5EA3BFABAA}" dt="2025-11-19T22:56:05.884" v="507" actId="478"/>
          <ac:picMkLst>
            <pc:docMk/>
            <pc:sldMk cId="3813420948" sldId="315"/>
            <ac:picMk id="5" creationId="{E19ACD83-B147-3AD5-C64F-6F994877415B}"/>
          </ac:picMkLst>
        </pc:picChg>
        <pc:picChg chg="add del mod">
          <ac:chgData name="Paul Imbert" userId="e8865fd8-d22d-4c32-8092-37cbaee92d16" providerId="ADAL" clId="{9502837B-8F74-53C1-96F4-EF5EA3BFABAA}" dt="2025-11-19T22:56:33.037" v="510" actId="478"/>
          <ac:picMkLst>
            <pc:docMk/>
            <pc:sldMk cId="3813420948" sldId="315"/>
            <ac:picMk id="6" creationId="{864C0D6A-E88F-1CB9-3775-FF3F8932B235}"/>
          </ac:picMkLst>
        </pc:picChg>
        <pc:picChg chg="add del mod ord">
          <ac:chgData name="Paul Imbert" userId="e8865fd8-d22d-4c32-8092-37cbaee92d16" providerId="ADAL" clId="{9502837B-8F74-53C1-96F4-EF5EA3BFABAA}" dt="2025-11-19T22:56:08.451" v="509" actId="478"/>
          <ac:picMkLst>
            <pc:docMk/>
            <pc:sldMk cId="3813420948" sldId="315"/>
            <ac:picMk id="7" creationId="{4607E39A-E4E2-B007-25CD-924969839CE5}"/>
          </ac:picMkLst>
        </pc:picChg>
        <pc:picChg chg="add mod">
          <ac:chgData name="Paul Imbert" userId="e8865fd8-d22d-4c32-8092-37cbaee92d16" providerId="ADAL" clId="{9502837B-8F74-53C1-96F4-EF5EA3BFABAA}" dt="2025-11-19T22:58:11.577" v="521" actId="1035"/>
          <ac:picMkLst>
            <pc:docMk/>
            <pc:sldMk cId="3813420948" sldId="315"/>
            <ac:picMk id="8" creationId="{04623153-49F4-1284-B687-C7A962AAB3F7}"/>
          </ac:picMkLst>
        </pc:picChg>
        <pc:picChg chg="add mod ord">
          <ac:chgData name="Paul Imbert" userId="e8865fd8-d22d-4c32-8092-37cbaee92d16" providerId="ADAL" clId="{9502837B-8F74-53C1-96F4-EF5EA3BFABAA}" dt="2025-11-19T22:57:55.843" v="517" actId="1076"/>
          <ac:picMkLst>
            <pc:docMk/>
            <pc:sldMk cId="3813420948" sldId="315"/>
            <ac:picMk id="9" creationId="{EE242F80-0DEF-DB02-8236-590A72E953E9}"/>
          </ac:picMkLst>
        </pc:picChg>
        <pc:picChg chg="add mod">
          <ac:chgData name="Paul Imbert" userId="e8865fd8-d22d-4c32-8092-37cbaee92d16" providerId="ADAL" clId="{9502837B-8F74-53C1-96F4-EF5EA3BFABAA}" dt="2025-11-19T22:57:34.815" v="515" actId="26606"/>
          <ac:picMkLst>
            <pc:docMk/>
            <pc:sldMk cId="3813420948" sldId="315"/>
            <ac:picMk id="10" creationId="{2048011F-67F5-971F-7436-8C1F8CC87163}"/>
          </ac:picMkLst>
        </pc:picChg>
      </pc:sldChg>
      <pc:sldChg chg="addSp delSp modSp new mod setBg">
        <pc:chgData name="Paul Imbert" userId="e8865fd8-d22d-4c32-8092-37cbaee92d16" providerId="ADAL" clId="{9502837B-8F74-53C1-96F4-EF5EA3BFABAA}" dt="2025-11-20T07:15:33.274" v="529" actId="962"/>
        <pc:sldMkLst>
          <pc:docMk/>
          <pc:sldMk cId="380657002" sldId="316"/>
        </pc:sldMkLst>
        <pc:spChg chg="mod">
          <ac:chgData name="Paul Imbert" userId="e8865fd8-d22d-4c32-8092-37cbaee92d16" providerId="ADAL" clId="{9502837B-8F74-53C1-96F4-EF5EA3BFABAA}" dt="2025-11-19T22:59:21.455" v="527" actId="26606"/>
          <ac:spMkLst>
            <pc:docMk/>
            <pc:sldMk cId="380657002" sldId="316"/>
            <ac:spMk id="2" creationId="{C25376FD-3CC3-364D-9914-C0FA3F1698FE}"/>
          </ac:spMkLst>
        </pc:spChg>
        <pc:spChg chg="del">
          <ac:chgData name="Paul Imbert" userId="e8865fd8-d22d-4c32-8092-37cbaee92d16" providerId="ADAL" clId="{9502837B-8F74-53C1-96F4-EF5EA3BFABAA}" dt="2025-11-19T22:59:12.468" v="525" actId="478"/>
          <ac:spMkLst>
            <pc:docMk/>
            <pc:sldMk cId="380657002" sldId="316"/>
            <ac:spMk id="3" creationId="{F3136D9A-857C-E171-2E9E-FF3787DFB414}"/>
          </ac:spMkLst>
        </pc:spChg>
        <pc:spChg chg="add">
          <ac:chgData name="Paul Imbert" userId="e8865fd8-d22d-4c32-8092-37cbaee92d16" providerId="ADAL" clId="{9502837B-8F74-53C1-96F4-EF5EA3BFABAA}" dt="2025-11-19T22:59:21.455" v="527" actId="26606"/>
          <ac:spMkLst>
            <pc:docMk/>
            <pc:sldMk cId="380657002" sldId="316"/>
            <ac:spMk id="9" creationId="{D4771268-CB57-404A-9271-370EB28F6090}"/>
          </ac:spMkLst>
        </pc:spChg>
        <pc:picChg chg="add mod">
          <ac:chgData name="Paul Imbert" userId="e8865fd8-d22d-4c32-8092-37cbaee92d16" providerId="ADAL" clId="{9502837B-8F74-53C1-96F4-EF5EA3BFABAA}" dt="2025-11-20T07:15:33.274" v="529" actId="962"/>
          <ac:picMkLst>
            <pc:docMk/>
            <pc:sldMk cId="380657002" sldId="316"/>
            <ac:picMk id="4" creationId="{3FF8D26B-FF76-38D4-B2DC-3E00AAFADED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205D7B-7A38-4991-B92B-BE59AB239F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80FA36-6D68-46EE-9728-6BC22D97A66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Modèle : Gestion des données et des règles métier.</a:t>
          </a:r>
          <a:endParaRPr lang="en-US"/>
        </a:p>
      </dgm:t>
    </dgm:pt>
    <dgm:pt modelId="{D9B9014C-45F6-4817-A676-EBA5E15A3E55}" type="parTrans" cxnId="{DE34F3EB-0548-4FC4-85C9-2EE0CC387184}">
      <dgm:prSet/>
      <dgm:spPr/>
      <dgm:t>
        <a:bodyPr/>
        <a:lstStyle/>
        <a:p>
          <a:endParaRPr lang="en-US"/>
        </a:p>
      </dgm:t>
    </dgm:pt>
    <dgm:pt modelId="{CCD27EC1-9BC9-4A00-A185-03CA1849F240}" type="sibTrans" cxnId="{DE34F3EB-0548-4FC4-85C9-2EE0CC387184}">
      <dgm:prSet/>
      <dgm:spPr/>
      <dgm:t>
        <a:bodyPr/>
        <a:lstStyle/>
        <a:p>
          <a:endParaRPr lang="en-US"/>
        </a:p>
      </dgm:t>
    </dgm:pt>
    <dgm:pt modelId="{8DDE28FD-8A3F-4C4D-AA48-FBBDC98C4C6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Vue : Présentation de l'interface utilisateur.</a:t>
          </a:r>
          <a:endParaRPr lang="en-US"/>
        </a:p>
      </dgm:t>
    </dgm:pt>
    <dgm:pt modelId="{D038DB53-2A14-45B0-BBF3-142254038317}" type="parTrans" cxnId="{B679DBCB-8137-4D57-9723-7A9DA3F38F06}">
      <dgm:prSet/>
      <dgm:spPr/>
      <dgm:t>
        <a:bodyPr/>
        <a:lstStyle/>
        <a:p>
          <a:endParaRPr lang="en-US"/>
        </a:p>
      </dgm:t>
    </dgm:pt>
    <dgm:pt modelId="{D0E31C20-2DEC-4A13-9036-9BD133A6D40F}" type="sibTrans" cxnId="{B679DBCB-8137-4D57-9723-7A9DA3F38F06}">
      <dgm:prSet/>
      <dgm:spPr/>
      <dgm:t>
        <a:bodyPr/>
        <a:lstStyle/>
        <a:p>
          <a:endParaRPr lang="en-US"/>
        </a:p>
      </dgm:t>
    </dgm:pt>
    <dgm:pt modelId="{BCC10801-5176-4FDD-8584-DADBD45248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Contrôleur : Traitement des actions de l'utilisateur.</a:t>
          </a:r>
          <a:endParaRPr lang="en-US"/>
        </a:p>
      </dgm:t>
    </dgm:pt>
    <dgm:pt modelId="{01EB7ECD-E9D4-494D-9E95-A93966689D2D}" type="parTrans" cxnId="{A4D94D88-DF75-4A1E-8824-DE3B39F9665A}">
      <dgm:prSet/>
      <dgm:spPr/>
      <dgm:t>
        <a:bodyPr/>
        <a:lstStyle/>
        <a:p>
          <a:endParaRPr lang="en-US"/>
        </a:p>
      </dgm:t>
    </dgm:pt>
    <dgm:pt modelId="{6532D1E1-0600-4F42-B4C5-D837AAD9EDC9}" type="sibTrans" cxnId="{A4D94D88-DF75-4A1E-8824-DE3B39F9665A}">
      <dgm:prSet/>
      <dgm:spPr/>
      <dgm:t>
        <a:bodyPr/>
        <a:lstStyle/>
        <a:p>
          <a:endParaRPr lang="en-US"/>
        </a:p>
      </dgm:t>
    </dgm:pt>
    <dgm:pt modelId="{85394EAD-081B-405E-9B88-79D3613DB29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La séparation des préoccupations est le secret d'une architecture logicielle modulaire et maintenable</a:t>
          </a:r>
          <a:endParaRPr lang="en-US"/>
        </a:p>
      </dgm:t>
    </dgm:pt>
    <dgm:pt modelId="{9CF4080D-6A6D-4942-8EA7-1BBC9BB5A470}" type="parTrans" cxnId="{74D5BB78-C57E-4732-A031-DF565EE30F9B}">
      <dgm:prSet/>
      <dgm:spPr/>
      <dgm:t>
        <a:bodyPr/>
        <a:lstStyle/>
        <a:p>
          <a:endParaRPr lang="en-US"/>
        </a:p>
      </dgm:t>
    </dgm:pt>
    <dgm:pt modelId="{AEBAE69E-58B3-4089-9ABF-BA3E7BEECA83}" type="sibTrans" cxnId="{74D5BB78-C57E-4732-A031-DF565EE30F9B}">
      <dgm:prSet/>
      <dgm:spPr/>
      <dgm:t>
        <a:bodyPr/>
        <a:lstStyle/>
        <a:p>
          <a:endParaRPr lang="en-US"/>
        </a:p>
      </dgm:t>
    </dgm:pt>
    <dgm:pt modelId="{7D555D9F-A9A5-4896-AED5-6CD48BD2344C}" type="pres">
      <dgm:prSet presAssocID="{19205D7B-7A38-4991-B92B-BE59AB239FFA}" presName="root" presStyleCnt="0">
        <dgm:presLayoutVars>
          <dgm:dir/>
          <dgm:resizeHandles val="exact"/>
        </dgm:presLayoutVars>
      </dgm:prSet>
      <dgm:spPr/>
    </dgm:pt>
    <dgm:pt modelId="{247D2CC6-AE6E-47CC-B729-8640F8A66069}" type="pres">
      <dgm:prSet presAssocID="{BC80FA36-6D68-46EE-9728-6BC22D97A663}" presName="compNode" presStyleCnt="0"/>
      <dgm:spPr/>
    </dgm:pt>
    <dgm:pt modelId="{FDD2F7EB-C27C-4F27-BB76-99B3E99EB124}" type="pres">
      <dgm:prSet presAssocID="{BC80FA36-6D68-46EE-9728-6BC22D97A663}" presName="bgRect" presStyleLbl="bgShp" presStyleIdx="0" presStyleCnt="4"/>
      <dgm:spPr/>
    </dgm:pt>
    <dgm:pt modelId="{324CF704-8E98-48A4-A244-8A2DFDB5AF78}" type="pres">
      <dgm:prSet presAssocID="{BC80FA36-6D68-46EE-9728-6BC22D97A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04716C6-D385-4674-ADDD-2FF371441E77}" type="pres">
      <dgm:prSet presAssocID="{BC80FA36-6D68-46EE-9728-6BC22D97A663}" presName="spaceRect" presStyleCnt="0"/>
      <dgm:spPr/>
    </dgm:pt>
    <dgm:pt modelId="{1131500A-BCB7-4A50-B867-FC54B7830E52}" type="pres">
      <dgm:prSet presAssocID="{BC80FA36-6D68-46EE-9728-6BC22D97A663}" presName="parTx" presStyleLbl="revTx" presStyleIdx="0" presStyleCnt="4">
        <dgm:presLayoutVars>
          <dgm:chMax val="0"/>
          <dgm:chPref val="0"/>
        </dgm:presLayoutVars>
      </dgm:prSet>
      <dgm:spPr/>
    </dgm:pt>
    <dgm:pt modelId="{B3F7041A-6D92-4AE9-AD1E-43B4DA01E2ED}" type="pres">
      <dgm:prSet presAssocID="{CCD27EC1-9BC9-4A00-A185-03CA1849F240}" presName="sibTrans" presStyleCnt="0"/>
      <dgm:spPr/>
    </dgm:pt>
    <dgm:pt modelId="{752CCDD2-0B3B-44F5-8E6C-9417E6832264}" type="pres">
      <dgm:prSet presAssocID="{8DDE28FD-8A3F-4C4D-AA48-FBBDC98C4C67}" presName="compNode" presStyleCnt="0"/>
      <dgm:spPr/>
    </dgm:pt>
    <dgm:pt modelId="{EED0563C-6DA8-4E9D-B303-A9EEE7C4692A}" type="pres">
      <dgm:prSet presAssocID="{8DDE28FD-8A3F-4C4D-AA48-FBBDC98C4C67}" presName="bgRect" presStyleLbl="bgShp" presStyleIdx="1" presStyleCnt="4"/>
      <dgm:spPr/>
    </dgm:pt>
    <dgm:pt modelId="{3C734227-8BF2-49FD-AF3F-86D55B9F2B33}" type="pres">
      <dgm:prSet presAssocID="{8DDE28FD-8A3F-4C4D-AA48-FBBDC98C4C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E2B3B6EF-47DC-4FFA-81D4-8CA19F5D2BE8}" type="pres">
      <dgm:prSet presAssocID="{8DDE28FD-8A3F-4C4D-AA48-FBBDC98C4C67}" presName="spaceRect" presStyleCnt="0"/>
      <dgm:spPr/>
    </dgm:pt>
    <dgm:pt modelId="{4EB1AADD-8B93-4D60-85BC-377456560542}" type="pres">
      <dgm:prSet presAssocID="{8DDE28FD-8A3F-4C4D-AA48-FBBDC98C4C67}" presName="parTx" presStyleLbl="revTx" presStyleIdx="1" presStyleCnt="4">
        <dgm:presLayoutVars>
          <dgm:chMax val="0"/>
          <dgm:chPref val="0"/>
        </dgm:presLayoutVars>
      </dgm:prSet>
      <dgm:spPr/>
    </dgm:pt>
    <dgm:pt modelId="{BCA203F3-00DA-455F-96D4-5C3B220AD8DC}" type="pres">
      <dgm:prSet presAssocID="{D0E31C20-2DEC-4A13-9036-9BD133A6D40F}" presName="sibTrans" presStyleCnt="0"/>
      <dgm:spPr/>
    </dgm:pt>
    <dgm:pt modelId="{50F46BE5-6835-4EB6-8D16-888ADAEDEBBE}" type="pres">
      <dgm:prSet presAssocID="{BCC10801-5176-4FDD-8584-DADBD45248CB}" presName="compNode" presStyleCnt="0"/>
      <dgm:spPr/>
    </dgm:pt>
    <dgm:pt modelId="{1368969B-88E6-4356-B90B-62972E18212E}" type="pres">
      <dgm:prSet presAssocID="{BCC10801-5176-4FDD-8584-DADBD45248CB}" presName="bgRect" presStyleLbl="bgShp" presStyleIdx="2" presStyleCnt="4"/>
      <dgm:spPr/>
    </dgm:pt>
    <dgm:pt modelId="{DBF4D316-D3FD-4949-869E-9622625EE8D3}" type="pres">
      <dgm:prSet presAssocID="{BCC10801-5176-4FDD-8584-DADBD45248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70F10E01-69CB-45C8-B426-0A716EA42DE0}" type="pres">
      <dgm:prSet presAssocID="{BCC10801-5176-4FDD-8584-DADBD45248CB}" presName="spaceRect" presStyleCnt="0"/>
      <dgm:spPr/>
    </dgm:pt>
    <dgm:pt modelId="{D5552919-81EA-453B-8615-C06743304860}" type="pres">
      <dgm:prSet presAssocID="{BCC10801-5176-4FDD-8584-DADBD45248CB}" presName="parTx" presStyleLbl="revTx" presStyleIdx="2" presStyleCnt="4">
        <dgm:presLayoutVars>
          <dgm:chMax val="0"/>
          <dgm:chPref val="0"/>
        </dgm:presLayoutVars>
      </dgm:prSet>
      <dgm:spPr/>
    </dgm:pt>
    <dgm:pt modelId="{2000322B-BC87-466D-971D-DABC1FE918E0}" type="pres">
      <dgm:prSet presAssocID="{6532D1E1-0600-4F42-B4C5-D837AAD9EDC9}" presName="sibTrans" presStyleCnt="0"/>
      <dgm:spPr/>
    </dgm:pt>
    <dgm:pt modelId="{8ADD378D-1ABD-4DCB-91F2-59E740B90C18}" type="pres">
      <dgm:prSet presAssocID="{85394EAD-081B-405E-9B88-79D3613DB29D}" presName="compNode" presStyleCnt="0"/>
      <dgm:spPr/>
    </dgm:pt>
    <dgm:pt modelId="{6D26BE97-3D41-4CDB-B631-15CE7E46AADE}" type="pres">
      <dgm:prSet presAssocID="{85394EAD-081B-405E-9B88-79D3613DB29D}" presName="bgRect" presStyleLbl="bgShp" presStyleIdx="3" presStyleCnt="4"/>
      <dgm:spPr/>
    </dgm:pt>
    <dgm:pt modelId="{317A9D99-C51F-47C0-9392-BB14797F0AA7}" type="pres">
      <dgm:prSet presAssocID="{85394EAD-081B-405E-9B88-79D3613DB2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6F0DA11-2E7E-41E3-8F86-9D64F19F65BB}" type="pres">
      <dgm:prSet presAssocID="{85394EAD-081B-405E-9B88-79D3613DB29D}" presName="spaceRect" presStyleCnt="0"/>
      <dgm:spPr/>
    </dgm:pt>
    <dgm:pt modelId="{3BEEB66B-0387-4D08-9804-3832D66D4F87}" type="pres">
      <dgm:prSet presAssocID="{85394EAD-081B-405E-9B88-79D3613DB29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1E2670C-61B1-4544-898C-D0D31B49C962}" type="presOf" srcId="{85394EAD-081B-405E-9B88-79D3613DB29D}" destId="{3BEEB66B-0387-4D08-9804-3832D66D4F87}" srcOrd="0" destOrd="0" presId="urn:microsoft.com/office/officeart/2018/2/layout/IconVerticalSolidList"/>
    <dgm:cxn modelId="{7103EC19-6171-994C-A25F-A0D9113D2D2A}" type="presOf" srcId="{BCC10801-5176-4FDD-8584-DADBD45248CB}" destId="{D5552919-81EA-453B-8615-C06743304860}" srcOrd="0" destOrd="0" presId="urn:microsoft.com/office/officeart/2018/2/layout/IconVerticalSolidList"/>
    <dgm:cxn modelId="{5F93EF19-21E3-2F4D-94F5-0858CDB57D75}" type="presOf" srcId="{BC80FA36-6D68-46EE-9728-6BC22D97A663}" destId="{1131500A-BCB7-4A50-B867-FC54B7830E52}" srcOrd="0" destOrd="0" presId="urn:microsoft.com/office/officeart/2018/2/layout/IconVerticalSolidList"/>
    <dgm:cxn modelId="{302EA75B-BBCD-F14F-86D0-6FB2935EF7CF}" type="presOf" srcId="{8DDE28FD-8A3F-4C4D-AA48-FBBDC98C4C67}" destId="{4EB1AADD-8B93-4D60-85BC-377456560542}" srcOrd="0" destOrd="0" presId="urn:microsoft.com/office/officeart/2018/2/layout/IconVerticalSolidList"/>
    <dgm:cxn modelId="{74D5BB78-C57E-4732-A031-DF565EE30F9B}" srcId="{19205D7B-7A38-4991-B92B-BE59AB239FFA}" destId="{85394EAD-081B-405E-9B88-79D3613DB29D}" srcOrd="3" destOrd="0" parTransId="{9CF4080D-6A6D-4942-8EA7-1BBC9BB5A470}" sibTransId="{AEBAE69E-58B3-4089-9ABF-BA3E7BEECA83}"/>
    <dgm:cxn modelId="{A4D94D88-DF75-4A1E-8824-DE3B39F9665A}" srcId="{19205D7B-7A38-4991-B92B-BE59AB239FFA}" destId="{BCC10801-5176-4FDD-8584-DADBD45248CB}" srcOrd="2" destOrd="0" parTransId="{01EB7ECD-E9D4-494D-9E95-A93966689D2D}" sibTransId="{6532D1E1-0600-4F42-B4C5-D837AAD9EDC9}"/>
    <dgm:cxn modelId="{B679DBCB-8137-4D57-9723-7A9DA3F38F06}" srcId="{19205D7B-7A38-4991-B92B-BE59AB239FFA}" destId="{8DDE28FD-8A3F-4C4D-AA48-FBBDC98C4C67}" srcOrd="1" destOrd="0" parTransId="{D038DB53-2A14-45B0-BBF3-142254038317}" sibTransId="{D0E31C20-2DEC-4A13-9036-9BD133A6D40F}"/>
    <dgm:cxn modelId="{435631E2-0631-0349-9FC5-FF25F16703C5}" type="presOf" srcId="{19205D7B-7A38-4991-B92B-BE59AB239FFA}" destId="{7D555D9F-A9A5-4896-AED5-6CD48BD2344C}" srcOrd="0" destOrd="0" presId="urn:microsoft.com/office/officeart/2018/2/layout/IconVerticalSolidList"/>
    <dgm:cxn modelId="{DE34F3EB-0548-4FC4-85C9-2EE0CC387184}" srcId="{19205D7B-7A38-4991-B92B-BE59AB239FFA}" destId="{BC80FA36-6D68-46EE-9728-6BC22D97A663}" srcOrd="0" destOrd="0" parTransId="{D9B9014C-45F6-4817-A676-EBA5E15A3E55}" sibTransId="{CCD27EC1-9BC9-4A00-A185-03CA1849F240}"/>
    <dgm:cxn modelId="{B3ED076D-29FA-1E45-808A-21454AB76695}" type="presParOf" srcId="{7D555D9F-A9A5-4896-AED5-6CD48BD2344C}" destId="{247D2CC6-AE6E-47CC-B729-8640F8A66069}" srcOrd="0" destOrd="0" presId="urn:microsoft.com/office/officeart/2018/2/layout/IconVerticalSolidList"/>
    <dgm:cxn modelId="{330FC3E7-FBC3-6041-B202-D433D827EA65}" type="presParOf" srcId="{247D2CC6-AE6E-47CC-B729-8640F8A66069}" destId="{FDD2F7EB-C27C-4F27-BB76-99B3E99EB124}" srcOrd="0" destOrd="0" presId="urn:microsoft.com/office/officeart/2018/2/layout/IconVerticalSolidList"/>
    <dgm:cxn modelId="{EAA5B5CA-7F5D-194D-A895-717ADAA7A8CB}" type="presParOf" srcId="{247D2CC6-AE6E-47CC-B729-8640F8A66069}" destId="{324CF704-8E98-48A4-A244-8A2DFDB5AF78}" srcOrd="1" destOrd="0" presId="urn:microsoft.com/office/officeart/2018/2/layout/IconVerticalSolidList"/>
    <dgm:cxn modelId="{F85973DB-A300-9F43-BC6A-FCB3602D7457}" type="presParOf" srcId="{247D2CC6-AE6E-47CC-B729-8640F8A66069}" destId="{C04716C6-D385-4674-ADDD-2FF371441E77}" srcOrd="2" destOrd="0" presId="urn:microsoft.com/office/officeart/2018/2/layout/IconVerticalSolidList"/>
    <dgm:cxn modelId="{5C1801A5-F898-4849-9921-944A43EEB908}" type="presParOf" srcId="{247D2CC6-AE6E-47CC-B729-8640F8A66069}" destId="{1131500A-BCB7-4A50-B867-FC54B7830E52}" srcOrd="3" destOrd="0" presId="urn:microsoft.com/office/officeart/2018/2/layout/IconVerticalSolidList"/>
    <dgm:cxn modelId="{97BBE031-03FD-394F-B159-321C1D1533E8}" type="presParOf" srcId="{7D555D9F-A9A5-4896-AED5-6CD48BD2344C}" destId="{B3F7041A-6D92-4AE9-AD1E-43B4DA01E2ED}" srcOrd="1" destOrd="0" presId="urn:microsoft.com/office/officeart/2018/2/layout/IconVerticalSolidList"/>
    <dgm:cxn modelId="{79BEFF5D-61C3-1546-8D02-7D1F0530DF42}" type="presParOf" srcId="{7D555D9F-A9A5-4896-AED5-6CD48BD2344C}" destId="{752CCDD2-0B3B-44F5-8E6C-9417E6832264}" srcOrd="2" destOrd="0" presId="urn:microsoft.com/office/officeart/2018/2/layout/IconVerticalSolidList"/>
    <dgm:cxn modelId="{225536A0-4F23-3C4C-BA55-4BBA34A378C9}" type="presParOf" srcId="{752CCDD2-0B3B-44F5-8E6C-9417E6832264}" destId="{EED0563C-6DA8-4E9D-B303-A9EEE7C4692A}" srcOrd="0" destOrd="0" presId="urn:microsoft.com/office/officeart/2018/2/layout/IconVerticalSolidList"/>
    <dgm:cxn modelId="{4B71088A-3989-F646-9689-41A1AD064F13}" type="presParOf" srcId="{752CCDD2-0B3B-44F5-8E6C-9417E6832264}" destId="{3C734227-8BF2-49FD-AF3F-86D55B9F2B33}" srcOrd="1" destOrd="0" presId="urn:microsoft.com/office/officeart/2018/2/layout/IconVerticalSolidList"/>
    <dgm:cxn modelId="{B16E7EB4-44B7-5C4F-BA86-11521BFB915A}" type="presParOf" srcId="{752CCDD2-0B3B-44F5-8E6C-9417E6832264}" destId="{E2B3B6EF-47DC-4FFA-81D4-8CA19F5D2BE8}" srcOrd="2" destOrd="0" presId="urn:microsoft.com/office/officeart/2018/2/layout/IconVerticalSolidList"/>
    <dgm:cxn modelId="{485AC7AF-3E7B-E443-9A15-78788AD740EB}" type="presParOf" srcId="{752CCDD2-0B3B-44F5-8E6C-9417E6832264}" destId="{4EB1AADD-8B93-4D60-85BC-377456560542}" srcOrd="3" destOrd="0" presId="urn:microsoft.com/office/officeart/2018/2/layout/IconVerticalSolidList"/>
    <dgm:cxn modelId="{18455022-39BA-E143-8C8E-8AB73F88DFF8}" type="presParOf" srcId="{7D555D9F-A9A5-4896-AED5-6CD48BD2344C}" destId="{BCA203F3-00DA-455F-96D4-5C3B220AD8DC}" srcOrd="3" destOrd="0" presId="urn:microsoft.com/office/officeart/2018/2/layout/IconVerticalSolidList"/>
    <dgm:cxn modelId="{2927220D-97FF-D648-8A04-260C35AB1DBB}" type="presParOf" srcId="{7D555D9F-A9A5-4896-AED5-6CD48BD2344C}" destId="{50F46BE5-6835-4EB6-8D16-888ADAEDEBBE}" srcOrd="4" destOrd="0" presId="urn:microsoft.com/office/officeart/2018/2/layout/IconVerticalSolidList"/>
    <dgm:cxn modelId="{09D26726-EE99-2E4B-844F-C49391C75920}" type="presParOf" srcId="{50F46BE5-6835-4EB6-8D16-888ADAEDEBBE}" destId="{1368969B-88E6-4356-B90B-62972E18212E}" srcOrd="0" destOrd="0" presId="urn:microsoft.com/office/officeart/2018/2/layout/IconVerticalSolidList"/>
    <dgm:cxn modelId="{696F7737-8650-C04E-B2B9-656A48829932}" type="presParOf" srcId="{50F46BE5-6835-4EB6-8D16-888ADAEDEBBE}" destId="{DBF4D316-D3FD-4949-869E-9622625EE8D3}" srcOrd="1" destOrd="0" presId="urn:microsoft.com/office/officeart/2018/2/layout/IconVerticalSolidList"/>
    <dgm:cxn modelId="{D52480BD-5E65-2D4D-8BD6-576C24EC862A}" type="presParOf" srcId="{50F46BE5-6835-4EB6-8D16-888ADAEDEBBE}" destId="{70F10E01-69CB-45C8-B426-0A716EA42DE0}" srcOrd="2" destOrd="0" presId="urn:microsoft.com/office/officeart/2018/2/layout/IconVerticalSolidList"/>
    <dgm:cxn modelId="{ED9F541E-B48E-BC4C-9D86-F6980F52CF86}" type="presParOf" srcId="{50F46BE5-6835-4EB6-8D16-888ADAEDEBBE}" destId="{D5552919-81EA-453B-8615-C06743304860}" srcOrd="3" destOrd="0" presId="urn:microsoft.com/office/officeart/2018/2/layout/IconVerticalSolidList"/>
    <dgm:cxn modelId="{9326389F-569C-B24B-802E-A0391947A3EC}" type="presParOf" srcId="{7D555D9F-A9A5-4896-AED5-6CD48BD2344C}" destId="{2000322B-BC87-466D-971D-DABC1FE918E0}" srcOrd="5" destOrd="0" presId="urn:microsoft.com/office/officeart/2018/2/layout/IconVerticalSolidList"/>
    <dgm:cxn modelId="{64D4BEB9-2674-E54D-9278-1E34F3264DF2}" type="presParOf" srcId="{7D555D9F-A9A5-4896-AED5-6CD48BD2344C}" destId="{8ADD378D-1ABD-4DCB-91F2-59E740B90C18}" srcOrd="6" destOrd="0" presId="urn:microsoft.com/office/officeart/2018/2/layout/IconVerticalSolidList"/>
    <dgm:cxn modelId="{3667DE4C-6E52-884F-A807-C815176093A5}" type="presParOf" srcId="{8ADD378D-1ABD-4DCB-91F2-59E740B90C18}" destId="{6D26BE97-3D41-4CDB-B631-15CE7E46AADE}" srcOrd="0" destOrd="0" presId="urn:microsoft.com/office/officeart/2018/2/layout/IconVerticalSolidList"/>
    <dgm:cxn modelId="{70A800D4-2C0C-0448-97EF-615F6E817CDE}" type="presParOf" srcId="{8ADD378D-1ABD-4DCB-91F2-59E740B90C18}" destId="{317A9D99-C51F-47C0-9392-BB14797F0AA7}" srcOrd="1" destOrd="0" presId="urn:microsoft.com/office/officeart/2018/2/layout/IconVerticalSolidList"/>
    <dgm:cxn modelId="{5AC78543-F05B-7847-B1DD-AEAB825256AE}" type="presParOf" srcId="{8ADD378D-1ABD-4DCB-91F2-59E740B90C18}" destId="{16F0DA11-2E7E-41E3-8F86-9D64F19F65BB}" srcOrd="2" destOrd="0" presId="urn:microsoft.com/office/officeart/2018/2/layout/IconVerticalSolidList"/>
    <dgm:cxn modelId="{CBA9EEDA-ECC3-E44F-A5E1-9441C3874768}" type="presParOf" srcId="{8ADD378D-1ABD-4DCB-91F2-59E740B90C18}" destId="{3BEEB66B-0387-4D08-9804-3832D66D4F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6E6E08-5A1C-48D9-9DAE-0E0A84D2145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B25DDC1-2503-425D-87D7-511375A67AFD}">
      <dgm:prSet/>
      <dgm:spPr/>
      <dgm:t>
        <a:bodyPr/>
        <a:lstStyle/>
        <a:p>
          <a:r>
            <a:rPr lang="en-GB"/>
            <a:t>Modèle : Reçoit les données de la base de données.</a:t>
          </a:r>
          <a:endParaRPr lang="en-US"/>
        </a:p>
      </dgm:t>
    </dgm:pt>
    <dgm:pt modelId="{486BC939-B81A-495F-9D57-82958705243D}" type="parTrans" cxnId="{4EFDAAA0-5FE9-47C8-8B4D-4D7443669C20}">
      <dgm:prSet/>
      <dgm:spPr/>
      <dgm:t>
        <a:bodyPr/>
        <a:lstStyle/>
        <a:p>
          <a:endParaRPr lang="en-US"/>
        </a:p>
      </dgm:t>
    </dgm:pt>
    <dgm:pt modelId="{3E22A0AF-A6F9-4D0E-B44D-417A11AA409B}" type="sibTrans" cxnId="{4EFDAAA0-5FE9-47C8-8B4D-4D7443669C20}">
      <dgm:prSet/>
      <dgm:spPr/>
      <dgm:t>
        <a:bodyPr/>
        <a:lstStyle/>
        <a:p>
          <a:endParaRPr lang="en-US"/>
        </a:p>
      </dgm:t>
    </dgm:pt>
    <dgm:pt modelId="{B43FD7B6-3123-439F-A8C5-CC20638BE1EB}">
      <dgm:prSet/>
      <dgm:spPr/>
      <dgm:t>
        <a:bodyPr/>
        <a:lstStyle/>
        <a:p>
          <a:r>
            <a:rPr lang="en-GB"/>
            <a:t>Vue : Affiche les données à l'utilisateur.</a:t>
          </a:r>
          <a:endParaRPr lang="en-US"/>
        </a:p>
      </dgm:t>
    </dgm:pt>
    <dgm:pt modelId="{B99A4B8B-1DFB-43A2-9F32-1F062FA5C665}" type="parTrans" cxnId="{0E036549-A474-4C6E-BD85-8BB6997BF05A}">
      <dgm:prSet/>
      <dgm:spPr/>
      <dgm:t>
        <a:bodyPr/>
        <a:lstStyle/>
        <a:p>
          <a:endParaRPr lang="en-US"/>
        </a:p>
      </dgm:t>
    </dgm:pt>
    <dgm:pt modelId="{957B8ECB-DE4F-4EED-9DA8-2CBA8EEBD6F0}" type="sibTrans" cxnId="{0E036549-A474-4C6E-BD85-8BB6997BF05A}">
      <dgm:prSet/>
      <dgm:spPr/>
      <dgm:t>
        <a:bodyPr/>
        <a:lstStyle/>
        <a:p>
          <a:endParaRPr lang="en-US"/>
        </a:p>
      </dgm:t>
    </dgm:pt>
    <dgm:pt modelId="{11F7202C-6755-46C3-AC84-4FC705CF248C}">
      <dgm:prSet/>
      <dgm:spPr/>
      <dgm:t>
        <a:bodyPr/>
        <a:lstStyle/>
        <a:p>
          <a:r>
            <a:rPr lang="en-GB"/>
            <a:t>Contrôleur : Gère les interactions utilisateur.</a:t>
          </a:r>
          <a:endParaRPr lang="en-US"/>
        </a:p>
      </dgm:t>
    </dgm:pt>
    <dgm:pt modelId="{73FB7721-C35A-43FA-8C0F-F455CBD023DB}" type="parTrans" cxnId="{C3C90557-DCE5-43B3-8B26-1E56EDA84C9B}">
      <dgm:prSet/>
      <dgm:spPr/>
      <dgm:t>
        <a:bodyPr/>
        <a:lstStyle/>
        <a:p>
          <a:endParaRPr lang="en-US"/>
        </a:p>
      </dgm:t>
    </dgm:pt>
    <dgm:pt modelId="{0CCEB7F4-969E-477C-A0C4-F4D6BC7E654C}" type="sibTrans" cxnId="{C3C90557-DCE5-43B3-8B26-1E56EDA84C9B}">
      <dgm:prSet/>
      <dgm:spPr/>
      <dgm:t>
        <a:bodyPr/>
        <a:lstStyle/>
        <a:p>
          <a:endParaRPr lang="en-US"/>
        </a:p>
      </dgm:t>
    </dgm:pt>
    <dgm:pt modelId="{E44E25CC-A88D-4F80-9706-8B988D55A489}">
      <dgm:prSet/>
      <dgm:spPr/>
      <dgm:t>
        <a:bodyPr/>
        <a:lstStyle/>
        <a:p>
          <a:r>
            <a:rPr lang="en-GB"/>
            <a:t>Une gestion claire des composants logiques simplifie le développement, la maintenance et l'évolution d'une application</a:t>
          </a:r>
          <a:endParaRPr lang="en-US"/>
        </a:p>
      </dgm:t>
    </dgm:pt>
    <dgm:pt modelId="{28E47A2A-B020-4BA0-BB4E-9456B8962AD9}" type="parTrans" cxnId="{9C65B360-C34D-43B0-A3C2-2B526906A207}">
      <dgm:prSet/>
      <dgm:spPr/>
      <dgm:t>
        <a:bodyPr/>
        <a:lstStyle/>
        <a:p>
          <a:endParaRPr lang="en-US"/>
        </a:p>
      </dgm:t>
    </dgm:pt>
    <dgm:pt modelId="{CE8AFBCD-E83D-4BE8-A895-ACFB9C2EF238}" type="sibTrans" cxnId="{9C65B360-C34D-43B0-A3C2-2B526906A207}">
      <dgm:prSet/>
      <dgm:spPr/>
      <dgm:t>
        <a:bodyPr/>
        <a:lstStyle/>
        <a:p>
          <a:endParaRPr lang="en-US"/>
        </a:p>
      </dgm:t>
    </dgm:pt>
    <dgm:pt modelId="{CE8BFB4D-3131-4C41-9FA8-8EF57FDCFA79}" type="pres">
      <dgm:prSet presAssocID="{566E6E08-5A1C-48D9-9DAE-0E0A84D2145B}" presName="outerComposite" presStyleCnt="0">
        <dgm:presLayoutVars>
          <dgm:chMax val="5"/>
          <dgm:dir/>
          <dgm:resizeHandles val="exact"/>
        </dgm:presLayoutVars>
      </dgm:prSet>
      <dgm:spPr/>
    </dgm:pt>
    <dgm:pt modelId="{F37DEBC9-3509-974E-91CA-27FFBEBE29F4}" type="pres">
      <dgm:prSet presAssocID="{566E6E08-5A1C-48D9-9DAE-0E0A84D2145B}" presName="dummyMaxCanvas" presStyleCnt="0">
        <dgm:presLayoutVars/>
      </dgm:prSet>
      <dgm:spPr/>
    </dgm:pt>
    <dgm:pt modelId="{B6FA6776-A95A-694A-9BFC-BD1DD3EEECC3}" type="pres">
      <dgm:prSet presAssocID="{566E6E08-5A1C-48D9-9DAE-0E0A84D2145B}" presName="FourNodes_1" presStyleLbl="node1" presStyleIdx="0" presStyleCnt="4">
        <dgm:presLayoutVars>
          <dgm:bulletEnabled val="1"/>
        </dgm:presLayoutVars>
      </dgm:prSet>
      <dgm:spPr/>
    </dgm:pt>
    <dgm:pt modelId="{D503EC06-7209-9749-B07E-E8099972AAA9}" type="pres">
      <dgm:prSet presAssocID="{566E6E08-5A1C-48D9-9DAE-0E0A84D2145B}" presName="FourNodes_2" presStyleLbl="node1" presStyleIdx="1" presStyleCnt="4">
        <dgm:presLayoutVars>
          <dgm:bulletEnabled val="1"/>
        </dgm:presLayoutVars>
      </dgm:prSet>
      <dgm:spPr/>
    </dgm:pt>
    <dgm:pt modelId="{873F89E8-96D2-CD43-8152-CD7F443D828E}" type="pres">
      <dgm:prSet presAssocID="{566E6E08-5A1C-48D9-9DAE-0E0A84D2145B}" presName="FourNodes_3" presStyleLbl="node1" presStyleIdx="2" presStyleCnt="4">
        <dgm:presLayoutVars>
          <dgm:bulletEnabled val="1"/>
        </dgm:presLayoutVars>
      </dgm:prSet>
      <dgm:spPr/>
    </dgm:pt>
    <dgm:pt modelId="{AC517343-D60C-A144-AFFB-2EBA67F4CB84}" type="pres">
      <dgm:prSet presAssocID="{566E6E08-5A1C-48D9-9DAE-0E0A84D2145B}" presName="FourNodes_4" presStyleLbl="node1" presStyleIdx="3" presStyleCnt="4">
        <dgm:presLayoutVars>
          <dgm:bulletEnabled val="1"/>
        </dgm:presLayoutVars>
      </dgm:prSet>
      <dgm:spPr/>
    </dgm:pt>
    <dgm:pt modelId="{65A4D52D-5682-0B45-9C24-09AF281B2D6B}" type="pres">
      <dgm:prSet presAssocID="{566E6E08-5A1C-48D9-9DAE-0E0A84D2145B}" presName="FourConn_1-2" presStyleLbl="fgAccFollowNode1" presStyleIdx="0" presStyleCnt="3">
        <dgm:presLayoutVars>
          <dgm:bulletEnabled val="1"/>
        </dgm:presLayoutVars>
      </dgm:prSet>
      <dgm:spPr/>
    </dgm:pt>
    <dgm:pt modelId="{A8132570-15BC-214C-94B1-D60021E47B7E}" type="pres">
      <dgm:prSet presAssocID="{566E6E08-5A1C-48D9-9DAE-0E0A84D2145B}" presName="FourConn_2-3" presStyleLbl="fgAccFollowNode1" presStyleIdx="1" presStyleCnt="3">
        <dgm:presLayoutVars>
          <dgm:bulletEnabled val="1"/>
        </dgm:presLayoutVars>
      </dgm:prSet>
      <dgm:spPr/>
    </dgm:pt>
    <dgm:pt modelId="{CA9BFFC3-97AA-F54E-AA55-F445408C2077}" type="pres">
      <dgm:prSet presAssocID="{566E6E08-5A1C-48D9-9DAE-0E0A84D2145B}" presName="FourConn_3-4" presStyleLbl="fgAccFollowNode1" presStyleIdx="2" presStyleCnt="3">
        <dgm:presLayoutVars>
          <dgm:bulletEnabled val="1"/>
        </dgm:presLayoutVars>
      </dgm:prSet>
      <dgm:spPr/>
    </dgm:pt>
    <dgm:pt modelId="{D1CE635B-5AFD-3E47-A0E2-9EB43C989DFF}" type="pres">
      <dgm:prSet presAssocID="{566E6E08-5A1C-48D9-9DAE-0E0A84D2145B}" presName="FourNodes_1_text" presStyleLbl="node1" presStyleIdx="3" presStyleCnt="4">
        <dgm:presLayoutVars>
          <dgm:bulletEnabled val="1"/>
        </dgm:presLayoutVars>
      </dgm:prSet>
      <dgm:spPr/>
    </dgm:pt>
    <dgm:pt modelId="{6624EF47-BD2B-BC47-A620-AB7F0ACAFF43}" type="pres">
      <dgm:prSet presAssocID="{566E6E08-5A1C-48D9-9DAE-0E0A84D2145B}" presName="FourNodes_2_text" presStyleLbl="node1" presStyleIdx="3" presStyleCnt="4">
        <dgm:presLayoutVars>
          <dgm:bulletEnabled val="1"/>
        </dgm:presLayoutVars>
      </dgm:prSet>
      <dgm:spPr/>
    </dgm:pt>
    <dgm:pt modelId="{69879678-CAC5-9249-BB3F-5B93C6588DE3}" type="pres">
      <dgm:prSet presAssocID="{566E6E08-5A1C-48D9-9DAE-0E0A84D2145B}" presName="FourNodes_3_text" presStyleLbl="node1" presStyleIdx="3" presStyleCnt="4">
        <dgm:presLayoutVars>
          <dgm:bulletEnabled val="1"/>
        </dgm:presLayoutVars>
      </dgm:prSet>
      <dgm:spPr/>
    </dgm:pt>
    <dgm:pt modelId="{BE69526A-807E-F641-948B-287846BC27B9}" type="pres">
      <dgm:prSet presAssocID="{566E6E08-5A1C-48D9-9DAE-0E0A84D2145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0A90910-A4A7-5842-A0AF-EF018A91D644}" type="presOf" srcId="{FB25DDC1-2503-425D-87D7-511375A67AFD}" destId="{B6FA6776-A95A-694A-9BFC-BD1DD3EEECC3}" srcOrd="0" destOrd="0" presId="urn:microsoft.com/office/officeart/2005/8/layout/vProcess5"/>
    <dgm:cxn modelId="{FD40BB10-9C91-D74F-8FA9-857E28D1F905}" type="presOf" srcId="{B43FD7B6-3123-439F-A8C5-CC20638BE1EB}" destId="{6624EF47-BD2B-BC47-A620-AB7F0ACAFF43}" srcOrd="1" destOrd="0" presId="urn:microsoft.com/office/officeart/2005/8/layout/vProcess5"/>
    <dgm:cxn modelId="{9B41B41D-FE7F-9144-9EBD-75E8405A769C}" type="presOf" srcId="{FB25DDC1-2503-425D-87D7-511375A67AFD}" destId="{D1CE635B-5AFD-3E47-A0E2-9EB43C989DFF}" srcOrd="1" destOrd="0" presId="urn:microsoft.com/office/officeart/2005/8/layout/vProcess5"/>
    <dgm:cxn modelId="{39CAFE2A-4176-DC4B-A868-66D57648960B}" type="presOf" srcId="{E44E25CC-A88D-4F80-9706-8B988D55A489}" destId="{AC517343-D60C-A144-AFFB-2EBA67F4CB84}" srcOrd="0" destOrd="0" presId="urn:microsoft.com/office/officeart/2005/8/layout/vProcess5"/>
    <dgm:cxn modelId="{C89ED730-D08A-2542-A86F-840980B29B63}" type="presOf" srcId="{E44E25CC-A88D-4F80-9706-8B988D55A489}" destId="{BE69526A-807E-F641-948B-287846BC27B9}" srcOrd="1" destOrd="0" presId="urn:microsoft.com/office/officeart/2005/8/layout/vProcess5"/>
    <dgm:cxn modelId="{0E036549-A474-4C6E-BD85-8BB6997BF05A}" srcId="{566E6E08-5A1C-48D9-9DAE-0E0A84D2145B}" destId="{B43FD7B6-3123-439F-A8C5-CC20638BE1EB}" srcOrd="1" destOrd="0" parTransId="{B99A4B8B-1DFB-43A2-9F32-1F062FA5C665}" sibTransId="{957B8ECB-DE4F-4EED-9DA8-2CBA8EEBD6F0}"/>
    <dgm:cxn modelId="{AB26C154-465E-2347-BBA4-A65B9EDD5BB7}" type="presOf" srcId="{566E6E08-5A1C-48D9-9DAE-0E0A84D2145B}" destId="{CE8BFB4D-3131-4C41-9FA8-8EF57FDCFA79}" srcOrd="0" destOrd="0" presId="urn:microsoft.com/office/officeart/2005/8/layout/vProcess5"/>
    <dgm:cxn modelId="{C3C90557-DCE5-43B3-8B26-1E56EDA84C9B}" srcId="{566E6E08-5A1C-48D9-9DAE-0E0A84D2145B}" destId="{11F7202C-6755-46C3-AC84-4FC705CF248C}" srcOrd="2" destOrd="0" parTransId="{73FB7721-C35A-43FA-8C0F-F455CBD023DB}" sibTransId="{0CCEB7F4-969E-477C-A0C4-F4D6BC7E654C}"/>
    <dgm:cxn modelId="{9C65B360-C34D-43B0-A3C2-2B526906A207}" srcId="{566E6E08-5A1C-48D9-9DAE-0E0A84D2145B}" destId="{E44E25CC-A88D-4F80-9706-8B988D55A489}" srcOrd="3" destOrd="0" parTransId="{28E47A2A-B020-4BA0-BB4E-9456B8962AD9}" sibTransId="{CE8AFBCD-E83D-4BE8-A895-ACFB9C2EF238}"/>
    <dgm:cxn modelId="{5340EF87-BFBC-D845-BB81-8D5917974C94}" type="presOf" srcId="{11F7202C-6755-46C3-AC84-4FC705CF248C}" destId="{69879678-CAC5-9249-BB3F-5B93C6588DE3}" srcOrd="1" destOrd="0" presId="urn:microsoft.com/office/officeart/2005/8/layout/vProcess5"/>
    <dgm:cxn modelId="{4EFDAAA0-5FE9-47C8-8B4D-4D7443669C20}" srcId="{566E6E08-5A1C-48D9-9DAE-0E0A84D2145B}" destId="{FB25DDC1-2503-425D-87D7-511375A67AFD}" srcOrd="0" destOrd="0" parTransId="{486BC939-B81A-495F-9D57-82958705243D}" sibTransId="{3E22A0AF-A6F9-4D0E-B44D-417A11AA409B}"/>
    <dgm:cxn modelId="{B93832B4-FDFF-0041-8D0B-D40EAC1F17F6}" type="presOf" srcId="{11F7202C-6755-46C3-AC84-4FC705CF248C}" destId="{873F89E8-96D2-CD43-8152-CD7F443D828E}" srcOrd="0" destOrd="0" presId="urn:microsoft.com/office/officeart/2005/8/layout/vProcess5"/>
    <dgm:cxn modelId="{B1F48CC5-C6F9-BF41-93C9-F03BDE3D49DE}" type="presOf" srcId="{957B8ECB-DE4F-4EED-9DA8-2CBA8EEBD6F0}" destId="{A8132570-15BC-214C-94B1-D60021E47B7E}" srcOrd="0" destOrd="0" presId="urn:microsoft.com/office/officeart/2005/8/layout/vProcess5"/>
    <dgm:cxn modelId="{87291DD2-6514-834F-933C-113092E8BDF1}" type="presOf" srcId="{B43FD7B6-3123-439F-A8C5-CC20638BE1EB}" destId="{D503EC06-7209-9749-B07E-E8099972AAA9}" srcOrd="0" destOrd="0" presId="urn:microsoft.com/office/officeart/2005/8/layout/vProcess5"/>
    <dgm:cxn modelId="{D0E093E5-AD7A-0A4A-BCC2-E326444E04B3}" type="presOf" srcId="{3E22A0AF-A6F9-4D0E-B44D-417A11AA409B}" destId="{65A4D52D-5682-0B45-9C24-09AF281B2D6B}" srcOrd="0" destOrd="0" presId="urn:microsoft.com/office/officeart/2005/8/layout/vProcess5"/>
    <dgm:cxn modelId="{4471E6EF-0B2A-134C-AF6B-051782A305A4}" type="presOf" srcId="{0CCEB7F4-969E-477C-A0C4-F4D6BC7E654C}" destId="{CA9BFFC3-97AA-F54E-AA55-F445408C2077}" srcOrd="0" destOrd="0" presId="urn:microsoft.com/office/officeart/2005/8/layout/vProcess5"/>
    <dgm:cxn modelId="{781B5D2B-F861-F74C-935D-8F644C0E0486}" type="presParOf" srcId="{CE8BFB4D-3131-4C41-9FA8-8EF57FDCFA79}" destId="{F37DEBC9-3509-974E-91CA-27FFBEBE29F4}" srcOrd="0" destOrd="0" presId="urn:microsoft.com/office/officeart/2005/8/layout/vProcess5"/>
    <dgm:cxn modelId="{044F2949-FD1D-FB4D-966A-52F33590248C}" type="presParOf" srcId="{CE8BFB4D-3131-4C41-9FA8-8EF57FDCFA79}" destId="{B6FA6776-A95A-694A-9BFC-BD1DD3EEECC3}" srcOrd="1" destOrd="0" presId="urn:microsoft.com/office/officeart/2005/8/layout/vProcess5"/>
    <dgm:cxn modelId="{23D578A6-E208-1044-AB26-2048F1DA05D6}" type="presParOf" srcId="{CE8BFB4D-3131-4C41-9FA8-8EF57FDCFA79}" destId="{D503EC06-7209-9749-B07E-E8099972AAA9}" srcOrd="2" destOrd="0" presId="urn:microsoft.com/office/officeart/2005/8/layout/vProcess5"/>
    <dgm:cxn modelId="{C680B55D-9895-D841-BC42-BC22E8638B29}" type="presParOf" srcId="{CE8BFB4D-3131-4C41-9FA8-8EF57FDCFA79}" destId="{873F89E8-96D2-CD43-8152-CD7F443D828E}" srcOrd="3" destOrd="0" presId="urn:microsoft.com/office/officeart/2005/8/layout/vProcess5"/>
    <dgm:cxn modelId="{7D32F693-A809-2C45-B6CC-AA8A17A9C105}" type="presParOf" srcId="{CE8BFB4D-3131-4C41-9FA8-8EF57FDCFA79}" destId="{AC517343-D60C-A144-AFFB-2EBA67F4CB84}" srcOrd="4" destOrd="0" presId="urn:microsoft.com/office/officeart/2005/8/layout/vProcess5"/>
    <dgm:cxn modelId="{36F08E6B-0CB8-8547-A975-B0AB15B0FCC8}" type="presParOf" srcId="{CE8BFB4D-3131-4C41-9FA8-8EF57FDCFA79}" destId="{65A4D52D-5682-0B45-9C24-09AF281B2D6B}" srcOrd="5" destOrd="0" presId="urn:microsoft.com/office/officeart/2005/8/layout/vProcess5"/>
    <dgm:cxn modelId="{AEF23B0F-2474-C348-9C79-9172A0BB882C}" type="presParOf" srcId="{CE8BFB4D-3131-4C41-9FA8-8EF57FDCFA79}" destId="{A8132570-15BC-214C-94B1-D60021E47B7E}" srcOrd="6" destOrd="0" presId="urn:microsoft.com/office/officeart/2005/8/layout/vProcess5"/>
    <dgm:cxn modelId="{98FF2155-72CC-4C41-A1C7-F7347D731D9C}" type="presParOf" srcId="{CE8BFB4D-3131-4C41-9FA8-8EF57FDCFA79}" destId="{CA9BFFC3-97AA-F54E-AA55-F445408C2077}" srcOrd="7" destOrd="0" presId="urn:microsoft.com/office/officeart/2005/8/layout/vProcess5"/>
    <dgm:cxn modelId="{19AB27DC-1A89-BC4F-A52D-2F1EEBD8AF7C}" type="presParOf" srcId="{CE8BFB4D-3131-4C41-9FA8-8EF57FDCFA79}" destId="{D1CE635B-5AFD-3E47-A0E2-9EB43C989DFF}" srcOrd="8" destOrd="0" presId="urn:microsoft.com/office/officeart/2005/8/layout/vProcess5"/>
    <dgm:cxn modelId="{B7CF8BAB-A1CF-554E-A2BC-A1827749AFF5}" type="presParOf" srcId="{CE8BFB4D-3131-4C41-9FA8-8EF57FDCFA79}" destId="{6624EF47-BD2B-BC47-A620-AB7F0ACAFF43}" srcOrd="9" destOrd="0" presId="urn:microsoft.com/office/officeart/2005/8/layout/vProcess5"/>
    <dgm:cxn modelId="{B0570F95-DD1A-E04E-BC93-B0C13B6318D5}" type="presParOf" srcId="{CE8BFB4D-3131-4C41-9FA8-8EF57FDCFA79}" destId="{69879678-CAC5-9249-BB3F-5B93C6588DE3}" srcOrd="10" destOrd="0" presId="urn:microsoft.com/office/officeart/2005/8/layout/vProcess5"/>
    <dgm:cxn modelId="{89A20142-43FD-8B4E-9703-6A373A45F0C1}" type="presParOf" srcId="{CE8BFB4D-3131-4C41-9FA8-8EF57FDCFA79}" destId="{BE69526A-807E-F641-948B-287846BC27B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0B88A1-9D29-44CA-B4F0-3EFC00EEB3B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32D5490-70E4-4A59-BF6A-E840CC661432}">
      <dgm:prSet/>
      <dgm:spPr/>
      <dgm:t>
        <a:bodyPr/>
        <a:lstStyle/>
        <a:p>
          <a:r>
            <a:rPr lang="en-US" b="1"/>
            <a:t>MVC pose les bases… mais fait émerger des besoins architecturaux récurrents :</a:t>
          </a:r>
          <a:endParaRPr lang="en-US"/>
        </a:p>
      </dgm:t>
    </dgm:pt>
    <dgm:pt modelId="{13186C79-099D-4E8C-BD23-0F977158D7E4}" type="parTrans" cxnId="{46A5A555-7EDB-432E-B4D5-8AA2B83BB4A2}">
      <dgm:prSet/>
      <dgm:spPr/>
      <dgm:t>
        <a:bodyPr/>
        <a:lstStyle/>
        <a:p>
          <a:endParaRPr lang="en-US"/>
        </a:p>
      </dgm:t>
    </dgm:pt>
    <dgm:pt modelId="{77621E2E-DA8A-4B2C-86C5-0BB2AB70D6D4}" type="sibTrans" cxnId="{46A5A555-7EDB-432E-B4D5-8AA2B83BB4A2}">
      <dgm:prSet/>
      <dgm:spPr/>
      <dgm:t>
        <a:bodyPr/>
        <a:lstStyle/>
        <a:p>
          <a:endParaRPr lang="en-US"/>
        </a:p>
      </dgm:t>
    </dgm:pt>
    <dgm:pt modelId="{AF80D304-28D8-414E-8DBA-343F9C3A1EFD}">
      <dgm:prSet/>
      <dgm:spPr/>
      <dgm:t>
        <a:bodyPr/>
        <a:lstStyle/>
        <a:p>
          <a:r>
            <a:rPr lang="en-US"/>
            <a:t>Le </a:t>
          </a:r>
          <a:r>
            <a:rPr lang="en-US" b="1"/>
            <a:t>modèle change</a:t>
          </a:r>
          <a:r>
            <a:rPr lang="en-US"/>
            <a:t>, la vue doit suivre → besoin d’un mécanisme de notification (</a:t>
          </a:r>
          <a:r>
            <a:rPr lang="en-US" b="1"/>
            <a:t>Observer</a:t>
          </a:r>
          <a:r>
            <a:rPr lang="en-US"/>
            <a:t>)</a:t>
          </a:r>
        </a:p>
      </dgm:t>
    </dgm:pt>
    <dgm:pt modelId="{95E1B783-5088-4F26-8FAF-52C02DDE7E4A}" type="parTrans" cxnId="{97F4A85C-7900-4AB7-BDA5-8F72B347B592}">
      <dgm:prSet/>
      <dgm:spPr/>
      <dgm:t>
        <a:bodyPr/>
        <a:lstStyle/>
        <a:p>
          <a:endParaRPr lang="en-US"/>
        </a:p>
      </dgm:t>
    </dgm:pt>
    <dgm:pt modelId="{DDB7D599-808E-4A82-8642-170FB9951588}" type="sibTrans" cxnId="{97F4A85C-7900-4AB7-BDA5-8F72B347B592}">
      <dgm:prSet/>
      <dgm:spPr/>
      <dgm:t>
        <a:bodyPr/>
        <a:lstStyle/>
        <a:p>
          <a:endParaRPr lang="en-US"/>
        </a:p>
      </dgm:t>
    </dgm:pt>
    <dgm:pt modelId="{BF1286F7-155F-40B8-8BE2-2521A489E8AE}">
      <dgm:prSet/>
      <dgm:spPr/>
      <dgm:t>
        <a:bodyPr/>
        <a:lstStyle/>
        <a:p>
          <a:r>
            <a:rPr lang="en-US"/>
            <a:t>Le </a:t>
          </a:r>
          <a:r>
            <a:rPr lang="en-US" b="1"/>
            <a:t>contrôleur applique différentes règles de jeu</a:t>
          </a:r>
          <a:r>
            <a:rPr lang="en-US"/>
            <a:t> → besoin d’algorithmes interchangeables (</a:t>
          </a:r>
          <a:r>
            <a:rPr lang="en-US" b="1"/>
            <a:t>Strategy</a:t>
          </a:r>
          <a:r>
            <a:rPr lang="en-US"/>
            <a:t>)</a:t>
          </a:r>
        </a:p>
      </dgm:t>
    </dgm:pt>
    <dgm:pt modelId="{CA6568C9-A726-489F-B9D5-7DB8473616F8}" type="parTrans" cxnId="{E3A8F3C6-707B-4353-B3BD-2862A3EC4AC5}">
      <dgm:prSet/>
      <dgm:spPr/>
      <dgm:t>
        <a:bodyPr/>
        <a:lstStyle/>
        <a:p>
          <a:endParaRPr lang="en-US"/>
        </a:p>
      </dgm:t>
    </dgm:pt>
    <dgm:pt modelId="{5C001CB5-07D5-472F-A339-7CAAE2851191}" type="sibTrans" cxnId="{E3A8F3C6-707B-4353-B3BD-2862A3EC4AC5}">
      <dgm:prSet/>
      <dgm:spPr/>
      <dgm:t>
        <a:bodyPr/>
        <a:lstStyle/>
        <a:p>
          <a:endParaRPr lang="en-US"/>
        </a:p>
      </dgm:t>
    </dgm:pt>
    <dgm:pt modelId="{397BA465-2147-44F8-90D4-7AAFE3F4C66D}">
      <dgm:prSet/>
      <dgm:spPr/>
      <dgm:t>
        <a:bodyPr/>
        <a:lstStyle/>
        <a:p>
          <a:r>
            <a:rPr lang="en-US"/>
            <a:t>Plusieurs </a:t>
          </a:r>
          <a:r>
            <a:rPr lang="en-US" b="1"/>
            <a:t>vues doivent être pilotées simultanément</a:t>
          </a:r>
          <a:r>
            <a:rPr lang="en-US"/>
            <a:t> → besoin d’un regroupement uniforme (</a:t>
          </a:r>
          <a:r>
            <a:rPr lang="en-US" b="1"/>
            <a:t>Composite</a:t>
          </a:r>
          <a:r>
            <a:rPr lang="en-US"/>
            <a:t>)</a:t>
          </a:r>
        </a:p>
      </dgm:t>
    </dgm:pt>
    <dgm:pt modelId="{DD1C65BC-17AD-43F9-92BD-309DC55C17EC}" type="parTrans" cxnId="{06D10FCA-55AB-4D2E-B408-77AE53627DDD}">
      <dgm:prSet/>
      <dgm:spPr/>
      <dgm:t>
        <a:bodyPr/>
        <a:lstStyle/>
        <a:p>
          <a:endParaRPr lang="en-US"/>
        </a:p>
      </dgm:t>
    </dgm:pt>
    <dgm:pt modelId="{28FA9345-E13A-4A6A-BCBF-3B15277698DD}" type="sibTrans" cxnId="{06D10FCA-55AB-4D2E-B408-77AE53627DDD}">
      <dgm:prSet/>
      <dgm:spPr/>
      <dgm:t>
        <a:bodyPr/>
        <a:lstStyle/>
        <a:p>
          <a:endParaRPr lang="en-US"/>
        </a:p>
      </dgm:t>
    </dgm:pt>
    <dgm:pt modelId="{7661FF05-A9E7-4CE5-9553-63F54533B049}">
      <dgm:prSet/>
      <dgm:spPr/>
      <dgm:t>
        <a:bodyPr/>
        <a:lstStyle/>
        <a:p>
          <a:r>
            <a:rPr lang="en-US"/>
            <a:t>La </a:t>
          </a:r>
          <a:r>
            <a:rPr lang="en-US" b="1"/>
            <a:t>construction du deck</a:t>
          </a:r>
          <a:r>
            <a:rPr lang="en-US"/>
            <a:t> doit être flexible (52, 32, tests…) → besoin de déléguer la création (</a:t>
          </a:r>
          <a:r>
            <a:rPr lang="en-US" b="1"/>
            <a:t>Factory Method</a:t>
          </a:r>
          <a:r>
            <a:rPr lang="en-US"/>
            <a:t>)</a:t>
          </a:r>
        </a:p>
      </dgm:t>
    </dgm:pt>
    <dgm:pt modelId="{9EBDB9D5-FD33-4E22-AB95-5641CFA0097F}" type="parTrans" cxnId="{285B9F5D-8FC9-4E3F-A162-3B9168768E52}">
      <dgm:prSet/>
      <dgm:spPr/>
      <dgm:t>
        <a:bodyPr/>
        <a:lstStyle/>
        <a:p>
          <a:endParaRPr lang="en-US"/>
        </a:p>
      </dgm:t>
    </dgm:pt>
    <dgm:pt modelId="{E1790B0A-A045-41B1-8A20-2E6F8B02CB12}" type="sibTrans" cxnId="{285B9F5D-8FC9-4E3F-A162-3B9168768E52}">
      <dgm:prSet/>
      <dgm:spPr/>
      <dgm:t>
        <a:bodyPr/>
        <a:lstStyle/>
        <a:p>
          <a:endParaRPr lang="en-US"/>
        </a:p>
      </dgm:t>
    </dgm:pt>
    <dgm:pt modelId="{2C97D74D-EF6B-E442-B467-A656D2DB51DF}" type="pres">
      <dgm:prSet presAssocID="{E10B88A1-9D29-44CA-B4F0-3EFC00EEB3B1}" presName="diagram" presStyleCnt="0">
        <dgm:presLayoutVars>
          <dgm:dir/>
          <dgm:resizeHandles val="exact"/>
        </dgm:presLayoutVars>
      </dgm:prSet>
      <dgm:spPr/>
    </dgm:pt>
    <dgm:pt modelId="{E4DE78BC-EA20-2841-8569-1B65BED5810E}" type="pres">
      <dgm:prSet presAssocID="{F32D5490-70E4-4A59-BF6A-E840CC661432}" presName="node" presStyleLbl="node1" presStyleIdx="0" presStyleCnt="5">
        <dgm:presLayoutVars>
          <dgm:bulletEnabled val="1"/>
        </dgm:presLayoutVars>
      </dgm:prSet>
      <dgm:spPr/>
    </dgm:pt>
    <dgm:pt modelId="{AED5B442-1211-7D41-A6EC-1CC746AEC72B}" type="pres">
      <dgm:prSet presAssocID="{77621E2E-DA8A-4B2C-86C5-0BB2AB70D6D4}" presName="sibTrans" presStyleCnt="0"/>
      <dgm:spPr/>
    </dgm:pt>
    <dgm:pt modelId="{753CDF0D-8021-9E44-8506-7D303778041B}" type="pres">
      <dgm:prSet presAssocID="{AF80D304-28D8-414E-8DBA-343F9C3A1EFD}" presName="node" presStyleLbl="node1" presStyleIdx="1" presStyleCnt="5">
        <dgm:presLayoutVars>
          <dgm:bulletEnabled val="1"/>
        </dgm:presLayoutVars>
      </dgm:prSet>
      <dgm:spPr/>
    </dgm:pt>
    <dgm:pt modelId="{705700A1-31F4-3949-8B21-695BDA6F8DA3}" type="pres">
      <dgm:prSet presAssocID="{DDB7D599-808E-4A82-8642-170FB9951588}" presName="sibTrans" presStyleCnt="0"/>
      <dgm:spPr/>
    </dgm:pt>
    <dgm:pt modelId="{49A028A5-E6AB-AF42-90A4-0924D3B8B909}" type="pres">
      <dgm:prSet presAssocID="{BF1286F7-155F-40B8-8BE2-2521A489E8AE}" presName="node" presStyleLbl="node1" presStyleIdx="2" presStyleCnt="5">
        <dgm:presLayoutVars>
          <dgm:bulletEnabled val="1"/>
        </dgm:presLayoutVars>
      </dgm:prSet>
      <dgm:spPr/>
    </dgm:pt>
    <dgm:pt modelId="{0E2D4AF6-01C3-154D-91F8-22B816F0B63E}" type="pres">
      <dgm:prSet presAssocID="{5C001CB5-07D5-472F-A339-7CAAE2851191}" presName="sibTrans" presStyleCnt="0"/>
      <dgm:spPr/>
    </dgm:pt>
    <dgm:pt modelId="{A240B0B5-3CB0-5747-B336-5F998F58433B}" type="pres">
      <dgm:prSet presAssocID="{397BA465-2147-44F8-90D4-7AAFE3F4C66D}" presName="node" presStyleLbl="node1" presStyleIdx="3" presStyleCnt="5">
        <dgm:presLayoutVars>
          <dgm:bulletEnabled val="1"/>
        </dgm:presLayoutVars>
      </dgm:prSet>
      <dgm:spPr/>
    </dgm:pt>
    <dgm:pt modelId="{DF393BA0-28A0-054F-918B-C4DE12691E8C}" type="pres">
      <dgm:prSet presAssocID="{28FA9345-E13A-4A6A-BCBF-3B15277698DD}" presName="sibTrans" presStyleCnt="0"/>
      <dgm:spPr/>
    </dgm:pt>
    <dgm:pt modelId="{806B2AF4-E988-D94E-9278-638BD04A5CE8}" type="pres">
      <dgm:prSet presAssocID="{7661FF05-A9E7-4CE5-9553-63F54533B049}" presName="node" presStyleLbl="node1" presStyleIdx="4" presStyleCnt="5">
        <dgm:presLayoutVars>
          <dgm:bulletEnabled val="1"/>
        </dgm:presLayoutVars>
      </dgm:prSet>
      <dgm:spPr/>
    </dgm:pt>
  </dgm:ptLst>
  <dgm:cxnLst>
    <dgm:cxn modelId="{63958206-AF3F-2640-864A-CA40D848DFC0}" type="presOf" srcId="{7661FF05-A9E7-4CE5-9553-63F54533B049}" destId="{806B2AF4-E988-D94E-9278-638BD04A5CE8}" srcOrd="0" destOrd="0" presId="urn:microsoft.com/office/officeart/2005/8/layout/default"/>
    <dgm:cxn modelId="{11F4F706-0064-0646-B91A-A33289AEFD7E}" type="presOf" srcId="{F32D5490-70E4-4A59-BF6A-E840CC661432}" destId="{E4DE78BC-EA20-2841-8569-1B65BED5810E}" srcOrd="0" destOrd="0" presId="urn:microsoft.com/office/officeart/2005/8/layout/default"/>
    <dgm:cxn modelId="{46A5A555-7EDB-432E-B4D5-8AA2B83BB4A2}" srcId="{E10B88A1-9D29-44CA-B4F0-3EFC00EEB3B1}" destId="{F32D5490-70E4-4A59-BF6A-E840CC661432}" srcOrd="0" destOrd="0" parTransId="{13186C79-099D-4E8C-BD23-0F977158D7E4}" sibTransId="{77621E2E-DA8A-4B2C-86C5-0BB2AB70D6D4}"/>
    <dgm:cxn modelId="{97F4A85C-7900-4AB7-BDA5-8F72B347B592}" srcId="{E10B88A1-9D29-44CA-B4F0-3EFC00EEB3B1}" destId="{AF80D304-28D8-414E-8DBA-343F9C3A1EFD}" srcOrd="1" destOrd="0" parTransId="{95E1B783-5088-4F26-8FAF-52C02DDE7E4A}" sibTransId="{DDB7D599-808E-4A82-8642-170FB9951588}"/>
    <dgm:cxn modelId="{285B9F5D-8FC9-4E3F-A162-3B9168768E52}" srcId="{E10B88A1-9D29-44CA-B4F0-3EFC00EEB3B1}" destId="{7661FF05-A9E7-4CE5-9553-63F54533B049}" srcOrd="4" destOrd="0" parTransId="{9EBDB9D5-FD33-4E22-AB95-5641CFA0097F}" sibTransId="{E1790B0A-A045-41B1-8A20-2E6F8B02CB12}"/>
    <dgm:cxn modelId="{675FB46B-88D0-DE42-AA17-E011382CD8C5}" type="presOf" srcId="{AF80D304-28D8-414E-8DBA-343F9C3A1EFD}" destId="{753CDF0D-8021-9E44-8506-7D303778041B}" srcOrd="0" destOrd="0" presId="urn:microsoft.com/office/officeart/2005/8/layout/default"/>
    <dgm:cxn modelId="{12BDE691-BCE1-3445-8F81-8347BDA674FF}" type="presOf" srcId="{E10B88A1-9D29-44CA-B4F0-3EFC00EEB3B1}" destId="{2C97D74D-EF6B-E442-B467-A656D2DB51DF}" srcOrd="0" destOrd="0" presId="urn:microsoft.com/office/officeart/2005/8/layout/default"/>
    <dgm:cxn modelId="{026AA1A6-5CB1-054A-A7A6-9D76A8BF8353}" type="presOf" srcId="{BF1286F7-155F-40B8-8BE2-2521A489E8AE}" destId="{49A028A5-E6AB-AF42-90A4-0924D3B8B909}" srcOrd="0" destOrd="0" presId="urn:microsoft.com/office/officeart/2005/8/layout/default"/>
    <dgm:cxn modelId="{C68E3EB8-A2ED-3B45-9108-1AF84D5EFECD}" type="presOf" srcId="{397BA465-2147-44F8-90D4-7AAFE3F4C66D}" destId="{A240B0B5-3CB0-5747-B336-5F998F58433B}" srcOrd="0" destOrd="0" presId="urn:microsoft.com/office/officeart/2005/8/layout/default"/>
    <dgm:cxn modelId="{E3A8F3C6-707B-4353-B3BD-2862A3EC4AC5}" srcId="{E10B88A1-9D29-44CA-B4F0-3EFC00EEB3B1}" destId="{BF1286F7-155F-40B8-8BE2-2521A489E8AE}" srcOrd="2" destOrd="0" parTransId="{CA6568C9-A726-489F-B9D5-7DB8473616F8}" sibTransId="{5C001CB5-07D5-472F-A339-7CAAE2851191}"/>
    <dgm:cxn modelId="{06D10FCA-55AB-4D2E-B408-77AE53627DDD}" srcId="{E10B88A1-9D29-44CA-B4F0-3EFC00EEB3B1}" destId="{397BA465-2147-44F8-90D4-7AAFE3F4C66D}" srcOrd="3" destOrd="0" parTransId="{DD1C65BC-17AD-43F9-92BD-309DC55C17EC}" sibTransId="{28FA9345-E13A-4A6A-BCBF-3B15277698DD}"/>
    <dgm:cxn modelId="{87D389A4-797D-294F-8857-D05F9D40FFA8}" type="presParOf" srcId="{2C97D74D-EF6B-E442-B467-A656D2DB51DF}" destId="{E4DE78BC-EA20-2841-8569-1B65BED5810E}" srcOrd="0" destOrd="0" presId="urn:microsoft.com/office/officeart/2005/8/layout/default"/>
    <dgm:cxn modelId="{8CB7BB62-1F1A-5A43-9C94-929865E5B51D}" type="presParOf" srcId="{2C97D74D-EF6B-E442-B467-A656D2DB51DF}" destId="{AED5B442-1211-7D41-A6EC-1CC746AEC72B}" srcOrd="1" destOrd="0" presId="urn:microsoft.com/office/officeart/2005/8/layout/default"/>
    <dgm:cxn modelId="{E4B4471F-BF0C-CD4E-8C1A-DF50019F156F}" type="presParOf" srcId="{2C97D74D-EF6B-E442-B467-A656D2DB51DF}" destId="{753CDF0D-8021-9E44-8506-7D303778041B}" srcOrd="2" destOrd="0" presId="urn:microsoft.com/office/officeart/2005/8/layout/default"/>
    <dgm:cxn modelId="{57CBAB23-C56C-D046-8EFB-FF6218E82C91}" type="presParOf" srcId="{2C97D74D-EF6B-E442-B467-A656D2DB51DF}" destId="{705700A1-31F4-3949-8B21-695BDA6F8DA3}" srcOrd="3" destOrd="0" presId="urn:microsoft.com/office/officeart/2005/8/layout/default"/>
    <dgm:cxn modelId="{E6A5844F-B056-D449-9385-856845F452B8}" type="presParOf" srcId="{2C97D74D-EF6B-E442-B467-A656D2DB51DF}" destId="{49A028A5-E6AB-AF42-90A4-0924D3B8B909}" srcOrd="4" destOrd="0" presId="urn:microsoft.com/office/officeart/2005/8/layout/default"/>
    <dgm:cxn modelId="{9A757407-4363-C04A-817A-EAD9193543F5}" type="presParOf" srcId="{2C97D74D-EF6B-E442-B467-A656D2DB51DF}" destId="{0E2D4AF6-01C3-154D-91F8-22B816F0B63E}" srcOrd="5" destOrd="0" presId="urn:microsoft.com/office/officeart/2005/8/layout/default"/>
    <dgm:cxn modelId="{3C966FCA-59EA-E949-803A-36F4AE62B1F2}" type="presParOf" srcId="{2C97D74D-EF6B-E442-B467-A656D2DB51DF}" destId="{A240B0B5-3CB0-5747-B336-5F998F58433B}" srcOrd="6" destOrd="0" presId="urn:microsoft.com/office/officeart/2005/8/layout/default"/>
    <dgm:cxn modelId="{10ECFFCA-C72B-8A4B-A00D-2F026D9C457F}" type="presParOf" srcId="{2C97D74D-EF6B-E442-B467-A656D2DB51DF}" destId="{DF393BA0-28A0-054F-918B-C4DE12691E8C}" srcOrd="7" destOrd="0" presId="urn:microsoft.com/office/officeart/2005/8/layout/default"/>
    <dgm:cxn modelId="{8EE62EE3-4C89-E449-9EC3-E939FA3ECDAD}" type="presParOf" srcId="{2C97D74D-EF6B-E442-B467-A656D2DB51DF}" destId="{806B2AF4-E988-D94E-9278-638BD04A5CE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380C41-4E0D-4299-A3AD-57E9D937F58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BF4DE2-875D-42EC-A493-496819470031}">
      <dgm:prSet/>
      <dgm:spPr/>
      <dgm:t>
        <a:bodyPr/>
        <a:lstStyle/>
        <a:p>
          <a:r>
            <a:rPr lang="en-US" b="1"/>
            <a:t>MVC met naturellement en évidence des points d’extension.</a:t>
          </a:r>
          <a:endParaRPr lang="en-US"/>
        </a:p>
      </dgm:t>
    </dgm:pt>
    <dgm:pt modelId="{459C20CC-E293-4C19-87A1-A12D3D144207}" type="parTrans" cxnId="{8D40D57C-CB80-4897-BC4E-A655470DCC4B}">
      <dgm:prSet/>
      <dgm:spPr/>
      <dgm:t>
        <a:bodyPr/>
        <a:lstStyle/>
        <a:p>
          <a:endParaRPr lang="en-US"/>
        </a:p>
      </dgm:t>
    </dgm:pt>
    <dgm:pt modelId="{D612D322-219C-43F1-AD78-30EC8C5B06FA}" type="sibTrans" cxnId="{8D40D57C-CB80-4897-BC4E-A655470DCC4B}">
      <dgm:prSet/>
      <dgm:spPr/>
      <dgm:t>
        <a:bodyPr/>
        <a:lstStyle/>
        <a:p>
          <a:endParaRPr lang="en-US"/>
        </a:p>
      </dgm:t>
    </dgm:pt>
    <dgm:pt modelId="{C0CC0B1D-9B8D-4A92-9706-B022737BE301}">
      <dgm:prSet/>
      <dgm:spPr/>
      <dgm:t>
        <a:bodyPr/>
        <a:lstStyle/>
        <a:p>
          <a:r>
            <a:rPr lang="en-US" b="1"/>
            <a:t>Les Design Patterns sont les solutions standard à ces problèmes.</a:t>
          </a:r>
          <a:endParaRPr lang="en-US"/>
        </a:p>
      </dgm:t>
    </dgm:pt>
    <dgm:pt modelId="{163D0170-C124-49B8-B694-96BADC3D00DE}" type="parTrans" cxnId="{B4887D52-69D2-44B3-A1C4-41E0A26C5673}">
      <dgm:prSet/>
      <dgm:spPr/>
      <dgm:t>
        <a:bodyPr/>
        <a:lstStyle/>
        <a:p>
          <a:endParaRPr lang="en-US"/>
        </a:p>
      </dgm:t>
    </dgm:pt>
    <dgm:pt modelId="{4B2277C4-DD65-490D-BB2B-EE63D0CF9AE6}" type="sibTrans" cxnId="{B4887D52-69D2-44B3-A1C4-41E0A26C5673}">
      <dgm:prSet/>
      <dgm:spPr/>
      <dgm:t>
        <a:bodyPr/>
        <a:lstStyle/>
        <a:p>
          <a:endParaRPr lang="en-US"/>
        </a:p>
      </dgm:t>
    </dgm:pt>
    <dgm:pt modelId="{BC37A211-4296-4946-AF36-558CFDFBAE38}">
      <dgm:prSet/>
      <dgm:spPr/>
      <dgm:t>
        <a:bodyPr/>
        <a:lstStyle/>
        <a:p>
          <a:r>
            <a:rPr lang="en-US" b="1"/>
            <a:t>Nous allons les parcourir dans le CM1, en suivant exactement les besoins du TD jeu de cartes.</a:t>
          </a:r>
          <a:endParaRPr lang="en-US"/>
        </a:p>
      </dgm:t>
    </dgm:pt>
    <dgm:pt modelId="{AA0F8DE3-0892-4250-8F02-9B242458C38D}" type="parTrans" cxnId="{956E20BE-6940-4474-8D43-114379980731}">
      <dgm:prSet/>
      <dgm:spPr/>
      <dgm:t>
        <a:bodyPr/>
        <a:lstStyle/>
        <a:p>
          <a:endParaRPr lang="en-US"/>
        </a:p>
      </dgm:t>
    </dgm:pt>
    <dgm:pt modelId="{71D0D5B0-72E5-41EE-86B1-AB1F22869335}" type="sibTrans" cxnId="{956E20BE-6940-4474-8D43-114379980731}">
      <dgm:prSet/>
      <dgm:spPr/>
      <dgm:t>
        <a:bodyPr/>
        <a:lstStyle/>
        <a:p>
          <a:endParaRPr lang="en-US"/>
        </a:p>
      </dgm:t>
    </dgm:pt>
    <dgm:pt modelId="{47E0FB76-1B85-3E4E-94E8-7F2AC00083F7}" type="pres">
      <dgm:prSet presAssocID="{38380C41-4E0D-4299-A3AD-57E9D937F5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D09349-D2F4-E449-A22A-D0B55E21D3BE}" type="pres">
      <dgm:prSet presAssocID="{78BF4DE2-875D-42EC-A493-496819470031}" presName="hierRoot1" presStyleCnt="0"/>
      <dgm:spPr/>
    </dgm:pt>
    <dgm:pt modelId="{8BB816DA-14C2-5145-99CF-7811BBF4CDF7}" type="pres">
      <dgm:prSet presAssocID="{78BF4DE2-875D-42EC-A493-496819470031}" presName="composite" presStyleCnt="0"/>
      <dgm:spPr/>
    </dgm:pt>
    <dgm:pt modelId="{5895A1D9-75EE-BC42-9615-3D851326713A}" type="pres">
      <dgm:prSet presAssocID="{78BF4DE2-875D-42EC-A493-496819470031}" presName="background" presStyleLbl="node0" presStyleIdx="0" presStyleCnt="3"/>
      <dgm:spPr/>
    </dgm:pt>
    <dgm:pt modelId="{E83D4C5D-1CC9-814A-8217-1DF5F27906B3}" type="pres">
      <dgm:prSet presAssocID="{78BF4DE2-875D-42EC-A493-496819470031}" presName="text" presStyleLbl="fgAcc0" presStyleIdx="0" presStyleCnt="3">
        <dgm:presLayoutVars>
          <dgm:chPref val="3"/>
        </dgm:presLayoutVars>
      </dgm:prSet>
      <dgm:spPr/>
    </dgm:pt>
    <dgm:pt modelId="{610EAD34-3D19-0A4E-B48B-D158895C9D93}" type="pres">
      <dgm:prSet presAssocID="{78BF4DE2-875D-42EC-A493-496819470031}" presName="hierChild2" presStyleCnt="0"/>
      <dgm:spPr/>
    </dgm:pt>
    <dgm:pt modelId="{930BEED4-28ED-4F4B-8F85-90E45FC8C196}" type="pres">
      <dgm:prSet presAssocID="{C0CC0B1D-9B8D-4A92-9706-B022737BE301}" presName="hierRoot1" presStyleCnt="0"/>
      <dgm:spPr/>
    </dgm:pt>
    <dgm:pt modelId="{C6F5E442-6CF6-5348-BF42-D20E880E1ADB}" type="pres">
      <dgm:prSet presAssocID="{C0CC0B1D-9B8D-4A92-9706-B022737BE301}" presName="composite" presStyleCnt="0"/>
      <dgm:spPr/>
    </dgm:pt>
    <dgm:pt modelId="{4A49B825-9F98-5542-80B4-8E2D3165CC3F}" type="pres">
      <dgm:prSet presAssocID="{C0CC0B1D-9B8D-4A92-9706-B022737BE301}" presName="background" presStyleLbl="node0" presStyleIdx="1" presStyleCnt="3"/>
      <dgm:spPr/>
    </dgm:pt>
    <dgm:pt modelId="{95EFEED8-FE40-6443-A8D5-E7636C061495}" type="pres">
      <dgm:prSet presAssocID="{C0CC0B1D-9B8D-4A92-9706-B022737BE301}" presName="text" presStyleLbl="fgAcc0" presStyleIdx="1" presStyleCnt="3">
        <dgm:presLayoutVars>
          <dgm:chPref val="3"/>
        </dgm:presLayoutVars>
      </dgm:prSet>
      <dgm:spPr/>
    </dgm:pt>
    <dgm:pt modelId="{3ABC10AE-D210-9C49-BF4C-D80A9CDB5148}" type="pres">
      <dgm:prSet presAssocID="{C0CC0B1D-9B8D-4A92-9706-B022737BE301}" presName="hierChild2" presStyleCnt="0"/>
      <dgm:spPr/>
    </dgm:pt>
    <dgm:pt modelId="{26EE740A-230C-5E48-8A7B-EC5DDF9B2676}" type="pres">
      <dgm:prSet presAssocID="{BC37A211-4296-4946-AF36-558CFDFBAE38}" presName="hierRoot1" presStyleCnt="0"/>
      <dgm:spPr/>
    </dgm:pt>
    <dgm:pt modelId="{4F86649D-8DE7-F644-A38A-C0D9239AE097}" type="pres">
      <dgm:prSet presAssocID="{BC37A211-4296-4946-AF36-558CFDFBAE38}" presName="composite" presStyleCnt="0"/>
      <dgm:spPr/>
    </dgm:pt>
    <dgm:pt modelId="{E4FA2A7F-6F3D-854F-90D2-13F664DA6693}" type="pres">
      <dgm:prSet presAssocID="{BC37A211-4296-4946-AF36-558CFDFBAE38}" presName="background" presStyleLbl="node0" presStyleIdx="2" presStyleCnt="3"/>
      <dgm:spPr/>
    </dgm:pt>
    <dgm:pt modelId="{84AA1BD5-DDD4-994B-8038-2DF47997F119}" type="pres">
      <dgm:prSet presAssocID="{BC37A211-4296-4946-AF36-558CFDFBAE38}" presName="text" presStyleLbl="fgAcc0" presStyleIdx="2" presStyleCnt="3">
        <dgm:presLayoutVars>
          <dgm:chPref val="3"/>
        </dgm:presLayoutVars>
      </dgm:prSet>
      <dgm:spPr/>
    </dgm:pt>
    <dgm:pt modelId="{D3E3B0BD-480C-AE43-8552-7E34E9DA5D57}" type="pres">
      <dgm:prSet presAssocID="{BC37A211-4296-4946-AF36-558CFDFBAE38}" presName="hierChild2" presStyleCnt="0"/>
      <dgm:spPr/>
    </dgm:pt>
  </dgm:ptLst>
  <dgm:cxnLst>
    <dgm:cxn modelId="{2721070B-E001-4049-B33C-33E12D78BB3E}" type="presOf" srcId="{BC37A211-4296-4946-AF36-558CFDFBAE38}" destId="{84AA1BD5-DDD4-994B-8038-2DF47997F119}" srcOrd="0" destOrd="0" presId="urn:microsoft.com/office/officeart/2005/8/layout/hierarchy1"/>
    <dgm:cxn modelId="{36652D0C-A65C-8A45-8BBB-2E0E2CFF3D9C}" type="presOf" srcId="{78BF4DE2-875D-42EC-A493-496819470031}" destId="{E83D4C5D-1CC9-814A-8217-1DF5F27906B3}" srcOrd="0" destOrd="0" presId="urn:microsoft.com/office/officeart/2005/8/layout/hierarchy1"/>
    <dgm:cxn modelId="{33894E47-A878-F84B-8194-D9A524F5F632}" type="presOf" srcId="{38380C41-4E0D-4299-A3AD-57E9D937F581}" destId="{47E0FB76-1B85-3E4E-94E8-7F2AC00083F7}" srcOrd="0" destOrd="0" presId="urn:microsoft.com/office/officeart/2005/8/layout/hierarchy1"/>
    <dgm:cxn modelId="{B4887D52-69D2-44B3-A1C4-41E0A26C5673}" srcId="{38380C41-4E0D-4299-A3AD-57E9D937F581}" destId="{C0CC0B1D-9B8D-4A92-9706-B022737BE301}" srcOrd="1" destOrd="0" parTransId="{163D0170-C124-49B8-B694-96BADC3D00DE}" sibTransId="{4B2277C4-DD65-490D-BB2B-EE63D0CF9AE6}"/>
    <dgm:cxn modelId="{8D40D57C-CB80-4897-BC4E-A655470DCC4B}" srcId="{38380C41-4E0D-4299-A3AD-57E9D937F581}" destId="{78BF4DE2-875D-42EC-A493-496819470031}" srcOrd="0" destOrd="0" parTransId="{459C20CC-E293-4C19-87A1-A12D3D144207}" sibTransId="{D612D322-219C-43F1-AD78-30EC8C5B06FA}"/>
    <dgm:cxn modelId="{9237A887-4E5A-964F-884A-2F90F052D674}" type="presOf" srcId="{C0CC0B1D-9B8D-4A92-9706-B022737BE301}" destId="{95EFEED8-FE40-6443-A8D5-E7636C061495}" srcOrd="0" destOrd="0" presId="urn:microsoft.com/office/officeart/2005/8/layout/hierarchy1"/>
    <dgm:cxn modelId="{956E20BE-6940-4474-8D43-114379980731}" srcId="{38380C41-4E0D-4299-A3AD-57E9D937F581}" destId="{BC37A211-4296-4946-AF36-558CFDFBAE38}" srcOrd="2" destOrd="0" parTransId="{AA0F8DE3-0892-4250-8F02-9B242458C38D}" sibTransId="{71D0D5B0-72E5-41EE-86B1-AB1F22869335}"/>
    <dgm:cxn modelId="{221823B4-37BE-9B4C-B709-15CB64EED51D}" type="presParOf" srcId="{47E0FB76-1B85-3E4E-94E8-7F2AC00083F7}" destId="{48D09349-D2F4-E449-A22A-D0B55E21D3BE}" srcOrd="0" destOrd="0" presId="urn:microsoft.com/office/officeart/2005/8/layout/hierarchy1"/>
    <dgm:cxn modelId="{EA025C01-6E2F-CC41-A4F7-EF3C3D50395E}" type="presParOf" srcId="{48D09349-D2F4-E449-A22A-D0B55E21D3BE}" destId="{8BB816DA-14C2-5145-99CF-7811BBF4CDF7}" srcOrd="0" destOrd="0" presId="urn:microsoft.com/office/officeart/2005/8/layout/hierarchy1"/>
    <dgm:cxn modelId="{522A329A-27CF-904C-9C82-6377AEF3E7B2}" type="presParOf" srcId="{8BB816DA-14C2-5145-99CF-7811BBF4CDF7}" destId="{5895A1D9-75EE-BC42-9615-3D851326713A}" srcOrd="0" destOrd="0" presId="urn:microsoft.com/office/officeart/2005/8/layout/hierarchy1"/>
    <dgm:cxn modelId="{67D1302A-FA0F-D343-BE8A-0FD88502AEEC}" type="presParOf" srcId="{8BB816DA-14C2-5145-99CF-7811BBF4CDF7}" destId="{E83D4C5D-1CC9-814A-8217-1DF5F27906B3}" srcOrd="1" destOrd="0" presId="urn:microsoft.com/office/officeart/2005/8/layout/hierarchy1"/>
    <dgm:cxn modelId="{B67598AF-1B69-1B4A-961E-EE237A57DF51}" type="presParOf" srcId="{48D09349-D2F4-E449-A22A-D0B55E21D3BE}" destId="{610EAD34-3D19-0A4E-B48B-D158895C9D93}" srcOrd="1" destOrd="0" presId="urn:microsoft.com/office/officeart/2005/8/layout/hierarchy1"/>
    <dgm:cxn modelId="{F42ED49B-9663-2A44-8933-D2F951D373FF}" type="presParOf" srcId="{47E0FB76-1B85-3E4E-94E8-7F2AC00083F7}" destId="{930BEED4-28ED-4F4B-8F85-90E45FC8C196}" srcOrd="1" destOrd="0" presId="urn:microsoft.com/office/officeart/2005/8/layout/hierarchy1"/>
    <dgm:cxn modelId="{A682A8C3-936E-614D-882D-5DFA7C20644B}" type="presParOf" srcId="{930BEED4-28ED-4F4B-8F85-90E45FC8C196}" destId="{C6F5E442-6CF6-5348-BF42-D20E880E1ADB}" srcOrd="0" destOrd="0" presId="urn:microsoft.com/office/officeart/2005/8/layout/hierarchy1"/>
    <dgm:cxn modelId="{170AD1AA-4A60-9B4A-931D-27D1BF4EA522}" type="presParOf" srcId="{C6F5E442-6CF6-5348-BF42-D20E880E1ADB}" destId="{4A49B825-9F98-5542-80B4-8E2D3165CC3F}" srcOrd="0" destOrd="0" presId="urn:microsoft.com/office/officeart/2005/8/layout/hierarchy1"/>
    <dgm:cxn modelId="{A40C7B68-8B36-3F4F-8D42-1E1DF59197C0}" type="presParOf" srcId="{C6F5E442-6CF6-5348-BF42-D20E880E1ADB}" destId="{95EFEED8-FE40-6443-A8D5-E7636C061495}" srcOrd="1" destOrd="0" presId="urn:microsoft.com/office/officeart/2005/8/layout/hierarchy1"/>
    <dgm:cxn modelId="{A6D84668-5FDA-9E44-9F6B-4BE7B8569804}" type="presParOf" srcId="{930BEED4-28ED-4F4B-8F85-90E45FC8C196}" destId="{3ABC10AE-D210-9C49-BF4C-D80A9CDB5148}" srcOrd="1" destOrd="0" presId="urn:microsoft.com/office/officeart/2005/8/layout/hierarchy1"/>
    <dgm:cxn modelId="{5FCD4D20-F2AE-F044-BD79-102E0220A8DF}" type="presParOf" srcId="{47E0FB76-1B85-3E4E-94E8-7F2AC00083F7}" destId="{26EE740A-230C-5E48-8A7B-EC5DDF9B2676}" srcOrd="2" destOrd="0" presId="urn:microsoft.com/office/officeart/2005/8/layout/hierarchy1"/>
    <dgm:cxn modelId="{259CF042-7979-9E44-8A26-89FB8E281145}" type="presParOf" srcId="{26EE740A-230C-5E48-8A7B-EC5DDF9B2676}" destId="{4F86649D-8DE7-F644-A38A-C0D9239AE097}" srcOrd="0" destOrd="0" presId="urn:microsoft.com/office/officeart/2005/8/layout/hierarchy1"/>
    <dgm:cxn modelId="{83279A9A-1848-D54D-B721-9DB3F77DA72E}" type="presParOf" srcId="{4F86649D-8DE7-F644-A38A-C0D9239AE097}" destId="{E4FA2A7F-6F3D-854F-90D2-13F664DA6693}" srcOrd="0" destOrd="0" presId="urn:microsoft.com/office/officeart/2005/8/layout/hierarchy1"/>
    <dgm:cxn modelId="{5AFF18E5-D3BE-094B-BDFF-08778D3B3A39}" type="presParOf" srcId="{4F86649D-8DE7-F644-A38A-C0D9239AE097}" destId="{84AA1BD5-DDD4-994B-8038-2DF47997F119}" srcOrd="1" destOrd="0" presId="urn:microsoft.com/office/officeart/2005/8/layout/hierarchy1"/>
    <dgm:cxn modelId="{91F097E2-91F7-9146-ADB8-B8A610E3972C}" type="presParOf" srcId="{26EE740A-230C-5E48-8A7B-EC5DDF9B2676}" destId="{D3E3B0BD-480C-AE43-8552-7E34E9DA5D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544A3D-4A8D-4DF9-9A9C-04685749DF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D4A6AD2-4DC3-46B9-B688-955D35AAEB6F}">
      <dgm:prSet/>
      <dgm:spPr/>
      <dgm:t>
        <a:bodyPr/>
        <a:lstStyle/>
        <a:p>
          <a:r>
            <a:rPr lang="en-GB" b="1"/>
            <a:t>Création (Creation) :</a:t>
          </a:r>
          <a:endParaRPr lang="en-US"/>
        </a:p>
      </dgm:t>
    </dgm:pt>
    <dgm:pt modelId="{F485C718-D1EC-4F54-B681-D620B3013DF9}" type="parTrans" cxnId="{30C2F27E-9904-4EE2-9095-DB3EF72C2272}">
      <dgm:prSet/>
      <dgm:spPr/>
      <dgm:t>
        <a:bodyPr/>
        <a:lstStyle/>
        <a:p>
          <a:endParaRPr lang="en-US"/>
        </a:p>
      </dgm:t>
    </dgm:pt>
    <dgm:pt modelId="{82F0F4E8-CC5A-44F7-A621-FC663727AD95}" type="sibTrans" cxnId="{30C2F27E-9904-4EE2-9095-DB3EF72C2272}">
      <dgm:prSet/>
      <dgm:spPr/>
      <dgm:t>
        <a:bodyPr/>
        <a:lstStyle/>
        <a:p>
          <a:endParaRPr lang="en-US"/>
        </a:p>
      </dgm:t>
    </dgm:pt>
    <dgm:pt modelId="{D1EABA30-2B42-4E3E-9D77-DBF3DFE808D6}">
      <dgm:prSet/>
      <dgm:spPr/>
      <dgm:t>
        <a:bodyPr/>
        <a:lstStyle/>
        <a:p>
          <a:r>
            <a:rPr lang="en-GB"/>
            <a:t>Concernés par la création d’objets.</a:t>
          </a:r>
          <a:endParaRPr lang="en-US"/>
        </a:p>
      </dgm:t>
    </dgm:pt>
    <dgm:pt modelId="{F3D1BE15-E9BA-474F-A90F-B9D2BAD626BC}" type="parTrans" cxnId="{C5D90527-E008-46C5-A889-8E8FA38D17CF}">
      <dgm:prSet/>
      <dgm:spPr/>
      <dgm:t>
        <a:bodyPr/>
        <a:lstStyle/>
        <a:p>
          <a:endParaRPr lang="en-US"/>
        </a:p>
      </dgm:t>
    </dgm:pt>
    <dgm:pt modelId="{FE48D023-2238-4ABC-A430-5EE15C983251}" type="sibTrans" cxnId="{C5D90527-E008-46C5-A889-8E8FA38D17CF}">
      <dgm:prSet/>
      <dgm:spPr/>
      <dgm:t>
        <a:bodyPr/>
        <a:lstStyle/>
        <a:p>
          <a:endParaRPr lang="en-US"/>
        </a:p>
      </dgm:t>
    </dgm:pt>
    <dgm:pt modelId="{FCF31F36-C656-4275-9534-6483A274C0DA}">
      <dgm:prSet/>
      <dgm:spPr/>
      <dgm:t>
        <a:bodyPr/>
        <a:lstStyle/>
        <a:p>
          <a:r>
            <a:rPr lang="en-GB" b="1"/>
            <a:t>Structurelle (Structural) :</a:t>
          </a:r>
          <a:endParaRPr lang="en-US"/>
        </a:p>
      </dgm:t>
    </dgm:pt>
    <dgm:pt modelId="{4CB96666-0522-4AED-8FED-1DAA070942D5}" type="parTrans" cxnId="{DBD3D84B-180B-442D-BC12-98A567A12F07}">
      <dgm:prSet/>
      <dgm:spPr/>
      <dgm:t>
        <a:bodyPr/>
        <a:lstStyle/>
        <a:p>
          <a:endParaRPr lang="en-US"/>
        </a:p>
      </dgm:t>
    </dgm:pt>
    <dgm:pt modelId="{123DF35A-A909-4870-BBD5-0B06CC7D0682}" type="sibTrans" cxnId="{DBD3D84B-180B-442D-BC12-98A567A12F07}">
      <dgm:prSet/>
      <dgm:spPr/>
      <dgm:t>
        <a:bodyPr/>
        <a:lstStyle/>
        <a:p>
          <a:endParaRPr lang="en-US"/>
        </a:p>
      </dgm:t>
    </dgm:pt>
    <dgm:pt modelId="{D711DB12-AC46-43FD-BAD1-F0F2F66E765D}">
      <dgm:prSet/>
      <dgm:spPr/>
      <dgm:t>
        <a:bodyPr/>
        <a:lstStyle/>
        <a:p>
          <a:r>
            <a:rPr lang="en-GB"/>
            <a:t>Organisent les classes ou les objets pour une utilisation facile.</a:t>
          </a:r>
          <a:endParaRPr lang="en-US"/>
        </a:p>
      </dgm:t>
    </dgm:pt>
    <dgm:pt modelId="{64D0883A-838E-4ED4-A616-48A567EEDDD7}" type="parTrans" cxnId="{1AFD0A61-FAE9-457A-9BE8-9C52022009C2}">
      <dgm:prSet/>
      <dgm:spPr/>
      <dgm:t>
        <a:bodyPr/>
        <a:lstStyle/>
        <a:p>
          <a:endParaRPr lang="en-US"/>
        </a:p>
      </dgm:t>
    </dgm:pt>
    <dgm:pt modelId="{3081EDD5-3C6D-44A5-88E1-183026FFE505}" type="sibTrans" cxnId="{1AFD0A61-FAE9-457A-9BE8-9C52022009C2}">
      <dgm:prSet/>
      <dgm:spPr/>
      <dgm:t>
        <a:bodyPr/>
        <a:lstStyle/>
        <a:p>
          <a:endParaRPr lang="en-US"/>
        </a:p>
      </dgm:t>
    </dgm:pt>
    <dgm:pt modelId="{C621819B-5C95-49E9-8FA0-C036C64E7D15}">
      <dgm:prSet/>
      <dgm:spPr/>
      <dgm:t>
        <a:bodyPr/>
        <a:lstStyle/>
        <a:p>
          <a:r>
            <a:rPr lang="en-GB" b="1"/>
            <a:t>Comportementale (Behavioral) :</a:t>
          </a:r>
          <a:endParaRPr lang="en-US"/>
        </a:p>
      </dgm:t>
    </dgm:pt>
    <dgm:pt modelId="{FBC5CBA8-8CB4-4315-88DC-BFAC6CF8FD72}" type="parTrans" cxnId="{2B652109-E8B7-4834-986C-FEF846209802}">
      <dgm:prSet/>
      <dgm:spPr/>
      <dgm:t>
        <a:bodyPr/>
        <a:lstStyle/>
        <a:p>
          <a:endParaRPr lang="en-US"/>
        </a:p>
      </dgm:t>
    </dgm:pt>
    <dgm:pt modelId="{FD3F1F8B-E97C-42AB-8EE3-D979216A3845}" type="sibTrans" cxnId="{2B652109-E8B7-4834-986C-FEF846209802}">
      <dgm:prSet/>
      <dgm:spPr/>
      <dgm:t>
        <a:bodyPr/>
        <a:lstStyle/>
        <a:p>
          <a:endParaRPr lang="en-US"/>
        </a:p>
      </dgm:t>
    </dgm:pt>
    <dgm:pt modelId="{B13E38D8-4DBE-4C32-8679-36659D567000}">
      <dgm:prSet/>
      <dgm:spPr/>
      <dgm:t>
        <a:bodyPr/>
        <a:lstStyle/>
        <a:p>
          <a:r>
            <a:rPr lang="en-GB"/>
            <a:t>Gèrent les interactions entre les objets.</a:t>
          </a:r>
          <a:endParaRPr lang="en-US"/>
        </a:p>
      </dgm:t>
    </dgm:pt>
    <dgm:pt modelId="{EEA517BD-10CB-4BD1-826E-4B97E954152D}" type="parTrans" cxnId="{FFE4C4A1-0011-44C4-ADF6-97A984A26DE3}">
      <dgm:prSet/>
      <dgm:spPr/>
      <dgm:t>
        <a:bodyPr/>
        <a:lstStyle/>
        <a:p>
          <a:endParaRPr lang="en-US"/>
        </a:p>
      </dgm:t>
    </dgm:pt>
    <dgm:pt modelId="{0C90BEA7-DD55-49AC-8F22-5DFC1755FE58}" type="sibTrans" cxnId="{FFE4C4A1-0011-44C4-ADF6-97A984A26DE3}">
      <dgm:prSet/>
      <dgm:spPr/>
      <dgm:t>
        <a:bodyPr/>
        <a:lstStyle/>
        <a:p>
          <a:endParaRPr lang="en-US"/>
        </a:p>
      </dgm:t>
    </dgm:pt>
    <dgm:pt modelId="{93273F7B-FEB0-468F-AAC6-23F8F201DB8F}" type="pres">
      <dgm:prSet presAssocID="{24544A3D-4A8D-4DF9-9A9C-04685749DF5F}" presName="root" presStyleCnt="0">
        <dgm:presLayoutVars>
          <dgm:dir/>
          <dgm:resizeHandles val="exact"/>
        </dgm:presLayoutVars>
      </dgm:prSet>
      <dgm:spPr/>
    </dgm:pt>
    <dgm:pt modelId="{DAF3B6A9-87C2-435B-9B45-B7E6854EB88E}" type="pres">
      <dgm:prSet presAssocID="{6D4A6AD2-4DC3-46B9-B688-955D35AAEB6F}" presName="compNode" presStyleCnt="0"/>
      <dgm:spPr/>
    </dgm:pt>
    <dgm:pt modelId="{2BE86204-5B0C-4B2B-AFA8-5DF16D30C1FA}" type="pres">
      <dgm:prSet presAssocID="{6D4A6AD2-4DC3-46B9-B688-955D35AAEB6F}" presName="bgRect" presStyleLbl="bgShp" presStyleIdx="0" presStyleCnt="3"/>
      <dgm:spPr/>
    </dgm:pt>
    <dgm:pt modelId="{01753E09-DFF5-4005-A069-041DBC820CC9}" type="pres">
      <dgm:prSet presAssocID="{6D4A6AD2-4DC3-46B9-B688-955D35AAEB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D520D02-5D06-4090-9011-83F0446AE5A5}" type="pres">
      <dgm:prSet presAssocID="{6D4A6AD2-4DC3-46B9-B688-955D35AAEB6F}" presName="spaceRect" presStyleCnt="0"/>
      <dgm:spPr/>
    </dgm:pt>
    <dgm:pt modelId="{2C4F5EB7-AA17-4AFB-99BB-8CDE4AB42EB2}" type="pres">
      <dgm:prSet presAssocID="{6D4A6AD2-4DC3-46B9-B688-955D35AAEB6F}" presName="parTx" presStyleLbl="revTx" presStyleIdx="0" presStyleCnt="6">
        <dgm:presLayoutVars>
          <dgm:chMax val="0"/>
          <dgm:chPref val="0"/>
        </dgm:presLayoutVars>
      </dgm:prSet>
      <dgm:spPr/>
    </dgm:pt>
    <dgm:pt modelId="{0B480CFB-4A63-42BF-A5D4-073B01696FB2}" type="pres">
      <dgm:prSet presAssocID="{6D4A6AD2-4DC3-46B9-B688-955D35AAEB6F}" presName="desTx" presStyleLbl="revTx" presStyleIdx="1" presStyleCnt="6">
        <dgm:presLayoutVars/>
      </dgm:prSet>
      <dgm:spPr/>
    </dgm:pt>
    <dgm:pt modelId="{72E7AE4E-953B-4F71-B1E7-3ED6D5163F25}" type="pres">
      <dgm:prSet presAssocID="{82F0F4E8-CC5A-44F7-A621-FC663727AD95}" presName="sibTrans" presStyleCnt="0"/>
      <dgm:spPr/>
    </dgm:pt>
    <dgm:pt modelId="{934D3369-9DAC-4682-97E6-1150B0754BFC}" type="pres">
      <dgm:prSet presAssocID="{FCF31F36-C656-4275-9534-6483A274C0DA}" presName="compNode" presStyleCnt="0"/>
      <dgm:spPr/>
    </dgm:pt>
    <dgm:pt modelId="{6C5F366D-0BCD-4DAE-9F8B-9361091A1771}" type="pres">
      <dgm:prSet presAssocID="{FCF31F36-C656-4275-9534-6483A274C0DA}" presName="bgRect" presStyleLbl="bgShp" presStyleIdx="1" presStyleCnt="3"/>
      <dgm:spPr/>
    </dgm:pt>
    <dgm:pt modelId="{284B0196-4C37-4F6E-8267-91B0AE5F89E4}" type="pres">
      <dgm:prSet presAssocID="{FCF31F36-C656-4275-9534-6483A274C0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4375187-581D-44CE-95E6-BC7C3F34FDEE}" type="pres">
      <dgm:prSet presAssocID="{FCF31F36-C656-4275-9534-6483A274C0DA}" presName="spaceRect" presStyleCnt="0"/>
      <dgm:spPr/>
    </dgm:pt>
    <dgm:pt modelId="{480A17CB-3176-4F25-B769-B44D9554E190}" type="pres">
      <dgm:prSet presAssocID="{FCF31F36-C656-4275-9534-6483A274C0DA}" presName="parTx" presStyleLbl="revTx" presStyleIdx="2" presStyleCnt="6">
        <dgm:presLayoutVars>
          <dgm:chMax val="0"/>
          <dgm:chPref val="0"/>
        </dgm:presLayoutVars>
      </dgm:prSet>
      <dgm:spPr/>
    </dgm:pt>
    <dgm:pt modelId="{9A4BC999-EC78-4292-AC7E-DE442030FDE4}" type="pres">
      <dgm:prSet presAssocID="{FCF31F36-C656-4275-9534-6483A274C0DA}" presName="desTx" presStyleLbl="revTx" presStyleIdx="3" presStyleCnt="6">
        <dgm:presLayoutVars/>
      </dgm:prSet>
      <dgm:spPr/>
    </dgm:pt>
    <dgm:pt modelId="{BB83FED1-6285-42B6-8556-EB76502DCD73}" type="pres">
      <dgm:prSet presAssocID="{123DF35A-A909-4870-BBD5-0B06CC7D0682}" presName="sibTrans" presStyleCnt="0"/>
      <dgm:spPr/>
    </dgm:pt>
    <dgm:pt modelId="{AF988EEC-9085-4DD5-B5D3-E1952371C024}" type="pres">
      <dgm:prSet presAssocID="{C621819B-5C95-49E9-8FA0-C036C64E7D15}" presName="compNode" presStyleCnt="0"/>
      <dgm:spPr/>
    </dgm:pt>
    <dgm:pt modelId="{69A35BF0-B96C-44D5-9B6B-D31D1047CA39}" type="pres">
      <dgm:prSet presAssocID="{C621819B-5C95-49E9-8FA0-C036C64E7D15}" presName="bgRect" presStyleLbl="bgShp" presStyleIdx="2" presStyleCnt="3"/>
      <dgm:spPr/>
    </dgm:pt>
    <dgm:pt modelId="{0CDA425D-4F7A-4766-AAF0-54957027CFB5}" type="pres">
      <dgm:prSet presAssocID="{C621819B-5C95-49E9-8FA0-C036C64E7D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F2E00347-98A6-44D4-BB77-8A9FCC21AC3D}" type="pres">
      <dgm:prSet presAssocID="{C621819B-5C95-49E9-8FA0-C036C64E7D15}" presName="spaceRect" presStyleCnt="0"/>
      <dgm:spPr/>
    </dgm:pt>
    <dgm:pt modelId="{B082385A-0D27-45D9-80C8-B91172644E11}" type="pres">
      <dgm:prSet presAssocID="{C621819B-5C95-49E9-8FA0-C036C64E7D15}" presName="parTx" presStyleLbl="revTx" presStyleIdx="4" presStyleCnt="6">
        <dgm:presLayoutVars>
          <dgm:chMax val="0"/>
          <dgm:chPref val="0"/>
        </dgm:presLayoutVars>
      </dgm:prSet>
      <dgm:spPr/>
    </dgm:pt>
    <dgm:pt modelId="{45E5D283-A368-453E-B213-7D28740F065F}" type="pres">
      <dgm:prSet presAssocID="{C621819B-5C95-49E9-8FA0-C036C64E7D15}" presName="desTx" presStyleLbl="revTx" presStyleIdx="5" presStyleCnt="6">
        <dgm:presLayoutVars/>
      </dgm:prSet>
      <dgm:spPr/>
    </dgm:pt>
  </dgm:ptLst>
  <dgm:cxnLst>
    <dgm:cxn modelId="{2B652109-E8B7-4834-986C-FEF846209802}" srcId="{24544A3D-4A8D-4DF9-9A9C-04685749DF5F}" destId="{C621819B-5C95-49E9-8FA0-C036C64E7D15}" srcOrd="2" destOrd="0" parTransId="{FBC5CBA8-8CB4-4315-88DC-BFAC6CF8FD72}" sibTransId="{FD3F1F8B-E97C-42AB-8EE3-D979216A3845}"/>
    <dgm:cxn modelId="{C5D90527-E008-46C5-A889-8E8FA38D17CF}" srcId="{6D4A6AD2-4DC3-46B9-B688-955D35AAEB6F}" destId="{D1EABA30-2B42-4E3E-9D77-DBF3DFE808D6}" srcOrd="0" destOrd="0" parTransId="{F3D1BE15-E9BA-474F-A90F-B9D2BAD626BC}" sibTransId="{FE48D023-2238-4ABC-A430-5EE15C983251}"/>
    <dgm:cxn modelId="{C272C427-8794-4111-9FD6-9060584B2254}" type="presOf" srcId="{C621819B-5C95-49E9-8FA0-C036C64E7D15}" destId="{B082385A-0D27-45D9-80C8-B91172644E11}" srcOrd="0" destOrd="0" presId="urn:microsoft.com/office/officeart/2018/2/layout/IconVerticalSolidList"/>
    <dgm:cxn modelId="{DBD3D84B-180B-442D-BC12-98A567A12F07}" srcId="{24544A3D-4A8D-4DF9-9A9C-04685749DF5F}" destId="{FCF31F36-C656-4275-9534-6483A274C0DA}" srcOrd="1" destOrd="0" parTransId="{4CB96666-0522-4AED-8FED-1DAA070942D5}" sibTransId="{123DF35A-A909-4870-BBD5-0B06CC7D0682}"/>
    <dgm:cxn modelId="{782E4F50-5888-44FB-8AB6-7A739DE00704}" type="presOf" srcId="{FCF31F36-C656-4275-9534-6483A274C0DA}" destId="{480A17CB-3176-4F25-B769-B44D9554E190}" srcOrd="0" destOrd="0" presId="urn:microsoft.com/office/officeart/2018/2/layout/IconVerticalSolidList"/>
    <dgm:cxn modelId="{1AFD0A61-FAE9-457A-9BE8-9C52022009C2}" srcId="{FCF31F36-C656-4275-9534-6483A274C0DA}" destId="{D711DB12-AC46-43FD-BAD1-F0F2F66E765D}" srcOrd="0" destOrd="0" parTransId="{64D0883A-838E-4ED4-A616-48A567EEDDD7}" sibTransId="{3081EDD5-3C6D-44A5-88E1-183026FFE505}"/>
    <dgm:cxn modelId="{EA69FE7B-F91C-409C-BC33-D7F65B37B8EB}" type="presOf" srcId="{D711DB12-AC46-43FD-BAD1-F0F2F66E765D}" destId="{9A4BC999-EC78-4292-AC7E-DE442030FDE4}" srcOrd="0" destOrd="0" presId="urn:microsoft.com/office/officeart/2018/2/layout/IconVerticalSolidList"/>
    <dgm:cxn modelId="{30C2F27E-9904-4EE2-9095-DB3EF72C2272}" srcId="{24544A3D-4A8D-4DF9-9A9C-04685749DF5F}" destId="{6D4A6AD2-4DC3-46B9-B688-955D35AAEB6F}" srcOrd="0" destOrd="0" parTransId="{F485C718-D1EC-4F54-B681-D620B3013DF9}" sibTransId="{82F0F4E8-CC5A-44F7-A621-FC663727AD95}"/>
    <dgm:cxn modelId="{157AB48B-CFC8-44B1-BDA8-5B2DCFA9765C}" type="presOf" srcId="{24544A3D-4A8D-4DF9-9A9C-04685749DF5F}" destId="{93273F7B-FEB0-468F-AAC6-23F8F201DB8F}" srcOrd="0" destOrd="0" presId="urn:microsoft.com/office/officeart/2018/2/layout/IconVerticalSolidList"/>
    <dgm:cxn modelId="{077D5593-90BC-412C-AEC6-E80A9E99B43A}" type="presOf" srcId="{B13E38D8-4DBE-4C32-8679-36659D567000}" destId="{45E5D283-A368-453E-B213-7D28740F065F}" srcOrd="0" destOrd="0" presId="urn:microsoft.com/office/officeart/2018/2/layout/IconVerticalSolidList"/>
    <dgm:cxn modelId="{FFE4C4A1-0011-44C4-ADF6-97A984A26DE3}" srcId="{C621819B-5C95-49E9-8FA0-C036C64E7D15}" destId="{B13E38D8-4DBE-4C32-8679-36659D567000}" srcOrd="0" destOrd="0" parTransId="{EEA517BD-10CB-4BD1-826E-4B97E954152D}" sibTransId="{0C90BEA7-DD55-49AC-8F22-5DFC1755FE58}"/>
    <dgm:cxn modelId="{267AA4CB-9BA1-4095-B89A-1E8F90017701}" type="presOf" srcId="{6D4A6AD2-4DC3-46B9-B688-955D35AAEB6F}" destId="{2C4F5EB7-AA17-4AFB-99BB-8CDE4AB42EB2}" srcOrd="0" destOrd="0" presId="urn:microsoft.com/office/officeart/2018/2/layout/IconVerticalSolidList"/>
    <dgm:cxn modelId="{A412B3ED-7061-458D-BB49-AE949517C650}" type="presOf" srcId="{D1EABA30-2B42-4E3E-9D77-DBF3DFE808D6}" destId="{0B480CFB-4A63-42BF-A5D4-073B01696FB2}" srcOrd="0" destOrd="0" presId="urn:microsoft.com/office/officeart/2018/2/layout/IconVerticalSolidList"/>
    <dgm:cxn modelId="{4B0D8349-E07B-496B-A89B-3A84074735D2}" type="presParOf" srcId="{93273F7B-FEB0-468F-AAC6-23F8F201DB8F}" destId="{DAF3B6A9-87C2-435B-9B45-B7E6854EB88E}" srcOrd="0" destOrd="0" presId="urn:microsoft.com/office/officeart/2018/2/layout/IconVerticalSolidList"/>
    <dgm:cxn modelId="{DA84FC8A-38B3-4865-90AD-3B78A65BFE8D}" type="presParOf" srcId="{DAF3B6A9-87C2-435B-9B45-B7E6854EB88E}" destId="{2BE86204-5B0C-4B2B-AFA8-5DF16D30C1FA}" srcOrd="0" destOrd="0" presId="urn:microsoft.com/office/officeart/2018/2/layout/IconVerticalSolidList"/>
    <dgm:cxn modelId="{3F52A7C4-3DFB-45FF-94FB-2D0419629768}" type="presParOf" srcId="{DAF3B6A9-87C2-435B-9B45-B7E6854EB88E}" destId="{01753E09-DFF5-4005-A069-041DBC820CC9}" srcOrd="1" destOrd="0" presId="urn:microsoft.com/office/officeart/2018/2/layout/IconVerticalSolidList"/>
    <dgm:cxn modelId="{789560B2-1E4D-4974-BE93-6CE24346D636}" type="presParOf" srcId="{DAF3B6A9-87C2-435B-9B45-B7E6854EB88E}" destId="{FD520D02-5D06-4090-9011-83F0446AE5A5}" srcOrd="2" destOrd="0" presId="urn:microsoft.com/office/officeart/2018/2/layout/IconVerticalSolidList"/>
    <dgm:cxn modelId="{B800363E-A8D6-4138-89DB-E26AED3D4661}" type="presParOf" srcId="{DAF3B6A9-87C2-435B-9B45-B7E6854EB88E}" destId="{2C4F5EB7-AA17-4AFB-99BB-8CDE4AB42EB2}" srcOrd="3" destOrd="0" presId="urn:microsoft.com/office/officeart/2018/2/layout/IconVerticalSolidList"/>
    <dgm:cxn modelId="{9C278EF1-5496-4136-B1D4-84DF089379D3}" type="presParOf" srcId="{DAF3B6A9-87C2-435B-9B45-B7E6854EB88E}" destId="{0B480CFB-4A63-42BF-A5D4-073B01696FB2}" srcOrd="4" destOrd="0" presId="urn:microsoft.com/office/officeart/2018/2/layout/IconVerticalSolidList"/>
    <dgm:cxn modelId="{B611D423-4A03-4042-A236-7B7CA9E127DC}" type="presParOf" srcId="{93273F7B-FEB0-468F-AAC6-23F8F201DB8F}" destId="{72E7AE4E-953B-4F71-B1E7-3ED6D5163F25}" srcOrd="1" destOrd="0" presId="urn:microsoft.com/office/officeart/2018/2/layout/IconVerticalSolidList"/>
    <dgm:cxn modelId="{DFE0995D-7104-476C-ABDE-2AFDC5686897}" type="presParOf" srcId="{93273F7B-FEB0-468F-AAC6-23F8F201DB8F}" destId="{934D3369-9DAC-4682-97E6-1150B0754BFC}" srcOrd="2" destOrd="0" presId="urn:microsoft.com/office/officeart/2018/2/layout/IconVerticalSolidList"/>
    <dgm:cxn modelId="{E035067C-6B44-4F94-9345-C6E984B467A0}" type="presParOf" srcId="{934D3369-9DAC-4682-97E6-1150B0754BFC}" destId="{6C5F366D-0BCD-4DAE-9F8B-9361091A1771}" srcOrd="0" destOrd="0" presId="urn:microsoft.com/office/officeart/2018/2/layout/IconVerticalSolidList"/>
    <dgm:cxn modelId="{4A175CC3-D4D8-4150-A3FA-56DE2D5BA75B}" type="presParOf" srcId="{934D3369-9DAC-4682-97E6-1150B0754BFC}" destId="{284B0196-4C37-4F6E-8267-91B0AE5F89E4}" srcOrd="1" destOrd="0" presId="urn:microsoft.com/office/officeart/2018/2/layout/IconVerticalSolidList"/>
    <dgm:cxn modelId="{47AD9727-D712-4EF5-874E-470725EA7B48}" type="presParOf" srcId="{934D3369-9DAC-4682-97E6-1150B0754BFC}" destId="{74375187-581D-44CE-95E6-BC7C3F34FDEE}" srcOrd="2" destOrd="0" presId="urn:microsoft.com/office/officeart/2018/2/layout/IconVerticalSolidList"/>
    <dgm:cxn modelId="{4F6F1440-0AC8-41F8-85AC-6E28A2D0B6E4}" type="presParOf" srcId="{934D3369-9DAC-4682-97E6-1150B0754BFC}" destId="{480A17CB-3176-4F25-B769-B44D9554E190}" srcOrd="3" destOrd="0" presId="urn:microsoft.com/office/officeart/2018/2/layout/IconVerticalSolidList"/>
    <dgm:cxn modelId="{870637A5-AD9B-47F4-8DCA-ADC5CAA5E8B8}" type="presParOf" srcId="{934D3369-9DAC-4682-97E6-1150B0754BFC}" destId="{9A4BC999-EC78-4292-AC7E-DE442030FDE4}" srcOrd="4" destOrd="0" presId="urn:microsoft.com/office/officeart/2018/2/layout/IconVerticalSolidList"/>
    <dgm:cxn modelId="{B23C1615-16E9-4DAE-8739-0EBC51F7417C}" type="presParOf" srcId="{93273F7B-FEB0-468F-AAC6-23F8F201DB8F}" destId="{BB83FED1-6285-42B6-8556-EB76502DCD73}" srcOrd="3" destOrd="0" presId="urn:microsoft.com/office/officeart/2018/2/layout/IconVerticalSolidList"/>
    <dgm:cxn modelId="{5FDF44A7-DA56-4768-9FF4-CB45AFB689AD}" type="presParOf" srcId="{93273F7B-FEB0-468F-AAC6-23F8F201DB8F}" destId="{AF988EEC-9085-4DD5-B5D3-E1952371C024}" srcOrd="4" destOrd="0" presId="urn:microsoft.com/office/officeart/2018/2/layout/IconVerticalSolidList"/>
    <dgm:cxn modelId="{3816AD7C-1249-4F27-A74B-E93B7582E791}" type="presParOf" srcId="{AF988EEC-9085-4DD5-B5D3-E1952371C024}" destId="{69A35BF0-B96C-44D5-9B6B-D31D1047CA39}" srcOrd="0" destOrd="0" presId="urn:microsoft.com/office/officeart/2018/2/layout/IconVerticalSolidList"/>
    <dgm:cxn modelId="{0C0DD5A5-8918-4053-8BDC-173376787FFF}" type="presParOf" srcId="{AF988EEC-9085-4DD5-B5D3-E1952371C024}" destId="{0CDA425D-4F7A-4766-AAF0-54957027CFB5}" srcOrd="1" destOrd="0" presId="urn:microsoft.com/office/officeart/2018/2/layout/IconVerticalSolidList"/>
    <dgm:cxn modelId="{8BFF8722-A3B3-4594-8AA1-3A213AB36C60}" type="presParOf" srcId="{AF988EEC-9085-4DD5-B5D3-E1952371C024}" destId="{F2E00347-98A6-44D4-BB77-8A9FCC21AC3D}" srcOrd="2" destOrd="0" presId="urn:microsoft.com/office/officeart/2018/2/layout/IconVerticalSolidList"/>
    <dgm:cxn modelId="{5B527E18-04F6-442A-85AA-1DB93E911EDF}" type="presParOf" srcId="{AF988EEC-9085-4DD5-B5D3-E1952371C024}" destId="{B082385A-0D27-45D9-80C8-B91172644E11}" srcOrd="3" destOrd="0" presId="urn:microsoft.com/office/officeart/2018/2/layout/IconVerticalSolidList"/>
    <dgm:cxn modelId="{FD2A4919-D975-42B0-BF97-EF6CA716B3C2}" type="presParOf" srcId="{AF988EEC-9085-4DD5-B5D3-E1952371C024}" destId="{45E5D283-A368-453E-B213-7D28740F065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2EBCA6-C5C0-4400-B857-D3A9822F93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415E3F4-BEF8-43B7-8A31-C962DE9654FA}">
      <dgm:prSet/>
      <dgm:spPr/>
      <dgm:t>
        <a:bodyPr/>
        <a:lstStyle/>
        <a:p>
          <a:r>
            <a:rPr lang="en-GB" b="1"/>
            <a:t>Problème :</a:t>
          </a:r>
          <a:r>
            <a:rPr lang="en-GB"/>
            <a:t> Comment créer des objets sans spécifier la classe exacte à instancier?</a:t>
          </a:r>
          <a:endParaRPr lang="en-US"/>
        </a:p>
      </dgm:t>
    </dgm:pt>
    <dgm:pt modelId="{D7BE71FC-8AB6-4CA8-B607-C9349539CA85}" type="parTrans" cxnId="{372FECF6-D03C-48B8-91BE-0E76BF680364}">
      <dgm:prSet/>
      <dgm:spPr/>
      <dgm:t>
        <a:bodyPr/>
        <a:lstStyle/>
        <a:p>
          <a:endParaRPr lang="en-US"/>
        </a:p>
      </dgm:t>
    </dgm:pt>
    <dgm:pt modelId="{35141BA9-01F0-43DC-A3ED-D507F64F7128}" type="sibTrans" cxnId="{372FECF6-D03C-48B8-91BE-0E76BF680364}">
      <dgm:prSet/>
      <dgm:spPr/>
      <dgm:t>
        <a:bodyPr/>
        <a:lstStyle/>
        <a:p>
          <a:endParaRPr lang="en-US"/>
        </a:p>
      </dgm:t>
    </dgm:pt>
    <dgm:pt modelId="{FBAA5DAE-86E2-4971-94BE-0641527AA33F}">
      <dgm:prSet/>
      <dgm:spPr/>
      <dgm:t>
        <a:bodyPr/>
        <a:lstStyle/>
        <a:p>
          <a:r>
            <a:rPr lang="en-GB" b="1"/>
            <a:t>Solution :</a:t>
          </a:r>
          <a:r>
            <a:rPr lang="en-GB"/>
            <a:t> Laisser d'autres objets créer des objets pour vous. Utiliser une interface commune pour créer des objets sans spécifier leur classe concrète.</a:t>
          </a:r>
          <a:endParaRPr lang="en-US"/>
        </a:p>
      </dgm:t>
    </dgm:pt>
    <dgm:pt modelId="{E4785111-611D-492D-B827-89F578233E5F}" type="parTrans" cxnId="{8481D262-D4B6-4C5F-8FD4-FC16126F700C}">
      <dgm:prSet/>
      <dgm:spPr/>
      <dgm:t>
        <a:bodyPr/>
        <a:lstStyle/>
        <a:p>
          <a:endParaRPr lang="en-US"/>
        </a:p>
      </dgm:t>
    </dgm:pt>
    <dgm:pt modelId="{C85C0ACD-B77F-48E3-B99C-452BCFE68B9B}" type="sibTrans" cxnId="{8481D262-D4B6-4C5F-8FD4-FC16126F700C}">
      <dgm:prSet/>
      <dgm:spPr/>
      <dgm:t>
        <a:bodyPr/>
        <a:lstStyle/>
        <a:p>
          <a:endParaRPr lang="en-US"/>
        </a:p>
      </dgm:t>
    </dgm:pt>
    <dgm:pt modelId="{1F44786F-6571-4329-B975-ACD3BB0E14AC}">
      <dgm:prSet/>
      <dgm:spPr/>
      <dgm:t>
        <a:bodyPr/>
        <a:lstStyle/>
        <a:p>
          <a:r>
            <a:rPr lang="en-GB" b="1"/>
            <a:t>Exemple :</a:t>
          </a:r>
          <a:r>
            <a:rPr lang="en-GB"/>
            <a:t> Une classe DeckFactory qui crée différents types de decks (32, 52 cartes) en fonction du paramètre.</a:t>
          </a:r>
          <a:endParaRPr lang="en-US"/>
        </a:p>
      </dgm:t>
    </dgm:pt>
    <dgm:pt modelId="{70E67F2B-FDB9-4B46-A7DC-47E07FC8BE38}" type="parTrans" cxnId="{AAE66D85-14EC-4627-B518-FF23B531393B}">
      <dgm:prSet/>
      <dgm:spPr/>
      <dgm:t>
        <a:bodyPr/>
        <a:lstStyle/>
        <a:p>
          <a:endParaRPr lang="en-US"/>
        </a:p>
      </dgm:t>
    </dgm:pt>
    <dgm:pt modelId="{A90ACF5B-00A9-4141-AC34-BF6EFD7411E9}" type="sibTrans" cxnId="{AAE66D85-14EC-4627-B518-FF23B531393B}">
      <dgm:prSet/>
      <dgm:spPr/>
      <dgm:t>
        <a:bodyPr/>
        <a:lstStyle/>
        <a:p>
          <a:endParaRPr lang="en-US"/>
        </a:p>
      </dgm:t>
    </dgm:pt>
    <dgm:pt modelId="{6A5BE20C-8BA1-4AC9-96EC-1989C5D53E92}" type="pres">
      <dgm:prSet presAssocID="{AD2EBCA6-C5C0-4400-B857-D3A9822F9306}" presName="root" presStyleCnt="0">
        <dgm:presLayoutVars>
          <dgm:dir/>
          <dgm:resizeHandles val="exact"/>
        </dgm:presLayoutVars>
      </dgm:prSet>
      <dgm:spPr/>
    </dgm:pt>
    <dgm:pt modelId="{33340718-EC3F-4E83-BCAC-04818E9D1872}" type="pres">
      <dgm:prSet presAssocID="{4415E3F4-BEF8-43B7-8A31-C962DE9654FA}" presName="compNode" presStyleCnt="0"/>
      <dgm:spPr/>
    </dgm:pt>
    <dgm:pt modelId="{8C3262EC-3ED3-4CD2-83A9-665D2DCF7103}" type="pres">
      <dgm:prSet presAssocID="{4415E3F4-BEF8-43B7-8A31-C962DE9654FA}" presName="bgRect" presStyleLbl="bgShp" presStyleIdx="0" presStyleCnt="3"/>
      <dgm:spPr/>
    </dgm:pt>
    <dgm:pt modelId="{9CC1E156-B218-445A-8D5C-578C41B23718}" type="pres">
      <dgm:prSet presAssocID="{4415E3F4-BEF8-43B7-8A31-C962DE9654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747B420-BB0F-416A-9DD4-3B45473E9C43}" type="pres">
      <dgm:prSet presAssocID="{4415E3F4-BEF8-43B7-8A31-C962DE9654FA}" presName="spaceRect" presStyleCnt="0"/>
      <dgm:spPr/>
    </dgm:pt>
    <dgm:pt modelId="{058440ED-4563-45C2-AB18-61DE0350B02F}" type="pres">
      <dgm:prSet presAssocID="{4415E3F4-BEF8-43B7-8A31-C962DE9654FA}" presName="parTx" presStyleLbl="revTx" presStyleIdx="0" presStyleCnt="3">
        <dgm:presLayoutVars>
          <dgm:chMax val="0"/>
          <dgm:chPref val="0"/>
        </dgm:presLayoutVars>
      </dgm:prSet>
      <dgm:spPr/>
    </dgm:pt>
    <dgm:pt modelId="{B4F55D24-9398-498C-B7F3-7BFC46A7CC52}" type="pres">
      <dgm:prSet presAssocID="{35141BA9-01F0-43DC-A3ED-D507F64F7128}" presName="sibTrans" presStyleCnt="0"/>
      <dgm:spPr/>
    </dgm:pt>
    <dgm:pt modelId="{436FB356-3F8D-4DB8-B23A-056A3C8E3303}" type="pres">
      <dgm:prSet presAssocID="{FBAA5DAE-86E2-4971-94BE-0641527AA33F}" presName="compNode" presStyleCnt="0"/>
      <dgm:spPr/>
    </dgm:pt>
    <dgm:pt modelId="{0837F4D7-EAB1-4CD3-860D-67748B96102D}" type="pres">
      <dgm:prSet presAssocID="{FBAA5DAE-86E2-4971-94BE-0641527AA33F}" presName="bgRect" presStyleLbl="bgShp" presStyleIdx="1" presStyleCnt="3"/>
      <dgm:spPr/>
    </dgm:pt>
    <dgm:pt modelId="{4AFA4302-918E-4DC8-B30C-AE2D19C89CAA}" type="pres">
      <dgm:prSet presAssocID="{FBAA5DAE-86E2-4971-94BE-0641527AA3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518048E-8B38-48EE-97E7-2AF46D01A1EE}" type="pres">
      <dgm:prSet presAssocID="{FBAA5DAE-86E2-4971-94BE-0641527AA33F}" presName="spaceRect" presStyleCnt="0"/>
      <dgm:spPr/>
    </dgm:pt>
    <dgm:pt modelId="{3C379E3D-6C1B-4E9C-983D-F6352312CFF4}" type="pres">
      <dgm:prSet presAssocID="{FBAA5DAE-86E2-4971-94BE-0641527AA33F}" presName="parTx" presStyleLbl="revTx" presStyleIdx="1" presStyleCnt="3">
        <dgm:presLayoutVars>
          <dgm:chMax val="0"/>
          <dgm:chPref val="0"/>
        </dgm:presLayoutVars>
      </dgm:prSet>
      <dgm:spPr/>
    </dgm:pt>
    <dgm:pt modelId="{DBA1DDE9-BBD3-4F14-A08B-34A09687ECB0}" type="pres">
      <dgm:prSet presAssocID="{C85C0ACD-B77F-48E3-B99C-452BCFE68B9B}" presName="sibTrans" presStyleCnt="0"/>
      <dgm:spPr/>
    </dgm:pt>
    <dgm:pt modelId="{69DBF3FF-9E15-461E-A51D-810118F7359E}" type="pres">
      <dgm:prSet presAssocID="{1F44786F-6571-4329-B975-ACD3BB0E14AC}" presName="compNode" presStyleCnt="0"/>
      <dgm:spPr/>
    </dgm:pt>
    <dgm:pt modelId="{FEB638D4-03BE-4AFB-B76B-69C5B4AAC12E}" type="pres">
      <dgm:prSet presAssocID="{1F44786F-6571-4329-B975-ACD3BB0E14AC}" presName="bgRect" presStyleLbl="bgShp" presStyleIdx="2" presStyleCnt="3"/>
      <dgm:spPr/>
    </dgm:pt>
    <dgm:pt modelId="{2E0AF015-C9AC-471F-AF0A-69E30ED038A1}" type="pres">
      <dgm:prSet presAssocID="{1F44786F-6571-4329-B975-ACD3BB0E14A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D7188D8-531A-4E25-B642-86156CA484FA}" type="pres">
      <dgm:prSet presAssocID="{1F44786F-6571-4329-B975-ACD3BB0E14AC}" presName="spaceRect" presStyleCnt="0"/>
      <dgm:spPr/>
    </dgm:pt>
    <dgm:pt modelId="{E95246A0-477D-4AC7-A64A-E7A1542654C7}" type="pres">
      <dgm:prSet presAssocID="{1F44786F-6571-4329-B975-ACD3BB0E14A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5029860-E07B-4318-82FA-B687D1A276DB}" type="presOf" srcId="{FBAA5DAE-86E2-4971-94BE-0641527AA33F}" destId="{3C379E3D-6C1B-4E9C-983D-F6352312CFF4}" srcOrd="0" destOrd="0" presId="urn:microsoft.com/office/officeart/2018/2/layout/IconVerticalSolidList"/>
    <dgm:cxn modelId="{8481D262-D4B6-4C5F-8FD4-FC16126F700C}" srcId="{AD2EBCA6-C5C0-4400-B857-D3A9822F9306}" destId="{FBAA5DAE-86E2-4971-94BE-0641527AA33F}" srcOrd="1" destOrd="0" parTransId="{E4785111-611D-492D-B827-89F578233E5F}" sibTransId="{C85C0ACD-B77F-48E3-B99C-452BCFE68B9B}"/>
    <dgm:cxn modelId="{AAE66D85-14EC-4627-B518-FF23B531393B}" srcId="{AD2EBCA6-C5C0-4400-B857-D3A9822F9306}" destId="{1F44786F-6571-4329-B975-ACD3BB0E14AC}" srcOrd="2" destOrd="0" parTransId="{70E67F2B-FDB9-4B46-A7DC-47E07FC8BE38}" sibTransId="{A90ACF5B-00A9-4141-AC34-BF6EFD7411E9}"/>
    <dgm:cxn modelId="{D34C28B6-507B-4B20-A7FB-4CC8E208BED9}" type="presOf" srcId="{1F44786F-6571-4329-B975-ACD3BB0E14AC}" destId="{E95246A0-477D-4AC7-A64A-E7A1542654C7}" srcOrd="0" destOrd="0" presId="urn:microsoft.com/office/officeart/2018/2/layout/IconVerticalSolidList"/>
    <dgm:cxn modelId="{B965FCD9-98D5-41D3-B26F-9C60A6167E04}" type="presOf" srcId="{AD2EBCA6-C5C0-4400-B857-D3A9822F9306}" destId="{6A5BE20C-8BA1-4AC9-96EC-1989C5D53E92}" srcOrd="0" destOrd="0" presId="urn:microsoft.com/office/officeart/2018/2/layout/IconVerticalSolidList"/>
    <dgm:cxn modelId="{72C88AE7-5A37-46C5-8E1A-E9C1BABC5839}" type="presOf" srcId="{4415E3F4-BEF8-43B7-8A31-C962DE9654FA}" destId="{058440ED-4563-45C2-AB18-61DE0350B02F}" srcOrd="0" destOrd="0" presId="urn:microsoft.com/office/officeart/2018/2/layout/IconVerticalSolidList"/>
    <dgm:cxn modelId="{372FECF6-D03C-48B8-91BE-0E76BF680364}" srcId="{AD2EBCA6-C5C0-4400-B857-D3A9822F9306}" destId="{4415E3F4-BEF8-43B7-8A31-C962DE9654FA}" srcOrd="0" destOrd="0" parTransId="{D7BE71FC-8AB6-4CA8-B607-C9349539CA85}" sibTransId="{35141BA9-01F0-43DC-A3ED-D507F64F7128}"/>
    <dgm:cxn modelId="{BC6DD4B9-28E5-4411-984A-D5FC03E1233B}" type="presParOf" srcId="{6A5BE20C-8BA1-4AC9-96EC-1989C5D53E92}" destId="{33340718-EC3F-4E83-BCAC-04818E9D1872}" srcOrd="0" destOrd="0" presId="urn:microsoft.com/office/officeart/2018/2/layout/IconVerticalSolidList"/>
    <dgm:cxn modelId="{0323CD2A-F29B-4C25-8C82-0020692DE903}" type="presParOf" srcId="{33340718-EC3F-4E83-BCAC-04818E9D1872}" destId="{8C3262EC-3ED3-4CD2-83A9-665D2DCF7103}" srcOrd="0" destOrd="0" presId="urn:microsoft.com/office/officeart/2018/2/layout/IconVerticalSolidList"/>
    <dgm:cxn modelId="{F8BA6660-0716-4D62-8CCA-360CF74692D6}" type="presParOf" srcId="{33340718-EC3F-4E83-BCAC-04818E9D1872}" destId="{9CC1E156-B218-445A-8D5C-578C41B23718}" srcOrd="1" destOrd="0" presId="urn:microsoft.com/office/officeart/2018/2/layout/IconVerticalSolidList"/>
    <dgm:cxn modelId="{A0B361F3-CD58-447F-9C5F-7A85FD27732F}" type="presParOf" srcId="{33340718-EC3F-4E83-BCAC-04818E9D1872}" destId="{9747B420-BB0F-416A-9DD4-3B45473E9C43}" srcOrd="2" destOrd="0" presId="urn:microsoft.com/office/officeart/2018/2/layout/IconVerticalSolidList"/>
    <dgm:cxn modelId="{EDF17936-9193-44A5-A9BC-77A160C29157}" type="presParOf" srcId="{33340718-EC3F-4E83-BCAC-04818E9D1872}" destId="{058440ED-4563-45C2-AB18-61DE0350B02F}" srcOrd="3" destOrd="0" presId="urn:microsoft.com/office/officeart/2018/2/layout/IconVerticalSolidList"/>
    <dgm:cxn modelId="{162AAF81-D083-4621-A7D1-6659ADB5A3DF}" type="presParOf" srcId="{6A5BE20C-8BA1-4AC9-96EC-1989C5D53E92}" destId="{B4F55D24-9398-498C-B7F3-7BFC46A7CC52}" srcOrd="1" destOrd="0" presId="urn:microsoft.com/office/officeart/2018/2/layout/IconVerticalSolidList"/>
    <dgm:cxn modelId="{92D80CDB-C88F-4C3E-920B-53AFFB826158}" type="presParOf" srcId="{6A5BE20C-8BA1-4AC9-96EC-1989C5D53E92}" destId="{436FB356-3F8D-4DB8-B23A-056A3C8E3303}" srcOrd="2" destOrd="0" presId="urn:microsoft.com/office/officeart/2018/2/layout/IconVerticalSolidList"/>
    <dgm:cxn modelId="{5CA4D241-F0ED-4FFC-B646-B82C7FEF5489}" type="presParOf" srcId="{436FB356-3F8D-4DB8-B23A-056A3C8E3303}" destId="{0837F4D7-EAB1-4CD3-860D-67748B96102D}" srcOrd="0" destOrd="0" presId="urn:microsoft.com/office/officeart/2018/2/layout/IconVerticalSolidList"/>
    <dgm:cxn modelId="{A28A437F-2E13-446B-A55D-F45513FD2067}" type="presParOf" srcId="{436FB356-3F8D-4DB8-B23A-056A3C8E3303}" destId="{4AFA4302-918E-4DC8-B30C-AE2D19C89CAA}" srcOrd="1" destOrd="0" presId="urn:microsoft.com/office/officeart/2018/2/layout/IconVerticalSolidList"/>
    <dgm:cxn modelId="{B2D43787-5E38-45D9-BC88-1583456B809F}" type="presParOf" srcId="{436FB356-3F8D-4DB8-B23A-056A3C8E3303}" destId="{9518048E-8B38-48EE-97E7-2AF46D01A1EE}" srcOrd="2" destOrd="0" presId="urn:microsoft.com/office/officeart/2018/2/layout/IconVerticalSolidList"/>
    <dgm:cxn modelId="{CFC3ED77-4262-43E2-94C2-54374359224B}" type="presParOf" srcId="{436FB356-3F8D-4DB8-B23A-056A3C8E3303}" destId="{3C379E3D-6C1B-4E9C-983D-F6352312CFF4}" srcOrd="3" destOrd="0" presId="urn:microsoft.com/office/officeart/2018/2/layout/IconVerticalSolidList"/>
    <dgm:cxn modelId="{ECB9CF94-3D90-4635-A340-25BC8D54F1A1}" type="presParOf" srcId="{6A5BE20C-8BA1-4AC9-96EC-1989C5D53E92}" destId="{DBA1DDE9-BBD3-4F14-A08B-34A09687ECB0}" srcOrd="3" destOrd="0" presId="urn:microsoft.com/office/officeart/2018/2/layout/IconVerticalSolidList"/>
    <dgm:cxn modelId="{61DD89E6-EEB5-44E0-9468-CDCA284F9842}" type="presParOf" srcId="{6A5BE20C-8BA1-4AC9-96EC-1989C5D53E92}" destId="{69DBF3FF-9E15-461E-A51D-810118F7359E}" srcOrd="4" destOrd="0" presId="urn:microsoft.com/office/officeart/2018/2/layout/IconVerticalSolidList"/>
    <dgm:cxn modelId="{44B9AFDE-AE32-4505-AAC6-1C3EBED1B0E8}" type="presParOf" srcId="{69DBF3FF-9E15-461E-A51D-810118F7359E}" destId="{FEB638D4-03BE-4AFB-B76B-69C5B4AAC12E}" srcOrd="0" destOrd="0" presId="urn:microsoft.com/office/officeart/2018/2/layout/IconVerticalSolidList"/>
    <dgm:cxn modelId="{84E54E45-37A0-40C3-9EC9-B6C76C742943}" type="presParOf" srcId="{69DBF3FF-9E15-461E-A51D-810118F7359E}" destId="{2E0AF015-C9AC-471F-AF0A-69E30ED038A1}" srcOrd="1" destOrd="0" presId="urn:microsoft.com/office/officeart/2018/2/layout/IconVerticalSolidList"/>
    <dgm:cxn modelId="{170A3A5E-9B10-48EA-BA6C-B78CEFAD1DDA}" type="presParOf" srcId="{69DBF3FF-9E15-461E-A51D-810118F7359E}" destId="{ED7188D8-531A-4E25-B642-86156CA484FA}" srcOrd="2" destOrd="0" presId="urn:microsoft.com/office/officeart/2018/2/layout/IconVerticalSolidList"/>
    <dgm:cxn modelId="{61EDEB52-D64F-4933-9FF3-E0356FA431AD}" type="presParOf" srcId="{69DBF3FF-9E15-461E-A51D-810118F7359E}" destId="{E95246A0-477D-4AC7-A64A-E7A1542654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7F80DC-3D05-4E90-8393-ADF7FBC384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FB26393-94D5-491A-937C-8739E9670912}">
      <dgm:prSet/>
      <dgm:spPr/>
      <dgm:t>
        <a:bodyPr/>
        <a:lstStyle/>
        <a:p>
          <a:r>
            <a:rPr lang="en-GB" b="1"/>
            <a:t>Problème :</a:t>
          </a:r>
          <a:r>
            <a:rPr lang="en-GB"/>
            <a:t> Comment créer un nouvel objet en clonant un objet existant?</a:t>
          </a:r>
          <a:endParaRPr lang="en-US"/>
        </a:p>
      </dgm:t>
    </dgm:pt>
    <dgm:pt modelId="{4C01CCCF-8173-4C5C-ABCF-D26CCC27D8FB}" type="parTrans" cxnId="{12BDE9AD-0F4D-40CB-B1CE-B6C127F89A26}">
      <dgm:prSet/>
      <dgm:spPr/>
      <dgm:t>
        <a:bodyPr/>
        <a:lstStyle/>
        <a:p>
          <a:endParaRPr lang="en-US"/>
        </a:p>
      </dgm:t>
    </dgm:pt>
    <dgm:pt modelId="{FA58739C-DC90-410A-A813-26208891A6D7}" type="sibTrans" cxnId="{12BDE9AD-0F4D-40CB-B1CE-B6C127F89A26}">
      <dgm:prSet/>
      <dgm:spPr/>
      <dgm:t>
        <a:bodyPr/>
        <a:lstStyle/>
        <a:p>
          <a:endParaRPr lang="en-US"/>
        </a:p>
      </dgm:t>
    </dgm:pt>
    <dgm:pt modelId="{FD5FE644-CDF3-41AC-AA8F-B426D4DBA963}">
      <dgm:prSet/>
      <dgm:spPr/>
      <dgm:t>
        <a:bodyPr/>
        <a:lstStyle/>
        <a:p>
          <a:r>
            <a:rPr lang="en-GB" b="1"/>
            <a:t>Solution :</a:t>
          </a:r>
          <a:r>
            <a:rPr lang="en-GB"/>
            <a:t> Préconfigurer un objet comme souhaité, puis créer un clone de lui-même lorsque nécessaire.</a:t>
          </a:r>
          <a:endParaRPr lang="en-US"/>
        </a:p>
      </dgm:t>
    </dgm:pt>
    <dgm:pt modelId="{D1D76122-4E79-46C6-B947-254E3932635A}" type="parTrans" cxnId="{394F8633-86D1-4421-8E95-8E5612606581}">
      <dgm:prSet/>
      <dgm:spPr/>
      <dgm:t>
        <a:bodyPr/>
        <a:lstStyle/>
        <a:p>
          <a:endParaRPr lang="en-US"/>
        </a:p>
      </dgm:t>
    </dgm:pt>
    <dgm:pt modelId="{96837BF2-E266-469D-A111-671831649986}" type="sibTrans" cxnId="{394F8633-86D1-4421-8E95-8E5612606581}">
      <dgm:prSet/>
      <dgm:spPr/>
      <dgm:t>
        <a:bodyPr/>
        <a:lstStyle/>
        <a:p>
          <a:endParaRPr lang="en-US"/>
        </a:p>
      </dgm:t>
    </dgm:pt>
    <dgm:pt modelId="{F4E71EE2-A659-46C9-96AD-8F68275262B1}">
      <dgm:prSet/>
      <dgm:spPr/>
      <dgm:t>
        <a:bodyPr/>
        <a:lstStyle/>
        <a:p>
          <a:r>
            <a:rPr lang="en-GB" b="1"/>
            <a:t>Exemple :</a:t>
          </a:r>
          <a:r>
            <a:rPr lang="en-GB"/>
            <a:t> En Java, utiliser la méthode clone() pour créer une copie exacte d'un objet existant.</a:t>
          </a:r>
          <a:endParaRPr lang="en-US"/>
        </a:p>
      </dgm:t>
    </dgm:pt>
    <dgm:pt modelId="{0C746D1C-2FF6-4090-8FE3-8E5FFDBD30C5}" type="parTrans" cxnId="{134893CD-EE0D-4FCF-A5DD-F576E6D3F2AE}">
      <dgm:prSet/>
      <dgm:spPr/>
      <dgm:t>
        <a:bodyPr/>
        <a:lstStyle/>
        <a:p>
          <a:endParaRPr lang="en-US"/>
        </a:p>
      </dgm:t>
    </dgm:pt>
    <dgm:pt modelId="{31107796-E3A6-4788-BD71-FDC7755E3E42}" type="sibTrans" cxnId="{134893CD-EE0D-4FCF-A5DD-F576E6D3F2AE}">
      <dgm:prSet/>
      <dgm:spPr/>
      <dgm:t>
        <a:bodyPr/>
        <a:lstStyle/>
        <a:p>
          <a:endParaRPr lang="en-US"/>
        </a:p>
      </dgm:t>
    </dgm:pt>
    <dgm:pt modelId="{6E2561EF-DEFE-4B32-97A6-D1A501BD85A1}" type="pres">
      <dgm:prSet presAssocID="{EE7F80DC-3D05-4E90-8393-ADF7FBC38430}" presName="root" presStyleCnt="0">
        <dgm:presLayoutVars>
          <dgm:dir/>
          <dgm:resizeHandles val="exact"/>
        </dgm:presLayoutVars>
      </dgm:prSet>
      <dgm:spPr/>
    </dgm:pt>
    <dgm:pt modelId="{4BB9B426-D5FD-4136-BC7C-319498BDD101}" type="pres">
      <dgm:prSet presAssocID="{FFB26393-94D5-491A-937C-8739E9670912}" presName="compNode" presStyleCnt="0"/>
      <dgm:spPr/>
    </dgm:pt>
    <dgm:pt modelId="{F9A66D02-CCEC-4E73-B2A3-3B998682853F}" type="pres">
      <dgm:prSet presAssocID="{FFB26393-94D5-491A-937C-8739E9670912}" presName="bgRect" presStyleLbl="bgShp" presStyleIdx="0" presStyleCnt="3"/>
      <dgm:spPr/>
    </dgm:pt>
    <dgm:pt modelId="{E9B14428-38CA-4E77-8566-913E73D44F50}" type="pres">
      <dgm:prSet presAssocID="{FFB26393-94D5-491A-937C-8739E96709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50F5FFCF-6ABD-4754-92AA-FFF0BC398CE3}" type="pres">
      <dgm:prSet presAssocID="{FFB26393-94D5-491A-937C-8739E9670912}" presName="spaceRect" presStyleCnt="0"/>
      <dgm:spPr/>
    </dgm:pt>
    <dgm:pt modelId="{EAAD528A-974B-4EA6-9E87-470FE676F404}" type="pres">
      <dgm:prSet presAssocID="{FFB26393-94D5-491A-937C-8739E9670912}" presName="parTx" presStyleLbl="revTx" presStyleIdx="0" presStyleCnt="3">
        <dgm:presLayoutVars>
          <dgm:chMax val="0"/>
          <dgm:chPref val="0"/>
        </dgm:presLayoutVars>
      </dgm:prSet>
      <dgm:spPr/>
    </dgm:pt>
    <dgm:pt modelId="{FA398838-7F23-4FE7-BD0A-BE12A8D9B192}" type="pres">
      <dgm:prSet presAssocID="{FA58739C-DC90-410A-A813-26208891A6D7}" presName="sibTrans" presStyleCnt="0"/>
      <dgm:spPr/>
    </dgm:pt>
    <dgm:pt modelId="{BF2D1715-8CD9-4D22-B5AE-9C76B4D21118}" type="pres">
      <dgm:prSet presAssocID="{FD5FE644-CDF3-41AC-AA8F-B426D4DBA963}" presName="compNode" presStyleCnt="0"/>
      <dgm:spPr/>
    </dgm:pt>
    <dgm:pt modelId="{5538176F-D6DA-4F9D-9E34-6FC85BB0EE0A}" type="pres">
      <dgm:prSet presAssocID="{FD5FE644-CDF3-41AC-AA8F-B426D4DBA963}" presName="bgRect" presStyleLbl="bgShp" presStyleIdx="1" presStyleCnt="3"/>
      <dgm:spPr/>
    </dgm:pt>
    <dgm:pt modelId="{6FF33C0B-30B7-4E90-B9C3-63437EAD494E}" type="pres">
      <dgm:prSet presAssocID="{FD5FE644-CDF3-41AC-AA8F-B426D4DBA9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4BF963E-D308-4A02-8F73-7EC61E22041C}" type="pres">
      <dgm:prSet presAssocID="{FD5FE644-CDF3-41AC-AA8F-B426D4DBA963}" presName="spaceRect" presStyleCnt="0"/>
      <dgm:spPr/>
    </dgm:pt>
    <dgm:pt modelId="{64AA4380-6541-4D79-A158-5E2CFEED7016}" type="pres">
      <dgm:prSet presAssocID="{FD5FE644-CDF3-41AC-AA8F-B426D4DBA963}" presName="parTx" presStyleLbl="revTx" presStyleIdx="1" presStyleCnt="3">
        <dgm:presLayoutVars>
          <dgm:chMax val="0"/>
          <dgm:chPref val="0"/>
        </dgm:presLayoutVars>
      </dgm:prSet>
      <dgm:spPr/>
    </dgm:pt>
    <dgm:pt modelId="{C9A8D30E-89A7-4CF0-A38F-0F6128283DC7}" type="pres">
      <dgm:prSet presAssocID="{96837BF2-E266-469D-A111-671831649986}" presName="sibTrans" presStyleCnt="0"/>
      <dgm:spPr/>
    </dgm:pt>
    <dgm:pt modelId="{615FD379-B87F-4B94-8DF5-CF33F4AD6DD8}" type="pres">
      <dgm:prSet presAssocID="{F4E71EE2-A659-46C9-96AD-8F68275262B1}" presName="compNode" presStyleCnt="0"/>
      <dgm:spPr/>
    </dgm:pt>
    <dgm:pt modelId="{9EA56E32-A84F-4999-A9B1-03E46005DAFB}" type="pres">
      <dgm:prSet presAssocID="{F4E71EE2-A659-46C9-96AD-8F68275262B1}" presName="bgRect" presStyleLbl="bgShp" presStyleIdx="2" presStyleCnt="3"/>
      <dgm:spPr/>
    </dgm:pt>
    <dgm:pt modelId="{6346740A-1EE5-403C-B102-597134A5684E}" type="pres">
      <dgm:prSet presAssocID="{F4E71EE2-A659-46C9-96AD-8F68275262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C572E31-F332-43AC-B52A-E7E7C8224E78}" type="pres">
      <dgm:prSet presAssocID="{F4E71EE2-A659-46C9-96AD-8F68275262B1}" presName="spaceRect" presStyleCnt="0"/>
      <dgm:spPr/>
    </dgm:pt>
    <dgm:pt modelId="{F3A21C7F-1299-4BC2-B3B1-86D9AF7E4344}" type="pres">
      <dgm:prSet presAssocID="{F4E71EE2-A659-46C9-96AD-8F68275262B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94F8633-86D1-4421-8E95-8E5612606581}" srcId="{EE7F80DC-3D05-4E90-8393-ADF7FBC38430}" destId="{FD5FE644-CDF3-41AC-AA8F-B426D4DBA963}" srcOrd="1" destOrd="0" parTransId="{D1D76122-4E79-46C6-B947-254E3932635A}" sibTransId="{96837BF2-E266-469D-A111-671831649986}"/>
    <dgm:cxn modelId="{330B1066-27C1-408B-80A9-D3721EA22650}" type="presOf" srcId="{FFB26393-94D5-491A-937C-8739E9670912}" destId="{EAAD528A-974B-4EA6-9E87-470FE676F404}" srcOrd="0" destOrd="0" presId="urn:microsoft.com/office/officeart/2018/2/layout/IconVerticalSolidList"/>
    <dgm:cxn modelId="{2487D370-7204-4ABB-9FCD-D26BAB1EE8F3}" type="presOf" srcId="{F4E71EE2-A659-46C9-96AD-8F68275262B1}" destId="{F3A21C7F-1299-4BC2-B3B1-86D9AF7E4344}" srcOrd="0" destOrd="0" presId="urn:microsoft.com/office/officeart/2018/2/layout/IconVerticalSolidList"/>
    <dgm:cxn modelId="{12BDE9AD-0F4D-40CB-B1CE-B6C127F89A26}" srcId="{EE7F80DC-3D05-4E90-8393-ADF7FBC38430}" destId="{FFB26393-94D5-491A-937C-8739E9670912}" srcOrd="0" destOrd="0" parTransId="{4C01CCCF-8173-4C5C-ABCF-D26CCC27D8FB}" sibTransId="{FA58739C-DC90-410A-A813-26208891A6D7}"/>
    <dgm:cxn modelId="{85B1B7C2-B286-44DC-8929-158E91453579}" type="presOf" srcId="{EE7F80DC-3D05-4E90-8393-ADF7FBC38430}" destId="{6E2561EF-DEFE-4B32-97A6-D1A501BD85A1}" srcOrd="0" destOrd="0" presId="urn:microsoft.com/office/officeart/2018/2/layout/IconVerticalSolidList"/>
    <dgm:cxn modelId="{134893CD-EE0D-4FCF-A5DD-F576E6D3F2AE}" srcId="{EE7F80DC-3D05-4E90-8393-ADF7FBC38430}" destId="{F4E71EE2-A659-46C9-96AD-8F68275262B1}" srcOrd="2" destOrd="0" parTransId="{0C746D1C-2FF6-4090-8FE3-8E5FFDBD30C5}" sibTransId="{31107796-E3A6-4788-BD71-FDC7755E3E42}"/>
    <dgm:cxn modelId="{FC85CDE5-09C2-46BD-98E6-6A77A2A9FD35}" type="presOf" srcId="{FD5FE644-CDF3-41AC-AA8F-B426D4DBA963}" destId="{64AA4380-6541-4D79-A158-5E2CFEED7016}" srcOrd="0" destOrd="0" presId="urn:microsoft.com/office/officeart/2018/2/layout/IconVerticalSolidList"/>
    <dgm:cxn modelId="{87803289-E487-4DA1-875F-224DED2EBECD}" type="presParOf" srcId="{6E2561EF-DEFE-4B32-97A6-D1A501BD85A1}" destId="{4BB9B426-D5FD-4136-BC7C-319498BDD101}" srcOrd="0" destOrd="0" presId="urn:microsoft.com/office/officeart/2018/2/layout/IconVerticalSolidList"/>
    <dgm:cxn modelId="{34E0116E-F9B1-4F88-8FD5-CCEFBDCDB179}" type="presParOf" srcId="{4BB9B426-D5FD-4136-BC7C-319498BDD101}" destId="{F9A66D02-CCEC-4E73-B2A3-3B998682853F}" srcOrd="0" destOrd="0" presId="urn:microsoft.com/office/officeart/2018/2/layout/IconVerticalSolidList"/>
    <dgm:cxn modelId="{C1558445-67E3-4365-8993-D8D8DB117A46}" type="presParOf" srcId="{4BB9B426-D5FD-4136-BC7C-319498BDD101}" destId="{E9B14428-38CA-4E77-8566-913E73D44F50}" srcOrd="1" destOrd="0" presId="urn:microsoft.com/office/officeart/2018/2/layout/IconVerticalSolidList"/>
    <dgm:cxn modelId="{AD37B933-A9DF-4CDB-831A-F553F7327313}" type="presParOf" srcId="{4BB9B426-D5FD-4136-BC7C-319498BDD101}" destId="{50F5FFCF-6ABD-4754-92AA-FFF0BC398CE3}" srcOrd="2" destOrd="0" presId="urn:microsoft.com/office/officeart/2018/2/layout/IconVerticalSolidList"/>
    <dgm:cxn modelId="{3BD725B7-04DC-40E4-8370-3EFD46C51359}" type="presParOf" srcId="{4BB9B426-D5FD-4136-BC7C-319498BDD101}" destId="{EAAD528A-974B-4EA6-9E87-470FE676F404}" srcOrd="3" destOrd="0" presId="urn:microsoft.com/office/officeart/2018/2/layout/IconVerticalSolidList"/>
    <dgm:cxn modelId="{A4BA0EF7-4508-4397-9594-84B78800ACE5}" type="presParOf" srcId="{6E2561EF-DEFE-4B32-97A6-D1A501BD85A1}" destId="{FA398838-7F23-4FE7-BD0A-BE12A8D9B192}" srcOrd="1" destOrd="0" presId="urn:microsoft.com/office/officeart/2018/2/layout/IconVerticalSolidList"/>
    <dgm:cxn modelId="{844E45AF-FAA2-4600-AB67-CC136C74820E}" type="presParOf" srcId="{6E2561EF-DEFE-4B32-97A6-D1A501BD85A1}" destId="{BF2D1715-8CD9-4D22-B5AE-9C76B4D21118}" srcOrd="2" destOrd="0" presId="urn:microsoft.com/office/officeart/2018/2/layout/IconVerticalSolidList"/>
    <dgm:cxn modelId="{78CD69D7-3066-40C6-8FB7-D8BBF6C6294D}" type="presParOf" srcId="{BF2D1715-8CD9-4D22-B5AE-9C76B4D21118}" destId="{5538176F-D6DA-4F9D-9E34-6FC85BB0EE0A}" srcOrd="0" destOrd="0" presId="urn:microsoft.com/office/officeart/2018/2/layout/IconVerticalSolidList"/>
    <dgm:cxn modelId="{FA613874-3DA9-4C06-A976-2AFF6F072D30}" type="presParOf" srcId="{BF2D1715-8CD9-4D22-B5AE-9C76B4D21118}" destId="{6FF33C0B-30B7-4E90-B9C3-63437EAD494E}" srcOrd="1" destOrd="0" presId="urn:microsoft.com/office/officeart/2018/2/layout/IconVerticalSolidList"/>
    <dgm:cxn modelId="{B2274C33-18DF-40C0-AE88-D0F570862643}" type="presParOf" srcId="{BF2D1715-8CD9-4D22-B5AE-9C76B4D21118}" destId="{34BF963E-D308-4A02-8F73-7EC61E22041C}" srcOrd="2" destOrd="0" presId="urn:microsoft.com/office/officeart/2018/2/layout/IconVerticalSolidList"/>
    <dgm:cxn modelId="{60DF5337-0475-4E3C-AD42-8982042615FD}" type="presParOf" srcId="{BF2D1715-8CD9-4D22-B5AE-9C76B4D21118}" destId="{64AA4380-6541-4D79-A158-5E2CFEED7016}" srcOrd="3" destOrd="0" presId="urn:microsoft.com/office/officeart/2018/2/layout/IconVerticalSolidList"/>
    <dgm:cxn modelId="{3EC3B051-6BB4-42BB-A33C-CE477E22D671}" type="presParOf" srcId="{6E2561EF-DEFE-4B32-97A6-D1A501BD85A1}" destId="{C9A8D30E-89A7-4CF0-A38F-0F6128283DC7}" srcOrd="3" destOrd="0" presId="urn:microsoft.com/office/officeart/2018/2/layout/IconVerticalSolidList"/>
    <dgm:cxn modelId="{6E779DF5-A1CC-4182-9E34-0E338E80DEB5}" type="presParOf" srcId="{6E2561EF-DEFE-4B32-97A6-D1A501BD85A1}" destId="{615FD379-B87F-4B94-8DF5-CF33F4AD6DD8}" srcOrd="4" destOrd="0" presId="urn:microsoft.com/office/officeart/2018/2/layout/IconVerticalSolidList"/>
    <dgm:cxn modelId="{6D53B08B-9E63-4DB3-87DB-70BF96D21DC0}" type="presParOf" srcId="{615FD379-B87F-4B94-8DF5-CF33F4AD6DD8}" destId="{9EA56E32-A84F-4999-A9B1-03E46005DAFB}" srcOrd="0" destOrd="0" presId="urn:microsoft.com/office/officeart/2018/2/layout/IconVerticalSolidList"/>
    <dgm:cxn modelId="{428BF239-DB54-445E-80DB-FDEE707C822A}" type="presParOf" srcId="{615FD379-B87F-4B94-8DF5-CF33F4AD6DD8}" destId="{6346740A-1EE5-403C-B102-597134A5684E}" srcOrd="1" destOrd="0" presId="urn:microsoft.com/office/officeart/2018/2/layout/IconVerticalSolidList"/>
    <dgm:cxn modelId="{7A099966-B312-47A2-BE50-3EF7005B4D99}" type="presParOf" srcId="{615FD379-B87F-4B94-8DF5-CF33F4AD6DD8}" destId="{2C572E31-F332-43AC-B52A-E7E7C8224E78}" srcOrd="2" destOrd="0" presId="urn:microsoft.com/office/officeart/2018/2/layout/IconVerticalSolidList"/>
    <dgm:cxn modelId="{0D970726-73C3-403C-A46C-61BBDFA9A4BD}" type="presParOf" srcId="{615FD379-B87F-4B94-8DF5-CF33F4AD6DD8}" destId="{F3A21C7F-1299-4BC2-B3B1-86D9AF7E43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855D43-8AE7-4993-BD9C-83F3EF738C0F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311D0AD-DF2E-44A9-8867-9ABE7082CB2D}">
      <dgm:prSet/>
      <dgm:spPr/>
      <dgm:t>
        <a:bodyPr/>
        <a:lstStyle/>
        <a:p>
          <a:r>
            <a:rPr lang="en-US"/>
            <a:t>Obtenir une nouvelle instance avec le même état</a:t>
          </a:r>
        </a:p>
      </dgm:t>
    </dgm:pt>
    <dgm:pt modelId="{66ACDE1C-0BC8-49E9-B171-AAE889328A6B}" type="parTrans" cxnId="{BE5C9928-22F1-4A2F-9EC0-7EBDF2570E4B}">
      <dgm:prSet/>
      <dgm:spPr/>
      <dgm:t>
        <a:bodyPr/>
        <a:lstStyle/>
        <a:p>
          <a:endParaRPr lang="en-US"/>
        </a:p>
      </dgm:t>
    </dgm:pt>
    <dgm:pt modelId="{0655802E-CF02-4B79-8CB1-F77A2B694DCF}" type="sibTrans" cxnId="{BE5C9928-22F1-4A2F-9EC0-7EBDF2570E4B}">
      <dgm:prSet/>
      <dgm:spPr/>
      <dgm:t>
        <a:bodyPr/>
        <a:lstStyle/>
        <a:p>
          <a:endParaRPr lang="en-US"/>
        </a:p>
      </dgm:t>
    </dgm:pt>
    <dgm:pt modelId="{29A5C18B-B608-4E61-B49D-328DC79540AA}">
      <dgm:prSet/>
      <dgm:spPr/>
      <dgm:t>
        <a:bodyPr/>
        <a:lstStyle/>
        <a:p>
          <a:r>
            <a:rPr lang="en-US"/>
            <a:t>Modifier la copie sans affecter l’original</a:t>
          </a:r>
        </a:p>
      </dgm:t>
    </dgm:pt>
    <dgm:pt modelId="{6AEAB7D0-37B9-4679-AA9D-13829C4C3E69}" type="parTrans" cxnId="{0A20FF3A-D381-48FB-8216-A71C94E6D8B4}">
      <dgm:prSet/>
      <dgm:spPr/>
      <dgm:t>
        <a:bodyPr/>
        <a:lstStyle/>
        <a:p>
          <a:endParaRPr lang="en-US"/>
        </a:p>
      </dgm:t>
    </dgm:pt>
    <dgm:pt modelId="{83B303C0-411F-40C6-8774-1FFD3407A80F}" type="sibTrans" cxnId="{0A20FF3A-D381-48FB-8216-A71C94E6D8B4}">
      <dgm:prSet/>
      <dgm:spPr/>
      <dgm:t>
        <a:bodyPr/>
        <a:lstStyle/>
        <a:p>
          <a:endParaRPr lang="en-US"/>
        </a:p>
      </dgm:t>
    </dgm:pt>
    <dgm:pt modelId="{74005BB6-235B-4DA1-926D-8CFFCDE50FCB}">
      <dgm:prSet/>
      <dgm:spPr/>
      <dgm:t>
        <a:bodyPr/>
        <a:lstStyle/>
        <a:p>
          <a:r>
            <a:rPr lang="en-US"/>
            <a:t>Préserver un état initial pour y revenir plus tard</a:t>
          </a:r>
        </a:p>
      </dgm:t>
    </dgm:pt>
    <dgm:pt modelId="{12B02B2B-141D-42CB-AD1D-D2F4305FBF88}" type="parTrans" cxnId="{070DD98D-2A26-4300-ADFF-FEBBC6FEE5C8}">
      <dgm:prSet/>
      <dgm:spPr/>
      <dgm:t>
        <a:bodyPr/>
        <a:lstStyle/>
        <a:p>
          <a:endParaRPr lang="en-US"/>
        </a:p>
      </dgm:t>
    </dgm:pt>
    <dgm:pt modelId="{5CCAB59D-A5CD-40CF-A498-A09FA460191E}" type="sibTrans" cxnId="{070DD98D-2A26-4300-ADFF-FEBBC6FEE5C8}">
      <dgm:prSet/>
      <dgm:spPr/>
      <dgm:t>
        <a:bodyPr/>
        <a:lstStyle/>
        <a:p>
          <a:endParaRPr lang="en-US"/>
        </a:p>
      </dgm:t>
    </dgm:pt>
    <dgm:pt modelId="{C99D71FD-DCCE-4CDB-9E00-023901BDB503}">
      <dgm:prSet/>
      <dgm:spPr/>
      <dgm:t>
        <a:bodyPr/>
        <a:lstStyle/>
        <a:p>
          <a:r>
            <a:rPr lang="en-US"/>
            <a:t>Créer rapidement un objet préconfiguré</a:t>
          </a:r>
        </a:p>
      </dgm:t>
    </dgm:pt>
    <dgm:pt modelId="{78CEC9DD-3ECE-4246-9807-D80B7F7D0220}" type="parTrans" cxnId="{2494BFC9-4741-46EF-8519-2E19604087A9}">
      <dgm:prSet/>
      <dgm:spPr/>
      <dgm:t>
        <a:bodyPr/>
        <a:lstStyle/>
        <a:p>
          <a:endParaRPr lang="en-US"/>
        </a:p>
      </dgm:t>
    </dgm:pt>
    <dgm:pt modelId="{BD398B44-2AA6-489D-BA34-A7703863B1A8}" type="sibTrans" cxnId="{2494BFC9-4741-46EF-8519-2E19604087A9}">
      <dgm:prSet/>
      <dgm:spPr/>
      <dgm:t>
        <a:bodyPr/>
        <a:lstStyle/>
        <a:p>
          <a:endParaRPr lang="en-US"/>
        </a:p>
      </dgm:t>
    </dgm:pt>
    <dgm:pt modelId="{11B8D2C9-0ACC-42AA-8A9D-60E829C95E26}">
      <dgm:prSet/>
      <dgm:spPr/>
      <dgm:t>
        <a:bodyPr/>
        <a:lstStyle/>
        <a:p>
          <a:r>
            <a:rPr lang="en-US"/>
            <a:t>Dupliquer un état pour :</a:t>
          </a:r>
        </a:p>
      </dgm:t>
    </dgm:pt>
    <dgm:pt modelId="{1B8CB3FF-8BEA-4298-B7CF-15399FED4434}" type="parTrans" cxnId="{C07963E1-6AAA-4377-BDD7-1AE5617F6E41}">
      <dgm:prSet/>
      <dgm:spPr/>
      <dgm:t>
        <a:bodyPr/>
        <a:lstStyle/>
        <a:p>
          <a:endParaRPr lang="en-US"/>
        </a:p>
      </dgm:t>
    </dgm:pt>
    <dgm:pt modelId="{D487B138-ABFC-42E0-9C3B-00FA880F7FCE}" type="sibTrans" cxnId="{C07963E1-6AAA-4377-BDD7-1AE5617F6E41}">
      <dgm:prSet/>
      <dgm:spPr/>
      <dgm:t>
        <a:bodyPr/>
        <a:lstStyle/>
        <a:p>
          <a:endParaRPr lang="en-US"/>
        </a:p>
      </dgm:t>
    </dgm:pt>
    <dgm:pt modelId="{57F2083A-1576-4F3D-8792-081DBD38A506}">
      <dgm:prSet/>
      <dgm:spPr/>
      <dgm:t>
        <a:bodyPr/>
        <a:lstStyle/>
        <a:p>
          <a:r>
            <a:rPr lang="en-US"/>
            <a:t>tester une variante</a:t>
          </a:r>
        </a:p>
      </dgm:t>
    </dgm:pt>
    <dgm:pt modelId="{62BAE80F-D1A0-46E2-8170-3FDA70D1A77B}" type="parTrans" cxnId="{B7568F37-C236-4750-9D3B-6AEECFA0C9B4}">
      <dgm:prSet/>
      <dgm:spPr/>
      <dgm:t>
        <a:bodyPr/>
        <a:lstStyle/>
        <a:p>
          <a:endParaRPr lang="en-US"/>
        </a:p>
      </dgm:t>
    </dgm:pt>
    <dgm:pt modelId="{F7D384FC-B65C-4505-91AE-1FCADDEC418A}" type="sibTrans" cxnId="{B7568F37-C236-4750-9D3B-6AEECFA0C9B4}">
      <dgm:prSet/>
      <dgm:spPr/>
      <dgm:t>
        <a:bodyPr/>
        <a:lstStyle/>
        <a:p>
          <a:endParaRPr lang="en-US"/>
        </a:p>
      </dgm:t>
    </dgm:pt>
    <dgm:pt modelId="{AC03C3A4-9922-40CA-BE21-ABDB2055B7D6}">
      <dgm:prSet/>
      <dgm:spPr/>
      <dgm:t>
        <a:bodyPr/>
        <a:lstStyle/>
        <a:p>
          <a:r>
            <a:rPr lang="en-US"/>
            <a:t>simuler un scénario</a:t>
          </a:r>
        </a:p>
      </dgm:t>
    </dgm:pt>
    <dgm:pt modelId="{DB8DD2B8-70E6-421C-9419-5B1FCEC25757}" type="parTrans" cxnId="{10AC6483-7233-4C2C-85FA-7D0A8B9059DA}">
      <dgm:prSet/>
      <dgm:spPr/>
      <dgm:t>
        <a:bodyPr/>
        <a:lstStyle/>
        <a:p>
          <a:endParaRPr lang="en-US"/>
        </a:p>
      </dgm:t>
    </dgm:pt>
    <dgm:pt modelId="{D7CF7A9C-3235-4735-A11E-BCB19135A30C}" type="sibTrans" cxnId="{10AC6483-7233-4C2C-85FA-7D0A8B9059DA}">
      <dgm:prSet/>
      <dgm:spPr/>
      <dgm:t>
        <a:bodyPr/>
        <a:lstStyle/>
        <a:p>
          <a:endParaRPr lang="en-US"/>
        </a:p>
      </dgm:t>
    </dgm:pt>
    <dgm:pt modelId="{D66C745E-2B58-498E-BA91-7D3A07E61BBC}">
      <dgm:prSet/>
      <dgm:spPr/>
      <dgm:t>
        <a:bodyPr/>
        <a:lstStyle/>
        <a:p>
          <a:r>
            <a:rPr lang="en-US"/>
            <a:t>sauvegarder / restaurer</a:t>
          </a:r>
        </a:p>
      </dgm:t>
    </dgm:pt>
    <dgm:pt modelId="{1713A6F9-E06B-4C4F-A7C4-AC1F0119E8A8}" type="parTrans" cxnId="{451F8085-AA00-4A36-8D8E-5C4927BA87E9}">
      <dgm:prSet/>
      <dgm:spPr/>
      <dgm:t>
        <a:bodyPr/>
        <a:lstStyle/>
        <a:p>
          <a:endParaRPr lang="en-US"/>
        </a:p>
      </dgm:t>
    </dgm:pt>
    <dgm:pt modelId="{033EF9F6-6383-4D9C-AF68-8049B3097F6E}" type="sibTrans" cxnId="{451F8085-AA00-4A36-8D8E-5C4927BA87E9}">
      <dgm:prSet/>
      <dgm:spPr/>
      <dgm:t>
        <a:bodyPr/>
        <a:lstStyle/>
        <a:p>
          <a:endParaRPr lang="en-US"/>
        </a:p>
      </dgm:t>
    </dgm:pt>
    <dgm:pt modelId="{9443D0EE-A0C2-4DBA-BC7C-E290BF3B7989}">
      <dgm:prSet/>
      <dgm:spPr/>
      <dgm:t>
        <a:bodyPr/>
        <a:lstStyle/>
        <a:p>
          <a:r>
            <a:rPr lang="en-US"/>
            <a:t>Éviter de répéter un code d’initialisation complexe</a:t>
          </a:r>
        </a:p>
      </dgm:t>
    </dgm:pt>
    <dgm:pt modelId="{4A682D8F-86D6-47C7-B70F-F592A871D48F}" type="parTrans" cxnId="{4FC695B2-2E0D-4BCC-B06C-1A24727ED9FE}">
      <dgm:prSet/>
      <dgm:spPr/>
      <dgm:t>
        <a:bodyPr/>
        <a:lstStyle/>
        <a:p>
          <a:endParaRPr lang="en-US"/>
        </a:p>
      </dgm:t>
    </dgm:pt>
    <dgm:pt modelId="{598E6A7D-78B6-485C-8053-2CF11FDBD81C}" type="sibTrans" cxnId="{4FC695B2-2E0D-4BCC-B06C-1A24727ED9FE}">
      <dgm:prSet/>
      <dgm:spPr/>
      <dgm:t>
        <a:bodyPr/>
        <a:lstStyle/>
        <a:p>
          <a:endParaRPr lang="en-US"/>
        </a:p>
      </dgm:t>
    </dgm:pt>
    <dgm:pt modelId="{C630CA46-97AC-419D-AA12-7503B5C13B42}">
      <dgm:prSet/>
      <dgm:spPr/>
      <dgm:t>
        <a:bodyPr/>
        <a:lstStyle/>
        <a:p>
          <a:r>
            <a:rPr lang="en-US"/>
            <a:t>Reproduire facilement des objets ayant une même structure de base</a:t>
          </a:r>
        </a:p>
      </dgm:t>
    </dgm:pt>
    <dgm:pt modelId="{785FA848-86BF-4377-BD01-FC22FADC8E48}" type="parTrans" cxnId="{2E21E79C-E5F0-4914-989F-E52165AC135A}">
      <dgm:prSet/>
      <dgm:spPr/>
      <dgm:t>
        <a:bodyPr/>
        <a:lstStyle/>
        <a:p>
          <a:endParaRPr lang="en-US"/>
        </a:p>
      </dgm:t>
    </dgm:pt>
    <dgm:pt modelId="{8D86B3C3-84B2-44BE-8965-DC6F0067F60B}" type="sibTrans" cxnId="{2E21E79C-E5F0-4914-989F-E52165AC135A}">
      <dgm:prSet/>
      <dgm:spPr/>
      <dgm:t>
        <a:bodyPr/>
        <a:lstStyle/>
        <a:p>
          <a:endParaRPr lang="en-US"/>
        </a:p>
      </dgm:t>
    </dgm:pt>
    <dgm:pt modelId="{9F1B49EA-46FB-CC47-A015-D06CCBBB3157}" type="pres">
      <dgm:prSet presAssocID="{F4855D43-8AE7-4993-BD9C-83F3EF738C0F}" presName="diagram" presStyleCnt="0">
        <dgm:presLayoutVars>
          <dgm:dir/>
          <dgm:resizeHandles val="exact"/>
        </dgm:presLayoutVars>
      </dgm:prSet>
      <dgm:spPr/>
    </dgm:pt>
    <dgm:pt modelId="{601F4ED3-5CD6-8B48-B82F-15DEB4621C2E}" type="pres">
      <dgm:prSet presAssocID="{E311D0AD-DF2E-44A9-8867-9ABE7082CB2D}" presName="node" presStyleLbl="node1" presStyleIdx="0" presStyleCnt="10">
        <dgm:presLayoutVars>
          <dgm:bulletEnabled val="1"/>
        </dgm:presLayoutVars>
      </dgm:prSet>
      <dgm:spPr/>
    </dgm:pt>
    <dgm:pt modelId="{D66F9596-3FAA-164F-AC34-953529F16E14}" type="pres">
      <dgm:prSet presAssocID="{0655802E-CF02-4B79-8CB1-F77A2B694DCF}" presName="sibTrans" presStyleCnt="0"/>
      <dgm:spPr/>
    </dgm:pt>
    <dgm:pt modelId="{BCFC2B43-1B95-7644-BB85-86BF5B341DFB}" type="pres">
      <dgm:prSet presAssocID="{29A5C18B-B608-4E61-B49D-328DC79540AA}" presName="node" presStyleLbl="node1" presStyleIdx="1" presStyleCnt="10">
        <dgm:presLayoutVars>
          <dgm:bulletEnabled val="1"/>
        </dgm:presLayoutVars>
      </dgm:prSet>
      <dgm:spPr/>
    </dgm:pt>
    <dgm:pt modelId="{762AAA7F-3BD4-DA46-995E-9F925F9E9151}" type="pres">
      <dgm:prSet presAssocID="{83B303C0-411F-40C6-8774-1FFD3407A80F}" presName="sibTrans" presStyleCnt="0"/>
      <dgm:spPr/>
    </dgm:pt>
    <dgm:pt modelId="{FF943E24-689B-CB43-91FB-A4D396EFC06D}" type="pres">
      <dgm:prSet presAssocID="{74005BB6-235B-4DA1-926D-8CFFCDE50FCB}" presName="node" presStyleLbl="node1" presStyleIdx="2" presStyleCnt="10">
        <dgm:presLayoutVars>
          <dgm:bulletEnabled val="1"/>
        </dgm:presLayoutVars>
      </dgm:prSet>
      <dgm:spPr/>
    </dgm:pt>
    <dgm:pt modelId="{3D7ECD92-011D-0F4B-B128-E29B6C2A4037}" type="pres">
      <dgm:prSet presAssocID="{5CCAB59D-A5CD-40CF-A498-A09FA460191E}" presName="sibTrans" presStyleCnt="0"/>
      <dgm:spPr/>
    </dgm:pt>
    <dgm:pt modelId="{383E952A-357F-4448-B5EF-AA48F7BDA656}" type="pres">
      <dgm:prSet presAssocID="{C99D71FD-DCCE-4CDB-9E00-023901BDB503}" presName="node" presStyleLbl="node1" presStyleIdx="3" presStyleCnt="10">
        <dgm:presLayoutVars>
          <dgm:bulletEnabled val="1"/>
        </dgm:presLayoutVars>
      </dgm:prSet>
      <dgm:spPr/>
    </dgm:pt>
    <dgm:pt modelId="{49985CD9-867E-D249-B12A-E8EB837B0687}" type="pres">
      <dgm:prSet presAssocID="{BD398B44-2AA6-489D-BA34-A7703863B1A8}" presName="sibTrans" presStyleCnt="0"/>
      <dgm:spPr/>
    </dgm:pt>
    <dgm:pt modelId="{A99DCDF9-0BA7-9549-BD33-BA669C76C658}" type="pres">
      <dgm:prSet presAssocID="{11B8D2C9-0ACC-42AA-8A9D-60E829C95E26}" presName="node" presStyleLbl="node1" presStyleIdx="4" presStyleCnt="10">
        <dgm:presLayoutVars>
          <dgm:bulletEnabled val="1"/>
        </dgm:presLayoutVars>
      </dgm:prSet>
      <dgm:spPr/>
    </dgm:pt>
    <dgm:pt modelId="{479346A6-7A6D-1547-B0F8-CC071D19B08D}" type="pres">
      <dgm:prSet presAssocID="{D487B138-ABFC-42E0-9C3B-00FA880F7FCE}" presName="sibTrans" presStyleCnt="0"/>
      <dgm:spPr/>
    </dgm:pt>
    <dgm:pt modelId="{8CEBC6EC-5320-1145-B8F1-262D0666E6DE}" type="pres">
      <dgm:prSet presAssocID="{57F2083A-1576-4F3D-8792-081DBD38A506}" presName="node" presStyleLbl="node1" presStyleIdx="5" presStyleCnt="10">
        <dgm:presLayoutVars>
          <dgm:bulletEnabled val="1"/>
        </dgm:presLayoutVars>
      </dgm:prSet>
      <dgm:spPr/>
    </dgm:pt>
    <dgm:pt modelId="{AEF87084-517A-8343-ABFE-C12A8169E44B}" type="pres">
      <dgm:prSet presAssocID="{F7D384FC-B65C-4505-91AE-1FCADDEC418A}" presName="sibTrans" presStyleCnt="0"/>
      <dgm:spPr/>
    </dgm:pt>
    <dgm:pt modelId="{673EAB46-58BA-0244-9878-8A30F22E1DCA}" type="pres">
      <dgm:prSet presAssocID="{AC03C3A4-9922-40CA-BE21-ABDB2055B7D6}" presName="node" presStyleLbl="node1" presStyleIdx="6" presStyleCnt="10">
        <dgm:presLayoutVars>
          <dgm:bulletEnabled val="1"/>
        </dgm:presLayoutVars>
      </dgm:prSet>
      <dgm:spPr/>
    </dgm:pt>
    <dgm:pt modelId="{3B349C2C-FC37-8940-91B6-229607465F50}" type="pres">
      <dgm:prSet presAssocID="{D7CF7A9C-3235-4735-A11E-BCB19135A30C}" presName="sibTrans" presStyleCnt="0"/>
      <dgm:spPr/>
    </dgm:pt>
    <dgm:pt modelId="{0ACF829C-78C5-F445-B761-E2AA3A1598C3}" type="pres">
      <dgm:prSet presAssocID="{D66C745E-2B58-498E-BA91-7D3A07E61BBC}" presName="node" presStyleLbl="node1" presStyleIdx="7" presStyleCnt="10">
        <dgm:presLayoutVars>
          <dgm:bulletEnabled val="1"/>
        </dgm:presLayoutVars>
      </dgm:prSet>
      <dgm:spPr/>
    </dgm:pt>
    <dgm:pt modelId="{DCFA289D-8EB1-F441-96D7-AFCB0B4426B5}" type="pres">
      <dgm:prSet presAssocID="{033EF9F6-6383-4D9C-AF68-8049B3097F6E}" presName="sibTrans" presStyleCnt="0"/>
      <dgm:spPr/>
    </dgm:pt>
    <dgm:pt modelId="{184871AC-CB9F-2E47-B1D4-BF58B2DE9202}" type="pres">
      <dgm:prSet presAssocID="{9443D0EE-A0C2-4DBA-BC7C-E290BF3B7989}" presName="node" presStyleLbl="node1" presStyleIdx="8" presStyleCnt="10">
        <dgm:presLayoutVars>
          <dgm:bulletEnabled val="1"/>
        </dgm:presLayoutVars>
      </dgm:prSet>
      <dgm:spPr/>
    </dgm:pt>
    <dgm:pt modelId="{1BA14B9F-2F4D-FC42-8070-7DA858F6C3BA}" type="pres">
      <dgm:prSet presAssocID="{598E6A7D-78B6-485C-8053-2CF11FDBD81C}" presName="sibTrans" presStyleCnt="0"/>
      <dgm:spPr/>
    </dgm:pt>
    <dgm:pt modelId="{B7C486C7-FD00-3743-8DB9-E17405F9BD5B}" type="pres">
      <dgm:prSet presAssocID="{C630CA46-97AC-419D-AA12-7503B5C13B42}" presName="node" presStyleLbl="node1" presStyleIdx="9" presStyleCnt="10">
        <dgm:presLayoutVars>
          <dgm:bulletEnabled val="1"/>
        </dgm:presLayoutVars>
      </dgm:prSet>
      <dgm:spPr/>
    </dgm:pt>
  </dgm:ptLst>
  <dgm:cxnLst>
    <dgm:cxn modelId="{C482291D-2BC8-C74C-B819-EA9F7C8E1E7F}" type="presOf" srcId="{C630CA46-97AC-419D-AA12-7503B5C13B42}" destId="{B7C486C7-FD00-3743-8DB9-E17405F9BD5B}" srcOrd="0" destOrd="0" presId="urn:microsoft.com/office/officeart/2005/8/layout/default"/>
    <dgm:cxn modelId="{BE5C9928-22F1-4A2F-9EC0-7EBDF2570E4B}" srcId="{F4855D43-8AE7-4993-BD9C-83F3EF738C0F}" destId="{E311D0AD-DF2E-44A9-8867-9ABE7082CB2D}" srcOrd="0" destOrd="0" parTransId="{66ACDE1C-0BC8-49E9-B171-AAE889328A6B}" sibTransId="{0655802E-CF02-4B79-8CB1-F77A2B694DCF}"/>
    <dgm:cxn modelId="{86A1A136-B086-7A40-A94B-E36F28EAAA21}" type="presOf" srcId="{AC03C3A4-9922-40CA-BE21-ABDB2055B7D6}" destId="{673EAB46-58BA-0244-9878-8A30F22E1DCA}" srcOrd="0" destOrd="0" presId="urn:microsoft.com/office/officeart/2005/8/layout/default"/>
    <dgm:cxn modelId="{B7568F37-C236-4750-9D3B-6AEECFA0C9B4}" srcId="{F4855D43-8AE7-4993-BD9C-83F3EF738C0F}" destId="{57F2083A-1576-4F3D-8792-081DBD38A506}" srcOrd="5" destOrd="0" parTransId="{62BAE80F-D1A0-46E2-8170-3FDA70D1A77B}" sibTransId="{F7D384FC-B65C-4505-91AE-1FCADDEC418A}"/>
    <dgm:cxn modelId="{0A20FF3A-D381-48FB-8216-A71C94E6D8B4}" srcId="{F4855D43-8AE7-4993-BD9C-83F3EF738C0F}" destId="{29A5C18B-B608-4E61-B49D-328DC79540AA}" srcOrd="1" destOrd="0" parTransId="{6AEAB7D0-37B9-4679-AA9D-13829C4C3E69}" sibTransId="{83B303C0-411F-40C6-8774-1FFD3407A80F}"/>
    <dgm:cxn modelId="{38F82D40-303E-514A-A7BD-BC2CA9B6725F}" type="presOf" srcId="{C99D71FD-DCCE-4CDB-9E00-023901BDB503}" destId="{383E952A-357F-4448-B5EF-AA48F7BDA656}" srcOrd="0" destOrd="0" presId="urn:microsoft.com/office/officeart/2005/8/layout/default"/>
    <dgm:cxn modelId="{DF47A558-CD5A-7949-BF83-653B2B6AD86B}" type="presOf" srcId="{11B8D2C9-0ACC-42AA-8A9D-60E829C95E26}" destId="{A99DCDF9-0BA7-9549-BD33-BA669C76C658}" srcOrd="0" destOrd="0" presId="urn:microsoft.com/office/officeart/2005/8/layout/default"/>
    <dgm:cxn modelId="{7E1F0564-AFFB-7043-8F80-369F8C9CF4B6}" type="presOf" srcId="{29A5C18B-B608-4E61-B49D-328DC79540AA}" destId="{BCFC2B43-1B95-7644-BB85-86BF5B341DFB}" srcOrd="0" destOrd="0" presId="urn:microsoft.com/office/officeart/2005/8/layout/default"/>
    <dgm:cxn modelId="{46DF2A67-2363-414A-B519-86F381317F9E}" type="presOf" srcId="{57F2083A-1576-4F3D-8792-081DBD38A506}" destId="{8CEBC6EC-5320-1145-B8F1-262D0666E6DE}" srcOrd="0" destOrd="0" presId="urn:microsoft.com/office/officeart/2005/8/layout/default"/>
    <dgm:cxn modelId="{10AC6483-7233-4C2C-85FA-7D0A8B9059DA}" srcId="{F4855D43-8AE7-4993-BD9C-83F3EF738C0F}" destId="{AC03C3A4-9922-40CA-BE21-ABDB2055B7D6}" srcOrd="6" destOrd="0" parTransId="{DB8DD2B8-70E6-421C-9419-5B1FCEC25757}" sibTransId="{D7CF7A9C-3235-4735-A11E-BCB19135A30C}"/>
    <dgm:cxn modelId="{451F8085-AA00-4A36-8D8E-5C4927BA87E9}" srcId="{F4855D43-8AE7-4993-BD9C-83F3EF738C0F}" destId="{D66C745E-2B58-498E-BA91-7D3A07E61BBC}" srcOrd="7" destOrd="0" parTransId="{1713A6F9-E06B-4C4F-A7C4-AC1F0119E8A8}" sibTransId="{033EF9F6-6383-4D9C-AF68-8049B3097F6E}"/>
    <dgm:cxn modelId="{070DD98D-2A26-4300-ADFF-FEBBC6FEE5C8}" srcId="{F4855D43-8AE7-4993-BD9C-83F3EF738C0F}" destId="{74005BB6-235B-4DA1-926D-8CFFCDE50FCB}" srcOrd="2" destOrd="0" parTransId="{12B02B2B-141D-42CB-AD1D-D2F4305FBF88}" sibTransId="{5CCAB59D-A5CD-40CF-A498-A09FA460191E}"/>
    <dgm:cxn modelId="{1ED0BC99-5C80-8B45-B66D-CD7610203C5A}" type="presOf" srcId="{E311D0AD-DF2E-44A9-8867-9ABE7082CB2D}" destId="{601F4ED3-5CD6-8B48-B82F-15DEB4621C2E}" srcOrd="0" destOrd="0" presId="urn:microsoft.com/office/officeart/2005/8/layout/default"/>
    <dgm:cxn modelId="{EAA9709A-F6A0-7242-83BF-D036FE8345D4}" type="presOf" srcId="{D66C745E-2B58-498E-BA91-7D3A07E61BBC}" destId="{0ACF829C-78C5-F445-B761-E2AA3A1598C3}" srcOrd="0" destOrd="0" presId="urn:microsoft.com/office/officeart/2005/8/layout/default"/>
    <dgm:cxn modelId="{2E21E79C-E5F0-4914-989F-E52165AC135A}" srcId="{F4855D43-8AE7-4993-BD9C-83F3EF738C0F}" destId="{C630CA46-97AC-419D-AA12-7503B5C13B42}" srcOrd="9" destOrd="0" parTransId="{785FA848-86BF-4377-BD01-FC22FADC8E48}" sibTransId="{8D86B3C3-84B2-44BE-8965-DC6F0067F60B}"/>
    <dgm:cxn modelId="{4FC695B2-2E0D-4BCC-B06C-1A24727ED9FE}" srcId="{F4855D43-8AE7-4993-BD9C-83F3EF738C0F}" destId="{9443D0EE-A0C2-4DBA-BC7C-E290BF3B7989}" srcOrd="8" destOrd="0" parTransId="{4A682D8F-86D6-47C7-B70F-F592A871D48F}" sibTransId="{598E6A7D-78B6-485C-8053-2CF11FDBD81C}"/>
    <dgm:cxn modelId="{2494BFC9-4741-46EF-8519-2E19604087A9}" srcId="{F4855D43-8AE7-4993-BD9C-83F3EF738C0F}" destId="{C99D71FD-DCCE-4CDB-9E00-023901BDB503}" srcOrd="3" destOrd="0" parTransId="{78CEC9DD-3ECE-4246-9807-D80B7F7D0220}" sibTransId="{BD398B44-2AA6-489D-BA34-A7703863B1A8}"/>
    <dgm:cxn modelId="{26A244D8-1899-194B-995A-E9F6D6DBA358}" type="presOf" srcId="{74005BB6-235B-4DA1-926D-8CFFCDE50FCB}" destId="{FF943E24-689B-CB43-91FB-A4D396EFC06D}" srcOrd="0" destOrd="0" presId="urn:microsoft.com/office/officeart/2005/8/layout/default"/>
    <dgm:cxn modelId="{C07963E1-6AAA-4377-BDD7-1AE5617F6E41}" srcId="{F4855D43-8AE7-4993-BD9C-83F3EF738C0F}" destId="{11B8D2C9-0ACC-42AA-8A9D-60E829C95E26}" srcOrd="4" destOrd="0" parTransId="{1B8CB3FF-8BEA-4298-B7CF-15399FED4434}" sibTransId="{D487B138-ABFC-42E0-9C3B-00FA880F7FCE}"/>
    <dgm:cxn modelId="{9AB530E4-FFD6-564B-8FD9-8F68A3C0DD39}" type="presOf" srcId="{F4855D43-8AE7-4993-BD9C-83F3EF738C0F}" destId="{9F1B49EA-46FB-CC47-A015-D06CCBBB3157}" srcOrd="0" destOrd="0" presId="urn:microsoft.com/office/officeart/2005/8/layout/default"/>
    <dgm:cxn modelId="{A1AF38EE-ECF4-BC41-8183-640661D5B728}" type="presOf" srcId="{9443D0EE-A0C2-4DBA-BC7C-E290BF3B7989}" destId="{184871AC-CB9F-2E47-B1D4-BF58B2DE9202}" srcOrd="0" destOrd="0" presId="urn:microsoft.com/office/officeart/2005/8/layout/default"/>
    <dgm:cxn modelId="{48F39591-057B-B142-929A-9D06F0F2B813}" type="presParOf" srcId="{9F1B49EA-46FB-CC47-A015-D06CCBBB3157}" destId="{601F4ED3-5CD6-8B48-B82F-15DEB4621C2E}" srcOrd="0" destOrd="0" presId="urn:microsoft.com/office/officeart/2005/8/layout/default"/>
    <dgm:cxn modelId="{EC6DD3D0-2404-7C43-98F0-D1E3DEC75515}" type="presParOf" srcId="{9F1B49EA-46FB-CC47-A015-D06CCBBB3157}" destId="{D66F9596-3FAA-164F-AC34-953529F16E14}" srcOrd="1" destOrd="0" presId="urn:microsoft.com/office/officeart/2005/8/layout/default"/>
    <dgm:cxn modelId="{8E9C72B0-61EA-2244-B2CA-609283B05E48}" type="presParOf" srcId="{9F1B49EA-46FB-CC47-A015-D06CCBBB3157}" destId="{BCFC2B43-1B95-7644-BB85-86BF5B341DFB}" srcOrd="2" destOrd="0" presId="urn:microsoft.com/office/officeart/2005/8/layout/default"/>
    <dgm:cxn modelId="{B9192D47-3C25-D943-B0BF-3C03F8B07B67}" type="presParOf" srcId="{9F1B49EA-46FB-CC47-A015-D06CCBBB3157}" destId="{762AAA7F-3BD4-DA46-995E-9F925F9E9151}" srcOrd="3" destOrd="0" presId="urn:microsoft.com/office/officeart/2005/8/layout/default"/>
    <dgm:cxn modelId="{A58A8807-EC54-E04C-ADC2-D3EB0C451948}" type="presParOf" srcId="{9F1B49EA-46FB-CC47-A015-D06CCBBB3157}" destId="{FF943E24-689B-CB43-91FB-A4D396EFC06D}" srcOrd="4" destOrd="0" presId="urn:microsoft.com/office/officeart/2005/8/layout/default"/>
    <dgm:cxn modelId="{87D26D24-8FFF-3344-8297-C8034665987C}" type="presParOf" srcId="{9F1B49EA-46FB-CC47-A015-D06CCBBB3157}" destId="{3D7ECD92-011D-0F4B-B128-E29B6C2A4037}" srcOrd="5" destOrd="0" presId="urn:microsoft.com/office/officeart/2005/8/layout/default"/>
    <dgm:cxn modelId="{F8D41649-AA06-2249-8933-70C06B104725}" type="presParOf" srcId="{9F1B49EA-46FB-CC47-A015-D06CCBBB3157}" destId="{383E952A-357F-4448-B5EF-AA48F7BDA656}" srcOrd="6" destOrd="0" presId="urn:microsoft.com/office/officeart/2005/8/layout/default"/>
    <dgm:cxn modelId="{A477C820-F8A4-5B48-BB08-B9991F6D1CE6}" type="presParOf" srcId="{9F1B49EA-46FB-CC47-A015-D06CCBBB3157}" destId="{49985CD9-867E-D249-B12A-E8EB837B0687}" srcOrd="7" destOrd="0" presId="urn:microsoft.com/office/officeart/2005/8/layout/default"/>
    <dgm:cxn modelId="{92647D8E-3D8C-104B-BEF5-0293DFD7FB04}" type="presParOf" srcId="{9F1B49EA-46FB-CC47-A015-D06CCBBB3157}" destId="{A99DCDF9-0BA7-9549-BD33-BA669C76C658}" srcOrd="8" destOrd="0" presId="urn:microsoft.com/office/officeart/2005/8/layout/default"/>
    <dgm:cxn modelId="{F1448F79-821F-5843-A33A-AE86400B3FF8}" type="presParOf" srcId="{9F1B49EA-46FB-CC47-A015-D06CCBBB3157}" destId="{479346A6-7A6D-1547-B0F8-CC071D19B08D}" srcOrd="9" destOrd="0" presId="urn:microsoft.com/office/officeart/2005/8/layout/default"/>
    <dgm:cxn modelId="{20078E6D-9AAF-664A-9CEF-F0557DB340B9}" type="presParOf" srcId="{9F1B49EA-46FB-CC47-A015-D06CCBBB3157}" destId="{8CEBC6EC-5320-1145-B8F1-262D0666E6DE}" srcOrd="10" destOrd="0" presId="urn:microsoft.com/office/officeart/2005/8/layout/default"/>
    <dgm:cxn modelId="{41485EFC-E7A1-0346-A3F1-22F50C3FFDAD}" type="presParOf" srcId="{9F1B49EA-46FB-CC47-A015-D06CCBBB3157}" destId="{AEF87084-517A-8343-ABFE-C12A8169E44B}" srcOrd="11" destOrd="0" presId="urn:microsoft.com/office/officeart/2005/8/layout/default"/>
    <dgm:cxn modelId="{5AAE6E1F-55C3-E84A-ADAA-39AE736DA757}" type="presParOf" srcId="{9F1B49EA-46FB-CC47-A015-D06CCBBB3157}" destId="{673EAB46-58BA-0244-9878-8A30F22E1DCA}" srcOrd="12" destOrd="0" presId="urn:microsoft.com/office/officeart/2005/8/layout/default"/>
    <dgm:cxn modelId="{8AC4F18D-A458-7F4A-BD3C-08243B4B560C}" type="presParOf" srcId="{9F1B49EA-46FB-CC47-A015-D06CCBBB3157}" destId="{3B349C2C-FC37-8940-91B6-229607465F50}" srcOrd="13" destOrd="0" presId="urn:microsoft.com/office/officeart/2005/8/layout/default"/>
    <dgm:cxn modelId="{B2CF0C7F-ADE8-1449-8596-0B1AAFF92BB1}" type="presParOf" srcId="{9F1B49EA-46FB-CC47-A015-D06CCBBB3157}" destId="{0ACF829C-78C5-F445-B761-E2AA3A1598C3}" srcOrd="14" destOrd="0" presId="urn:microsoft.com/office/officeart/2005/8/layout/default"/>
    <dgm:cxn modelId="{60DBA41B-4110-B24C-ADD9-2BD076158F00}" type="presParOf" srcId="{9F1B49EA-46FB-CC47-A015-D06CCBBB3157}" destId="{DCFA289D-8EB1-F441-96D7-AFCB0B4426B5}" srcOrd="15" destOrd="0" presId="urn:microsoft.com/office/officeart/2005/8/layout/default"/>
    <dgm:cxn modelId="{92021BF2-F9BC-1A42-A7DC-4B07D2A87E2B}" type="presParOf" srcId="{9F1B49EA-46FB-CC47-A015-D06CCBBB3157}" destId="{184871AC-CB9F-2E47-B1D4-BF58B2DE9202}" srcOrd="16" destOrd="0" presId="urn:microsoft.com/office/officeart/2005/8/layout/default"/>
    <dgm:cxn modelId="{A3616E4E-C899-1544-8B9E-77C373F4A9ED}" type="presParOf" srcId="{9F1B49EA-46FB-CC47-A015-D06CCBBB3157}" destId="{1BA14B9F-2F4D-FC42-8070-7DA858F6C3BA}" srcOrd="17" destOrd="0" presId="urn:microsoft.com/office/officeart/2005/8/layout/default"/>
    <dgm:cxn modelId="{D8ACCC56-2E4E-6C4F-8963-77EE853549C5}" type="presParOf" srcId="{9F1B49EA-46FB-CC47-A015-D06CCBBB3157}" destId="{B7C486C7-FD00-3743-8DB9-E17405F9BD5B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E7F80DC-3D05-4E90-8393-ADF7FBC384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FB26393-94D5-491A-937C-8739E9670912}">
      <dgm:prSet/>
      <dgm:spPr/>
      <dgm:t>
        <a:bodyPr/>
        <a:lstStyle/>
        <a:p>
          <a:r>
            <a:rPr lang="en-GB" b="1" dirty="0" err="1"/>
            <a:t>Problème</a:t>
          </a:r>
          <a:r>
            <a:rPr lang="en-GB" b="1" dirty="0"/>
            <a:t> :</a:t>
          </a:r>
          <a:r>
            <a:rPr lang="en-GB" dirty="0"/>
            <a:t> Comment </a:t>
          </a:r>
          <a:r>
            <a:rPr lang="en-GB" dirty="0" err="1"/>
            <a:t>construire</a:t>
          </a:r>
          <a:r>
            <a:rPr lang="en-GB" dirty="0"/>
            <a:t> un </a:t>
          </a:r>
          <a:r>
            <a:rPr lang="en-GB" dirty="0" err="1"/>
            <a:t>objet</a:t>
          </a:r>
          <a:r>
            <a:rPr lang="en-GB" dirty="0"/>
            <a:t> </a:t>
          </a:r>
          <a:r>
            <a:rPr lang="en-GB" dirty="0" err="1"/>
            <a:t>à</a:t>
          </a:r>
          <a:r>
            <a:rPr lang="en-GB" dirty="0"/>
            <a:t> </a:t>
          </a:r>
          <a:r>
            <a:rPr lang="en-GB" dirty="0" err="1"/>
            <a:t>partir</a:t>
          </a:r>
          <a:r>
            <a:rPr lang="en-GB" dirty="0"/>
            <a:t> de </a:t>
          </a:r>
          <a:r>
            <a:rPr lang="en-GB" dirty="0" err="1"/>
            <a:t>pièces</a:t>
          </a:r>
          <a:r>
            <a:rPr lang="en-GB" dirty="0"/>
            <a:t> </a:t>
          </a:r>
          <a:r>
            <a:rPr lang="en-GB" dirty="0" err="1"/>
            <a:t>constitutives</a:t>
          </a:r>
          <a:r>
            <a:rPr lang="en-GB" dirty="0"/>
            <a:t> tout </a:t>
          </a:r>
          <a:r>
            <a:rPr lang="en-GB" dirty="0" err="1"/>
            <a:t>en</a:t>
          </a:r>
          <a:r>
            <a:rPr lang="en-GB" dirty="0"/>
            <a:t> </a:t>
          </a:r>
          <a:r>
            <a:rPr lang="en-GB" dirty="0" err="1"/>
            <a:t>permettant</a:t>
          </a:r>
          <a:r>
            <a:rPr lang="en-GB" dirty="0"/>
            <a:t> la </a:t>
          </a:r>
          <a:r>
            <a:rPr lang="en-GB" dirty="0" err="1"/>
            <a:t>flexibilité</a:t>
          </a:r>
          <a:r>
            <a:rPr lang="en-GB" dirty="0"/>
            <a:t> dans les </a:t>
          </a:r>
          <a:r>
            <a:rPr lang="en-GB" dirty="0" err="1"/>
            <a:t>pièces</a:t>
          </a:r>
          <a:r>
            <a:rPr lang="en-GB" dirty="0"/>
            <a:t> </a:t>
          </a:r>
          <a:r>
            <a:rPr lang="en-GB" dirty="0" err="1"/>
            <a:t>utilisées</a:t>
          </a:r>
          <a:r>
            <a:rPr lang="en-GB" dirty="0"/>
            <a:t>?</a:t>
          </a:r>
          <a:endParaRPr lang="en-US" dirty="0"/>
        </a:p>
      </dgm:t>
    </dgm:pt>
    <dgm:pt modelId="{4C01CCCF-8173-4C5C-ABCF-D26CCC27D8FB}" type="parTrans" cxnId="{12BDE9AD-0F4D-40CB-B1CE-B6C127F89A26}">
      <dgm:prSet/>
      <dgm:spPr/>
      <dgm:t>
        <a:bodyPr/>
        <a:lstStyle/>
        <a:p>
          <a:endParaRPr lang="en-US"/>
        </a:p>
      </dgm:t>
    </dgm:pt>
    <dgm:pt modelId="{FA58739C-DC90-410A-A813-26208891A6D7}" type="sibTrans" cxnId="{12BDE9AD-0F4D-40CB-B1CE-B6C127F89A26}">
      <dgm:prSet/>
      <dgm:spPr/>
      <dgm:t>
        <a:bodyPr/>
        <a:lstStyle/>
        <a:p>
          <a:endParaRPr lang="en-US"/>
        </a:p>
      </dgm:t>
    </dgm:pt>
    <dgm:pt modelId="{FD5FE644-CDF3-41AC-AA8F-B426D4DBA963}">
      <dgm:prSet/>
      <dgm:spPr/>
      <dgm:t>
        <a:bodyPr/>
        <a:lstStyle/>
        <a:p>
          <a:r>
            <a:rPr lang="en-GB" b="1" dirty="0"/>
            <a:t>Solution :</a:t>
          </a:r>
          <a:r>
            <a:rPr lang="en-GB" dirty="0"/>
            <a:t> </a:t>
          </a:r>
          <a:r>
            <a:rPr lang="en-GB" dirty="0" err="1"/>
            <a:t>Suivre</a:t>
          </a:r>
          <a:r>
            <a:rPr lang="en-GB" dirty="0"/>
            <a:t> un </a:t>
          </a:r>
          <a:r>
            <a:rPr lang="en-GB" dirty="0" err="1"/>
            <a:t>algorithme</a:t>
          </a:r>
          <a:r>
            <a:rPr lang="en-GB" dirty="0"/>
            <a:t> pour </a:t>
          </a:r>
          <a:r>
            <a:rPr lang="en-GB" dirty="0" err="1"/>
            <a:t>déterminer</a:t>
          </a:r>
          <a:r>
            <a:rPr lang="en-GB" dirty="0"/>
            <a:t> </a:t>
          </a:r>
          <a:r>
            <a:rPr lang="en-GB" dirty="0" err="1"/>
            <a:t>quelles</a:t>
          </a:r>
          <a:r>
            <a:rPr lang="en-GB" dirty="0"/>
            <a:t> </a:t>
          </a:r>
          <a:r>
            <a:rPr lang="en-GB" dirty="0" err="1"/>
            <a:t>pièces</a:t>
          </a:r>
          <a:r>
            <a:rPr lang="en-GB" dirty="0"/>
            <a:t> </a:t>
          </a:r>
          <a:r>
            <a:rPr lang="en-GB" dirty="0" err="1"/>
            <a:t>construire</a:t>
          </a:r>
          <a:r>
            <a:rPr lang="en-GB" dirty="0"/>
            <a:t>. Les </a:t>
          </a:r>
          <a:r>
            <a:rPr lang="en-GB" dirty="0" err="1"/>
            <a:t>pièces</a:t>
          </a:r>
          <a:r>
            <a:rPr lang="en-GB" dirty="0"/>
            <a:t> </a:t>
          </a:r>
          <a:r>
            <a:rPr lang="en-GB" dirty="0" err="1"/>
            <a:t>peuvent</a:t>
          </a:r>
          <a:r>
            <a:rPr lang="en-GB" dirty="0"/>
            <a:t> varier.</a:t>
          </a:r>
          <a:endParaRPr lang="en-US" dirty="0"/>
        </a:p>
      </dgm:t>
    </dgm:pt>
    <dgm:pt modelId="{D1D76122-4E79-46C6-B947-254E3932635A}" type="parTrans" cxnId="{394F8633-86D1-4421-8E95-8E5612606581}">
      <dgm:prSet/>
      <dgm:spPr/>
      <dgm:t>
        <a:bodyPr/>
        <a:lstStyle/>
        <a:p>
          <a:endParaRPr lang="en-US"/>
        </a:p>
      </dgm:t>
    </dgm:pt>
    <dgm:pt modelId="{96837BF2-E266-469D-A111-671831649986}" type="sibTrans" cxnId="{394F8633-86D1-4421-8E95-8E5612606581}">
      <dgm:prSet/>
      <dgm:spPr/>
      <dgm:t>
        <a:bodyPr/>
        <a:lstStyle/>
        <a:p>
          <a:endParaRPr lang="en-US"/>
        </a:p>
      </dgm:t>
    </dgm:pt>
    <dgm:pt modelId="{F4E71EE2-A659-46C9-96AD-8F68275262B1}">
      <dgm:prSet/>
      <dgm:spPr/>
      <dgm:t>
        <a:bodyPr/>
        <a:lstStyle/>
        <a:p>
          <a:r>
            <a:rPr lang="en-GB" b="1" dirty="0" err="1"/>
            <a:t>Exemple</a:t>
          </a:r>
          <a:r>
            <a:rPr lang="en-GB" b="1" dirty="0"/>
            <a:t> :</a:t>
          </a:r>
          <a:r>
            <a:rPr lang="en-GB" dirty="0"/>
            <a:t> Dans un jeu de </a:t>
          </a:r>
          <a:r>
            <a:rPr lang="en-GB" dirty="0" err="1"/>
            <a:t>cartes</a:t>
          </a:r>
          <a:r>
            <a:rPr lang="en-GB" dirty="0"/>
            <a:t>, </a:t>
          </a:r>
          <a:r>
            <a:rPr lang="en-GB" dirty="0" err="1"/>
            <a:t>choisir</a:t>
          </a:r>
          <a:r>
            <a:rPr lang="en-GB" dirty="0"/>
            <a:t> la taille du deck et les options </a:t>
          </a:r>
          <a:r>
            <a:rPr lang="en-GB" dirty="0" err="1"/>
            <a:t>gagnantes</a:t>
          </a:r>
          <a:r>
            <a:rPr lang="en-GB" dirty="0"/>
            <a:t> de </a:t>
          </a:r>
          <a:r>
            <a:rPr lang="en-GB" dirty="0" err="1"/>
            <a:t>cartes</a:t>
          </a:r>
          <a:r>
            <a:rPr lang="en-GB" dirty="0"/>
            <a:t> haut/bas.</a:t>
          </a:r>
          <a:endParaRPr lang="en-US" dirty="0"/>
        </a:p>
      </dgm:t>
    </dgm:pt>
    <dgm:pt modelId="{0C746D1C-2FF6-4090-8FE3-8E5FFDBD30C5}" type="parTrans" cxnId="{134893CD-EE0D-4FCF-A5DD-F576E6D3F2AE}">
      <dgm:prSet/>
      <dgm:spPr/>
      <dgm:t>
        <a:bodyPr/>
        <a:lstStyle/>
        <a:p>
          <a:endParaRPr lang="en-US"/>
        </a:p>
      </dgm:t>
    </dgm:pt>
    <dgm:pt modelId="{31107796-E3A6-4788-BD71-FDC7755E3E42}" type="sibTrans" cxnId="{134893CD-EE0D-4FCF-A5DD-F576E6D3F2AE}">
      <dgm:prSet/>
      <dgm:spPr/>
      <dgm:t>
        <a:bodyPr/>
        <a:lstStyle/>
        <a:p>
          <a:endParaRPr lang="en-US"/>
        </a:p>
      </dgm:t>
    </dgm:pt>
    <dgm:pt modelId="{6E2561EF-DEFE-4B32-97A6-D1A501BD85A1}" type="pres">
      <dgm:prSet presAssocID="{EE7F80DC-3D05-4E90-8393-ADF7FBC38430}" presName="root" presStyleCnt="0">
        <dgm:presLayoutVars>
          <dgm:dir/>
          <dgm:resizeHandles val="exact"/>
        </dgm:presLayoutVars>
      </dgm:prSet>
      <dgm:spPr/>
    </dgm:pt>
    <dgm:pt modelId="{4BB9B426-D5FD-4136-BC7C-319498BDD101}" type="pres">
      <dgm:prSet presAssocID="{FFB26393-94D5-491A-937C-8739E9670912}" presName="compNode" presStyleCnt="0"/>
      <dgm:spPr/>
    </dgm:pt>
    <dgm:pt modelId="{F9A66D02-CCEC-4E73-B2A3-3B998682853F}" type="pres">
      <dgm:prSet presAssocID="{FFB26393-94D5-491A-937C-8739E9670912}" presName="bgRect" presStyleLbl="bgShp" presStyleIdx="0" presStyleCnt="3"/>
      <dgm:spPr/>
    </dgm:pt>
    <dgm:pt modelId="{E9B14428-38CA-4E77-8566-913E73D44F50}" type="pres">
      <dgm:prSet presAssocID="{FFB26393-94D5-491A-937C-8739E96709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50F5FFCF-6ABD-4754-92AA-FFF0BC398CE3}" type="pres">
      <dgm:prSet presAssocID="{FFB26393-94D5-491A-937C-8739E9670912}" presName="spaceRect" presStyleCnt="0"/>
      <dgm:spPr/>
    </dgm:pt>
    <dgm:pt modelId="{EAAD528A-974B-4EA6-9E87-470FE676F404}" type="pres">
      <dgm:prSet presAssocID="{FFB26393-94D5-491A-937C-8739E9670912}" presName="parTx" presStyleLbl="revTx" presStyleIdx="0" presStyleCnt="3">
        <dgm:presLayoutVars>
          <dgm:chMax val="0"/>
          <dgm:chPref val="0"/>
        </dgm:presLayoutVars>
      </dgm:prSet>
      <dgm:spPr/>
    </dgm:pt>
    <dgm:pt modelId="{FA398838-7F23-4FE7-BD0A-BE12A8D9B192}" type="pres">
      <dgm:prSet presAssocID="{FA58739C-DC90-410A-A813-26208891A6D7}" presName="sibTrans" presStyleCnt="0"/>
      <dgm:spPr/>
    </dgm:pt>
    <dgm:pt modelId="{BF2D1715-8CD9-4D22-B5AE-9C76B4D21118}" type="pres">
      <dgm:prSet presAssocID="{FD5FE644-CDF3-41AC-AA8F-B426D4DBA963}" presName="compNode" presStyleCnt="0"/>
      <dgm:spPr/>
    </dgm:pt>
    <dgm:pt modelId="{5538176F-D6DA-4F9D-9E34-6FC85BB0EE0A}" type="pres">
      <dgm:prSet presAssocID="{FD5FE644-CDF3-41AC-AA8F-B426D4DBA963}" presName="bgRect" presStyleLbl="bgShp" presStyleIdx="1" presStyleCnt="3"/>
      <dgm:spPr/>
    </dgm:pt>
    <dgm:pt modelId="{6FF33C0B-30B7-4E90-B9C3-63437EAD494E}" type="pres">
      <dgm:prSet presAssocID="{FD5FE644-CDF3-41AC-AA8F-B426D4DBA9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4BF963E-D308-4A02-8F73-7EC61E22041C}" type="pres">
      <dgm:prSet presAssocID="{FD5FE644-CDF3-41AC-AA8F-B426D4DBA963}" presName="spaceRect" presStyleCnt="0"/>
      <dgm:spPr/>
    </dgm:pt>
    <dgm:pt modelId="{64AA4380-6541-4D79-A158-5E2CFEED7016}" type="pres">
      <dgm:prSet presAssocID="{FD5FE644-CDF3-41AC-AA8F-B426D4DBA963}" presName="parTx" presStyleLbl="revTx" presStyleIdx="1" presStyleCnt="3">
        <dgm:presLayoutVars>
          <dgm:chMax val="0"/>
          <dgm:chPref val="0"/>
        </dgm:presLayoutVars>
      </dgm:prSet>
      <dgm:spPr/>
    </dgm:pt>
    <dgm:pt modelId="{C9A8D30E-89A7-4CF0-A38F-0F6128283DC7}" type="pres">
      <dgm:prSet presAssocID="{96837BF2-E266-469D-A111-671831649986}" presName="sibTrans" presStyleCnt="0"/>
      <dgm:spPr/>
    </dgm:pt>
    <dgm:pt modelId="{615FD379-B87F-4B94-8DF5-CF33F4AD6DD8}" type="pres">
      <dgm:prSet presAssocID="{F4E71EE2-A659-46C9-96AD-8F68275262B1}" presName="compNode" presStyleCnt="0"/>
      <dgm:spPr/>
    </dgm:pt>
    <dgm:pt modelId="{9EA56E32-A84F-4999-A9B1-03E46005DAFB}" type="pres">
      <dgm:prSet presAssocID="{F4E71EE2-A659-46C9-96AD-8F68275262B1}" presName="bgRect" presStyleLbl="bgShp" presStyleIdx="2" presStyleCnt="3"/>
      <dgm:spPr/>
    </dgm:pt>
    <dgm:pt modelId="{6346740A-1EE5-403C-B102-597134A5684E}" type="pres">
      <dgm:prSet presAssocID="{F4E71EE2-A659-46C9-96AD-8F68275262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C572E31-F332-43AC-B52A-E7E7C8224E78}" type="pres">
      <dgm:prSet presAssocID="{F4E71EE2-A659-46C9-96AD-8F68275262B1}" presName="spaceRect" presStyleCnt="0"/>
      <dgm:spPr/>
    </dgm:pt>
    <dgm:pt modelId="{F3A21C7F-1299-4BC2-B3B1-86D9AF7E4344}" type="pres">
      <dgm:prSet presAssocID="{F4E71EE2-A659-46C9-96AD-8F68275262B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94F8633-86D1-4421-8E95-8E5612606581}" srcId="{EE7F80DC-3D05-4E90-8393-ADF7FBC38430}" destId="{FD5FE644-CDF3-41AC-AA8F-B426D4DBA963}" srcOrd="1" destOrd="0" parTransId="{D1D76122-4E79-46C6-B947-254E3932635A}" sibTransId="{96837BF2-E266-469D-A111-671831649986}"/>
    <dgm:cxn modelId="{330B1066-27C1-408B-80A9-D3721EA22650}" type="presOf" srcId="{FFB26393-94D5-491A-937C-8739E9670912}" destId="{EAAD528A-974B-4EA6-9E87-470FE676F404}" srcOrd="0" destOrd="0" presId="urn:microsoft.com/office/officeart/2018/2/layout/IconVerticalSolidList"/>
    <dgm:cxn modelId="{2487D370-7204-4ABB-9FCD-D26BAB1EE8F3}" type="presOf" srcId="{F4E71EE2-A659-46C9-96AD-8F68275262B1}" destId="{F3A21C7F-1299-4BC2-B3B1-86D9AF7E4344}" srcOrd="0" destOrd="0" presId="urn:microsoft.com/office/officeart/2018/2/layout/IconVerticalSolidList"/>
    <dgm:cxn modelId="{12BDE9AD-0F4D-40CB-B1CE-B6C127F89A26}" srcId="{EE7F80DC-3D05-4E90-8393-ADF7FBC38430}" destId="{FFB26393-94D5-491A-937C-8739E9670912}" srcOrd="0" destOrd="0" parTransId="{4C01CCCF-8173-4C5C-ABCF-D26CCC27D8FB}" sibTransId="{FA58739C-DC90-410A-A813-26208891A6D7}"/>
    <dgm:cxn modelId="{85B1B7C2-B286-44DC-8929-158E91453579}" type="presOf" srcId="{EE7F80DC-3D05-4E90-8393-ADF7FBC38430}" destId="{6E2561EF-DEFE-4B32-97A6-D1A501BD85A1}" srcOrd="0" destOrd="0" presId="urn:microsoft.com/office/officeart/2018/2/layout/IconVerticalSolidList"/>
    <dgm:cxn modelId="{134893CD-EE0D-4FCF-A5DD-F576E6D3F2AE}" srcId="{EE7F80DC-3D05-4E90-8393-ADF7FBC38430}" destId="{F4E71EE2-A659-46C9-96AD-8F68275262B1}" srcOrd="2" destOrd="0" parTransId="{0C746D1C-2FF6-4090-8FE3-8E5FFDBD30C5}" sibTransId="{31107796-E3A6-4788-BD71-FDC7755E3E42}"/>
    <dgm:cxn modelId="{FC85CDE5-09C2-46BD-98E6-6A77A2A9FD35}" type="presOf" srcId="{FD5FE644-CDF3-41AC-AA8F-B426D4DBA963}" destId="{64AA4380-6541-4D79-A158-5E2CFEED7016}" srcOrd="0" destOrd="0" presId="urn:microsoft.com/office/officeart/2018/2/layout/IconVerticalSolidList"/>
    <dgm:cxn modelId="{87803289-E487-4DA1-875F-224DED2EBECD}" type="presParOf" srcId="{6E2561EF-DEFE-4B32-97A6-D1A501BD85A1}" destId="{4BB9B426-D5FD-4136-BC7C-319498BDD101}" srcOrd="0" destOrd="0" presId="urn:microsoft.com/office/officeart/2018/2/layout/IconVerticalSolidList"/>
    <dgm:cxn modelId="{34E0116E-F9B1-4F88-8FD5-CCEFBDCDB179}" type="presParOf" srcId="{4BB9B426-D5FD-4136-BC7C-319498BDD101}" destId="{F9A66D02-CCEC-4E73-B2A3-3B998682853F}" srcOrd="0" destOrd="0" presId="urn:microsoft.com/office/officeart/2018/2/layout/IconVerticalSolidList"/>
    <dgm:cxn modelId="{C1558445-67E3-4365-8993-D8D8DB117A46}" type="presParOf" srcId="{4BB9B426-D5FD-4136-BC7C-319498BDD101}" destId="{E9B14428-38CA-4E77-8566-913E73D44F50}" srcOrd="1" destOrd="0" presId="urn:microsoft.com/office/officeart/2018/2/layout/IconVerticalSolidList"/>
    <dgm:cxn modelId="{AD37B933-A9DF-4CDB-831A-F553F7327313}" type="presParOf" srcId="{4BB9B426-D5FD-4136-BC7C-319498BDD101}" destId="{50F5FFCF-6ABD-4754-92AA-FFF0BC398CE3}" srcOrd="2" destOrd="0" presId="urn:microsoft.com/office/officeart/2018/2/layout/IconVerticalSolidList"/>
    <dgm:cxn modelId="{3BD725B7-04DC-40E4-8370-3EFD46C51359}" type="presParOf" srcId="{4BB9B426-D5FD-4136-BC7C-319498BDD101}" destId="{EAAD528A-974B-4EA6-9E87-470FE676F404}" srcOrd="3" destOrd="0" presId="urn:microsoft.com/office/officeart/2018/2/layout/IconVerticalSolidList"/>
    <dgm:cxn modelId="{A4BA0EF7-4508-4397-9594-84B78800ACE5}" type="presParOf" srcId="{6E2561EF-DEFE-4B32-97A6-D1A501BD85A1}" destId="{FA398838-7F23-4FE7-BD0A-BE12A8D9B192}" srcOrd="1" destOrd="0" presId="urn:microsoft.com/office/officeart/2018/2/layout/IconVerticalSolidList"/>
    <dgm:cxn modelId="{844E45AF-FAA2-4600-AB67-CC136C74820E}" type="presParOf" srcId="{6E2561EF-DEFE-4B32-97A6-D1A501BD85A1}" destId="{BF2D1715-8CD9-4D22-B5AE-9C76B4D21118}" srcOrd="2" destOrd="0" presId="urn:microsoft.com/office/officeart/2018/2/layout/IconVerticalSolidList"/>
    <dgm:cxn modelId="{78CD69D7-3066-40C6-8FB7-D8BBF6C6294D}" type="presParOf" srcId="{BF2D1715-8CD9-4D22-B5AE-9C76B4D21118}" destId="{5538176F-D6DA-4F9D-9E34-6FC85BB0EE0A}" srcOrd="0" destOrd="0" presId="urn:microsoft.com/office/officeart/2018/2/layout/IconVerticalSolidList"/>
    <dgm:cxn modelId="{FA613874-3DA9-4C06-A976-2AFF6F072D30}" type="presParOf" srcId="{BF2D1715-8CD9-4D22-B5AE-9C76B4D21118}" destId="{6FF33C0B-30B7-4E90-B9C3-63437EAD494E}" srcOrd="1" destOrd="0" presId="urn:microsoft.com/office/officeart/2018/2/layout/IconVerticalSolidList"/>
    <dgm:cxn modelId="{B2274C33-18DF-40C0-AE88-D0F570862643}" type="presParOf" srcId="{BF2D1715-8CD9-4D22-B5AE-9C76B4D21118}" destId="{34BF963E-D308-4A02-8F73-7EC61E22041C}" srcOrd="2" destOrd="0" presId="urn:microsoft.com/office/officeart/2018/2/layout/IconVerticalSolidList"/>
    <dgm:cxn modelId="{60DF5337-0475-4E3C-AD42-8982042615FD}" type="presParOf" srcId="{BF2D1715-8CD9-4D22-B5AE-9C76B4D21118}" destId="{64AA4380-6541-4D79-A158-5E2CFEED7016}" srcOrd="3" destOrd="0" presId="urn:microsoft.com/office/officeart/2018/2/layout/IconVerticalSolidList"/>
    <dgm:cxn modelId="{3EC3B051-6BB4-42BB-A33C-CE477E22D671}" type="presParOf" srcId="{6E2561EF-DEFE-4B32-97A6-D1A501BD85A1}" destId="{C9A8D30E-89A7-4CF0-A38F-0F6128283DC7}" srcOrd="3" destOrd="0" presId="urn:microsoft.com/office/officeart/2018/2/layout/IconVerticalSolidList"/>
    <dgm:cxn modelId="{6E779DF5-A1CC-4182-9E34-0E338E80DEB5}" type="presParOf" srcId="{6E2561EF-DEFE-4B32-97A6-D1A501BD85A1}" destId="{615FD379-B87F-4B94-8DF5-CF33F4AD6DD8}" srcOrd="4" destOrd="0" presId="urn:microsoft.com/office/officeart/2018/2/layout/IconVerticalSolidList"/>
    <dgm:cxn modelId="{6D53B08B-9E63-4DB3-87DB-70BF96D21DC0}" type="presParOf" srcId="{615FD379-B87F-4B94-8DF5-CF33F4AD6DD8}" destId="{9EA56E32-A84F-4999-A9B1-03E46005DAFB}" srcOrd="0" destOrd="0" presId="urn:microsoft.com/office/officeart/2018/2/layout/IconVerticalSolidList"/>
    <dgm:cxn modelId="{428BF239-DB54-445E-80DB-FDEE707C822A}" type="presParOf" srcId="{615FD379-B87F-4B94-8DF5-CF33F4AD6DD8}" destId="{6346740A-1EE5-403C-B102-597134A5684E}" srcOrd="1" destOrd="0" presId="urn:microsoft.com/office/officeart/2018/2/layout/IconVerticalSolidList"/>
    <dgm:cxn modelId="{7A099966-B312-47A2-BE50-3EF7005B4D99}" type="presParOf" srcId="{615FD379-B87F-4B94-8DF5-CF33F4AD6DD8}" destId="{2C572E31-F332-43AC-B52A-E7E7C8224E78}" srcOrd="2" destOrd="0" presId="urn:microsoft.com/office/officeart/2018/2/layout/IconVerticalSolidList"/>
    <dgm:cxn modelId="{0D970726-73C3-403C-A46C-61BBDFA9A4BD}" type="presParOf" srcId="{615FD379-B87F-4B94-8DF5-CF33F4AD6DD8}" destId="{F3A21C7F-1299-4BC2-B3B1-86D9AF7E43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45C1535-EA5E-4BC9-A8BB-C80A5FC8429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FD05B20-0330-45C5-84CF-96BF495C5DF9}">
      <dgm:prSet/>
      <dgm:spPr/>
      <dgm:t>
        <a:bodyPr/>
        <a:lstStyle/>
        <a:p>
          <a:r>
            <a:rPr lang="en-US"/>
            <a:t>Certains comportements d’un programme peuvent varier selon le contexte.</a:t>
          </a:r>
        </a:p>
      </dgm:t>
    </dgm:pt>
    <dgm:pt modelId="{BEE5C122-A872-4F38-9488-BE23686EC780}" type="parTrans" cxnId="{E803001D-C984-4F57-B546-E0E21CC67B48}">
      <dgm:prSet/>
      <dgm:spPr/>
      <dgm:t>
        <a:bodyPr/>
        <a:lstStyle/>
        <a:p>
          <a:endParaRPr lang="en-US"/>
        </a:p>
      </dgm:t>
    </dgm:pt>
    <dgm:pt modelId="{62476013-92DE-4391-8E8B-CA2CF60AEA1C}" type="sibTrans" cxnId="{E803001D-C984-4F57-B546-E0E21CC67B48}">
      <dgm:prSet/>
      <dgm:spPr/>
      <dgm:t>
        <a:bodyPr/>
        <a:lstStyle/>
        <a:p>
          <a:endParaRPr lang="en-US"/>
        </a:p>
      </dgm:t>
    </dgm:pt>
    <dgm:pt modelId="{2B00969C-86B7-4813-BCF0-35C04E9BB478}">
      <dgm:prSet/>
      <dgm:spPr/>
      <dgm:t>
        <a:bodyPr/>
        <a:lstStyle/>
        <a:p>
          <a:r>
            <a:rPr lang="en-US"/>
            <a:t>Il est utile de pouvoir </a:t>
          </a:r>
          <a:r>
            <a:rPr lang="en-US" b="1"/>
            <a:t>changer un algorithme</a:t>
          </a:r>
          <a:r>
            <a:rPr lang="en-US"/>
            <a:t> sans modifier le code qui l’utilise.</a:t>
          </a:r>
        </a:p>
      </dgm:t>
    </dgm:pt>
    <dgm:pt modelId="{4E7F5D4C-F4E9-409C-8AC4-DA0A07E32F6B}" type="parTrans" cxnId="{EC9404F5-2A6E-4A82-8713-0B18387A6D24}">
      <dgm:prSet/>
      <dgm:spPr/>
      <dgm:t>
        <a:bodyPr/>
        <a:lstStyle/>
        <a:p>
          <a:endParaRPr lang="en-US"/>
        </a:p>
      </dgm:t>
    </dgm:pt>
    <dgm:pt modelId="{00948992-35DC-42A5-B893-F2914B8037E8}" type="sibTrans" cxnId="{EC9404F5-2A6E-4A82-8713-0B18387A6D24}">
      <dgm:prSet/>
      <dgm:spPr/>
      <dgm:t>
        <a:bodyPr/>
        <a:lstStyle/>
        <a:p>
          <a:endParaRPr lang="en-US"/>
        </a:p>
      </dgm:t>
    </dgm:pt>
    <dgm:pt modelId="{9DC3CD3C-3E9B-4D1E-8760-6689FF9D1880}">
      <dgm:prSet/>
      <dgm:spPr/>
      <dgm:t>
        <a:bodyPr/>
        <a:lstStyle/>
        <a:p>
          <a:r>
            <a:rPr lang="en-US"/>
            <a:t>Le pattern Strategy propose de :</a:t>
          </a:r>
        </a:p>
      </dgm:t>
    </dgm:pt>
    <dgm:pt modelId="{CCA2C699-373E-4E88-B0AE-D0C2FAF52050}" type="parTrans" cxnId="{71BFD488-5DF6-472F-9174-AAA28A0B1610}">
      <dgm:prSet/>
      <dgm:spPr/>
      <dgm:t>
        <a:bodyPr/>
        <a:lstStyle/>
        <a:p>
          <a:endParaRPr lang="en-US"/>
        </a:p>
      </dgm:t>
    </dgm:pt>
    <dgm:pt modelId="{53AFF8A7-836B-4DBD-A41B-E1203BFE5983}" type="sibTrans" cxnId="{71BFD488-5DF6-472F-9174-AAA28A0B1610}">
      <dgm:prSet/>
      <dgm:spPr/>
      <dgm:t>
        <a:bodyPr/>
        <a:lstStyle/>
        <a:p>
          <a:endParaRPr lang="en-US"/>
        </a:p>
      </dgm:t>
    </dgm:pt>
    <dgm:pt modelId="{0C54FA02-CECB-4AD5-AF36-00926A112498}">
      <dgm:prSet/>
      <dgm:spPr/>
      <dgm:t>
        <a:bodyPr/>
        <a:lstStyle/>
        <a:p>
          <a:r>
            <a:rPr lang="en-US"/>
            <a:t>définir un </a:t>
          </a:r>
          <a:r>
            <a:rPr lang="en-US" b="1"/>
            <a:t>algorithme</a:t>
          </a:r>
          <a:r>
            <a:rPr lang="en-US"/>
            <a:t> dans une </a:t>
          </a:r>
          <a:r>
            <a:rPr lang="en-US" b="1"/>
            <a:t>interface</a:t>
          </a:r>
          <a:r>
            <a:rPr lang="en-US"/>
            <a:t>,</a:t>
          </a:r>
        </a:p>
      </dgm:t>
    </dgm:pt>
    <dgm:pt modelId="{EE71F649-F02C-451E-B3D6-490C63503229}" type="parTrans" cxnId="{513E4E6A-0A63-4CD1-969F-935F1AC3D7D0}">
      <dgm:prSet/>
      <dgm:spPr/>
      <dgm:t>
        <a:bodyPr/>
        <a:lstStyle/>
        <a:p>
          <a:endParaRPr lang="en-US"/>
        </a:p>
      </dgm:t>
    </dgm:pt>
    <dgm:pt modelId="{82DBBD41-0235-4DDF-BDEF-8B5289506B9F}" type="sibTrans" cxnId="{513E4E6A-0A63-4CD1-969F-935F1AC3D7D0}">
      <dgm:prSet/>
      <dgm:spPr/>
      <dgm:t>
        <a:bodyPr/>
        <a:lstStyle/>
        <a:p>
          <a:endParaRPr lang="en-US"/>
        </a:p>
      </dgm:t>
    </dgm:pt>
    <dgm:pt modelId="{E9F2D587-4BA0-4B81-A96B-EDFE78F6BA58}">
      <dgm:prSet/>
      <dgm:spPr/>
      <dgm:t>
        <a:bodyPr/>
        <a:lstStyle/>
        <a:p>
          <a:r>
            <a:rPr lang="en-US"/>
            <a:t>fournir </a:t>
          </a:r>
          <a:r>
            <a:rPr lang="en-US" b="1"/>
            <a:t>plusieurs implémentations</a:t>
          </a:r>
          <a:r>
            <a:rPr lang="en-US"/>
            <a:t> possibles,</a:t>
          </a:r>
        </a:p>
      </dgm:t>
    </dgm:pt>
    <dgm:pt modelId="{ADB6A941-C895-4F56-B9C4-EA4D3DB26E55}" type="parTrans" cxnId="{906BA565-5333-4469-B441-CD5E438F9896}">
      <dgm:prSet/>
      <dgm:spPr/>
      <dgm:t>
        <a:bodyPr/>
        <a:lstStyle/>
        <a:p>
          <a:endParaRPr lang="en-US"/>
        </a:p>
      </dgm:t>
    </dgm:pt>
    <dgm:pt modelId="{FF01EE4F-3AA0-48AB-AD6B-2BFC96204F3D}" type="sibTrans" cxnId="{906BA565-5333-4469-B441-CD5E438F9896}">
      <dgm:prSet/>
      <dgm:spPr/>
      <dgm:t>
        <a:bodyPr/>
        <a:lstStyle/>
        <a:p>
          <a:endParaRPr lang="en-US"/>
        </a:p>
      </dgm:t>
    </dgm:pt>
    <dgm:pt modelId="{715D3395-43D9-4AFB-9C2F-733A6CC8D4EC}">
      <dgm:prSet/>
      <dgm:spPr/>
      <dgm:t>
        <a:bodyPr/>
        <a:lstStyle/>
        <a:p>
          <a:r>
            <a:rPr lang="en-US"/>
            <a:t>laisser le code client </a:t>
          </a:r>
          <a:r>
            <a:rPr lang="en-US" b="1"/>
            <a:t>choisir</a:t>
          </a:r>
          <a:r>
            <a:rPr lang="en-US"/>
            <a:t> laquelle utiliser.</a:t>
          </a:r>
        </a:p>
      </dgm:t>
    </dgm:pt>
    <dgm:pt modelId="{87B9753F-19A3-425E-A188-C9A1FE83ADA4}" type="parTrans" cxnId="{02A4B99F-4386-42A0-83A9-8339E799B955}">
      <dgm:prSet/>
      <dgm:spPr/>
      <dgm:t>
        <a:bodyPr/>
        <a:lstStyle/>
        <a:p>
          <a:endParaRPr lang="en-US"/>
        </a:p>
      </dgm:t>
    </dgm:pt>
    <dgm:pt modelId="{05BA9D56-3BCA-4D6D-8058-DB119F32C3A1}" type="sibTrans" cxnId="{02A4B99F-4386-42A0-83A9-8339E799B955}">
      <dgm:prSet/>
      <dgm:spPr/>
      <dgm:t>
        <a:bodyPr/>
        <a:lstStyle/>
        <a:p>
          <a:endParaRPr lang="en-US"/>
        </a:p>
      </dgm:t>
    </dgm:pt>
    <dgm:pt modelId="{C14B42EE-BC7A-4FB7-8277-08E4D1926558}">
      <dgm:prSet/>
      <dgm:spPr/>
      <dgm:t>
        <a:bodyPr/>
        <a:lstStyle/>
        <a:p>
          <a:r>
            <a:rPr lang="en-US"/>
            <a:t>En résumé :</a:t>
          </a:r>
        </a:p>
      </dgm:t>
    </dgm:pt>
    <dgm:pt modelId="{37DC170D-F635-4947-B17C-8697A039725B}" type="parTrans" cxnId="{BF3CD86C-5C3E-4199-980F-8C5C301114A3}">
      <dgm:prSet/>
      <dgm:spPr/>
      <dgm:t>
        <a:bodyPr/>
        <a:lstStyle/>
        <a:p>
          <a:endParaRPr lang="en-US"/>
        </a:p>
      </dgm:t>
    </dgm:pt>
    <dgm:pt modelId="{EC1A5B8C-C3FD-4372-885F-C62772472C40}" type="sibTrans" cxnId="{BF3CD86C-5C3E-4199-980F-8C5C301114A3}">
      <dgm:prSet/>
      <dgm:spPr/>
      <dgm:t>
        <a:bodyPr/>
        <a:lstStyle/>
        <a:p>
          <a:endParaRPr lang="en-US"/>
        </a:p>
      </dgm:t>
    </dgm:pt>
    <dgm:pt modelId="{60B6B925-F48D-4557-BD03-CE771B4C5D4D}">
      <dgm:prSet/>
      <dgm:spPr/>
      <dgm:t>
        <a:bodyPr/>
        <a:lstStyle/>
        <a:p>
          <a:r>
            <a:rPr lang="en-US" b="1"/>
            <a:t>Strategy permet d’interchanger des algorithmes de manière flexible, sans modifier le reste du programme</a:t>
          </a:r>
          <a:endParaRPr lang="en-US"/>
        </a:p>
      </dgm:t>
    </dgm:pt>
    <dgm:pt modelId="{34F62CC1-0C24-4910-8BF9-BB3C9212B00F}" type="parTrans" cxnId="{041181FD-DF55-41BE-9FD8-B0BA1E70D11C}">
      <dgm:prSet/>
      <dgm:spPr/>
      <dgm:t>
        <a:bodyPr/>
        <a:lstStyle/>
        <a:p>
          <a:endParaRPr lang="en-US"/>
        </a:p>
      </dgm:t>
    </dgm:pt>
    <dgm:pt modelId="{6CDF7BD0-8D80-47F7-A2AD-2CB446A22405}" type="sibTrans" cxnId="{041181FD-DF55-41BE-9FD8-B0BA1E70D11C}">
      <dgm:prSet/>
      <dgm:spPr/>
      <dgm:t>
        <a:bodyPr/>
        <a:lstStyle/>
        <a:p>
          <a:endParaRPr lang="en-US"/>
        </a:p>
      </dgm:t>
    </dgm:pt>
    <dgm:pt modelId="{71C4F119-F567-0943-990F-C21BE0E89FBF}" type="pres">
      <dgm:prSet presAssocID="{945C1535-EA5E-4BC9-A8BB-C80A5FC8429C}" presName="diagram" presStyleCnt="0">
        <dgm:presLayoutVars>
          <dgm:dir/>
          <dgm:resizeHandles val="exact"/>
        </dgm:presLayoutVars>
      </dgm:prSet>
      <dgm:spPr/>
    </dgm:pt>
    <dgm:pt modelId="{DF2C0705-9812-1246-B4AB-FF4F257F3262}" type="pres">
      <dgm:prSet presAssocID="{7FD05B20-0330-45C5-84CF-96BF495C5DF9}" presName="node" presStyleLbl="node1" presStyleIdx="0" presStyleCnt="8">
        <dgm:presLayoutVars>
          <dgm:bulletEnabled val="1"/>
        </dgm:presLayoutVars>
      </dgm:prSet>
      <dgm:spPr/>
    </dgm:pt>
    <dgm:pt modelId="{0F6EDA46-65D7-E14C-A3AF-29322910BFC5}" type="pres">
      <dgm:prSet presAssocID="{62476013-92DE-4391-8E8B-CA2CF60AEA1C}" presName="sibTrans" presStyleCnt="0"/>
      <dgm:spPr/>
    </dgm:pt>
    <dgm:pt modelId="{CFB39BDB-A7F1-5F40-B600-2ACD2870B8C2}" type="pres">
      <dgm:prSet presAssocID="{2B00969C-86B7-4813-BCF0-35C04E9BB478}" presName="node" presStyleLbl="node1" presStyleIdx="1" presStyleCnt="8">
        <dgm:presLayoutVars>
          <dgm:bulletEnabled val="1"/>
        </dgm:presLayoutVars>
      </dgm:prSet>
      <dgm:spPr/>
    </dgm:pt>
    <dgm:pt modelId="{42230C9E-1278-9B4A-90C9-51A1A5A97E64}" type="pres">
      <dgm:prSet presAssocID="{00948992-35DC-42A5-B893-F2914B8037E8}" presName="sibTrans" presStyleCnt="0"/>
      <dgm:spPr/>
    </dgm:pt>
    <dgm:pt modelId="{AB896574-6608-A94B-95A4-A0CF113CDF20}" type="pres">
      <dgm:prSet presAssocID="{9DC3CD3C-3E9B-4D1E-8760-6689FF9D1880}" presName="node" presStyleLbl="node1" presStyleIdx="2" presStyleCnt="8">
        <dgm:presLayoutVars>
          <dgm:bulletEnabled val="1"/>
        </dgm:presLayoutVars>
      </dgm:prSet>
      <dgm:spPr/>
    </dgm:pt>
    <dgm:pt modelId="{BAE294AD-96E4-914C-A333-181D6F5DB5C2}" type="pres">
      <dgm:prSet presAssocID="{53AFF8A7-836B-4DBD-A41B-E1203BFE5983}" presName="sibTrans" presStyleCnt="0"/>
      <dgm:spPr/>
    </dgm:pt>
    <dgm:pt modelId="{FBB407C6-2E3E-654F-97F9-DFE0AC01F8E8}" type="pres">
      <dgm:prSet presAssocID="{0C54FA02-CECB-4AD5-AF36-00926A112498}" presName="node" presStyleLbl="node1" presStyleIdx="3" presStyleCnt="8">
        <dgm:presLayoutVars>
          <dgm:bulletEnabled val="1"/>
        </dgm:presLayoutVars>
      </dgm:prSet>
      <dgm:spPr/>
    </dgm:pt>
    <dgm:pt modelId="{8905AF6C-454D-4F47-BB29-0E3185219C10}" type="pres">
      <dgm:prSet presAssocID="{82DBBD41-0235-4DDF-BDEF-8B5289506B9F}" presName="sibTrans" presStyleCnt="0"/>
      <dgm:spPr/>
    </dgm:pt>
    <dgm:pt modelId="{B3CCCB20-7533-8F42-AA92-7894F81AC260}" type="pres">
      <dgm:prSet presAssocID="{E9F2D587-4BA0-4B81-A96B-EDFE78F6BA58}" presName="node" presStyleLbl="node1" presStyleIdx="4" presStyleCnt="8">
        <dgm:presLayoutVars>
          <dgm:bulletEnabled val="1"/>
        </dgm:presLayoutVars>
      </dgm:prSet>
      <dgm:spPr/>
    </dgm:pt>
    <dgm:pt modelId="{01FCF413-1983-B643-A7D9-64A4EB3F63CA}" type="pres">
      <dgm:prSet presAssocID="{FF01EE4F-3AA0-48AB-AD6B-2BFC96204F3D}" presName="sibTrans" presStyleCnt="0"/>
      <dgm:spPr/>
    </dgm:pt>
    <dgm:pt modelId="{2674FAEA-CF10-5349-91A8-4143B6E93F27}" type="pres">
      <dgm:prSet presAssocID="{715D3395-43D9-4AFB-9C2F-733A6CC8D4EC}" presName="node" presStyleLbl="node1" presStyleIdx="5" presStyleCnt="8">
        <dgm:presLayoutVars>
          <dgm:bulletEnabled val="1"/>
        </dgm:presLayoutVars>
      </dgm:prSet>
      <dgm:spPr/>
    </dgm:pt>
    <dgm:pt modelId="{A991AA7D-CF88-554E-B7E3-452696560E34}" type="pres">
      <dgm:prSet presAssocID="{05BA9D56-3BCA-4D6D-8058-DB119F32C3A1}" presName="sibTrans" presStyleCnt="0"/>
      <dgm:spPr/>
    </dgm:pt>
    <dgm:pt modelId="{B9FBB612-D0F8-0744-A02B-B16AC0E03EDC}" type="pres">
      <dgm:prSet presAssocID="{C14B42EE-BC7A-4FB7-8277-08E4D1926558}" presName="node" presStyleLbl="node1" presStyleIdx="6" presStyleCnt="8">
        <dgm:presLayoutVars>
          <dgm:bulletEnabled val="1"/>
        </dgm:presLayoutVars>
      </dgm:prSet>
      <dgm:spPr/>
    </dgm:pt>
    <dgm:pt modelId="{C6D26A14-6FAA-5C43-B7CC-9B8BD340E28E}" type="pres">
      <dgm:prSet presAssocID="{EC1A5B8C-C3FD-4372-885F-C62772472C40}" presName="sibTrans" presStyleCnt="0"/>
      <dgm:spPr/>
    </dgm:pt>
    <dgm:pt modelId="{3FFDDB09-5B26-A842-B85E-5672BD4C679D}" type="pres">
      <dgm:prSet presAssocID="{60B6B925-F48D-4557-BD03-CE771B4C5D4D}" presName="node" presStyleLbl="node1" presStyleIdx="7" presStyleCnt="8">
        <dgm:presLayoutVars>
          <dgm:bulletEnabled val="1"/>
        </dgm:presLayoutVars>
      </dgm:prSet>
      <dgm:spPr/>
    </dgm:pt>
  </dgm:ptLst>
  <dgm:cxnLst>
    <dgm:cxn modelId="{2217A510-1225-E441-9C21-10B0235F4CD0}" type="presOf" srcId="{C14B42EE-BC7A-4FB7-8277-08E4D1926558}" destId="{B9FBB612-D0F8-0744-A02B-B16AC0E03EDC}" srcOrd="0" destOrd="0" presId="urn:microsoft.com/office/officeart/2005/8/layout/default"/>
    <dgm:cxn modelId="{E803001D-C984-4F57-B546-E0E21CC67B48}" srcId="{945C1535-EA5E-4BC9-A8BB-C80A5FC8429C}" destId="{7FD05B20-0330-45C5-84CF-96BF495C5DF9}" srcOrd="0" destOrd="0" parTransId="{BEE5C122-A872-4F38-9488-BE23686EC780}" sibTransId="{62476013-92DE-4391-8E8B-CA2CF60AEA1C}"/>
    <dgm:cxn modelId="{FEA90E33-862F-8A4C-9B2E-CB1F9C9B4974}" type="presOf" srcId="{9DC3CD3C-3E9B-4D1E-8760-6689FF9D1880}" destId="{AB896574-6608-A94B-95A4-A0CF113CDF20}" srcOrd="0" destOrd="0" presId="urn:microsoft.com/office/officeart/2005/8/layout/default"/>
    <dgm:cxn modelId="{1BB68860-C937-FC46-AD2B-90274DAEA49D}" type="presOf" srcId="{945C1535-EA5E-4BC9-A8BB-C80A5FC8429C}" destId="{71C4F119-F567-0943-990F-C21BE0E89FBF}" srcOrd="0" destOrd="0" presId="urn:microsoft.com/office/officeart/2005/8/layout/default"/>
    <dgm:cxn modelId="{603DFA64-A180-7346-BAAE-3649244FC856}" type="presOf" srcId="{2B00969C-86B7-4813-BCF0-35C04E9BB478}" destId="{CFB39BDB-A7F1-5F40-B600-2ACD2870B8C2}" srcOrd="0" destOrd="0" presId="urn:microsoft.com/office/officeart/2005/8/layout/default"/>
    <dgm:cxn modelId="{906BA565-5333-4469-B441-CD5E438F9896}" srcId="{945C1535-EA5E-4BC9-A8BB-C80A5FC8429C}" destId="{E9F2D587-4BA0-4B81-A96B-EDFE78F6BA58}" srcOrd="4" destOrd="0" parTransId="{ADB6A941-C895-4F56-B9C4-EA4D3DB26E55}" sibTransId="{FF01EE4F-3AA0-48AB-AD6B-2BFC96204F3D}"/>
    <dgm:cxn modelId="{513E4E6A-0A63-4CD1-969F-935F1AC3D7D0}" srcId="{945C1535-EA5E-4BC9-A8BB-C80A5FC8429C}" destId="{0C54FA02-CECB-4AD5-AF36-00926A112498}" srcOrd="3" destOrd="0" parTransId="{EE71F649-F02C-451E-B3D6-490C63503229}" sibTransId="{82DBBD41-0235-4DDF-BDEF-8B5289506B9F}"/>
    <dgm:cxn modelId="{BF3CD86C-5C3E-4199-980F-8C5C301114A3}" srcId="{945C1535-EA5E-4BC9-A8BB-C80A5FC8429C}" destId="{C14B42EE-BC7A-4FB7-8277-08E4D1926558}" srcOrd="6" destOrd="0" parTransId="{37DC170D-F635-4947-B17C-8697A039725B}" sibTransId="{EC1A5B8C-C3FD-4372-885F-C62772472C40}"/>
    <dgm:cxn modelId="{71BFD488-5DF6-472F-9174-AAA28A0B1610}" srcId="{945C1535-EA5E-4BC9-A8BB-C80A5FC8429C}" destId="{9DC3CD3C-3E9B-4D1E-8760-6689FF9D1880}" srcOrd="2" destOrd="0" parTransId="{CCA2C699-373E-4E88-B0AE-D0C2FAF52050}" sibTransId="{53AFF8A7-836B-4DBD-A41B-E1203BFE5983}"/>
    <dgm:cxn modelId="{280B1299-D83B-9A44-BC56-DA0801A6F9A5}" type="presOf" srcId="{715D3395-43D9-4AFB-9C2F-733A6CC8D4EC}" destId="{2674FAEA-CF10-5349-91A8-4143B6E93F27}" srcOrd="0" destOrd="0" presId="urn:microsoft.com/office/officeart/2005/8/layout/default"/>
    <dgm:cxn modelId="{02A4B99F-4386-42A0-83A9-8339E799B955}" srcId="{945C1535-EA5E-4BC9-A8BB-C80A5FC8429C}" destId="{715D3395-43D9-4AFB-9C2F-733A6CC8D4EC}" srcOrd="5" destOrd="0" parTransId="{87B9753F-19A3-425E-A188-C9A1FE83ADA4}" sibTransId="{05BA9D56-3BCA-4D6D-8058-DB119F32C3A1}"/>
    <dgm:cxn modelId="{E9538CA2-C9DD-B745-BB7A-208CB63E1482}" type="presOf" srcId="{E9F2D587-4BA0-4B81-A96B-EDFE78F6BA58}" destId="{B3CCCB20-7533-8F42-AA92-7894F81AC260}" srcOrd="0" destOrd="0" presId="urn:microsoft.com/office/officeart/2005/8/layout/default"/>
    <dgm:cxn modelId="{F452E8CA-F30D-2D42-8D8F-9EADD66724F7}" type="presOf" srcId="{0C54FA02-CECB-4AD5-AF36-00926A112498}" destId="{FBB407C6-2E3E-654F-97F9-DFE0AC01F8E8}" srcOrd="0" destOrd="0" presId="urn:microsoft.com/office/officeart/2005/8/layout/default"/>
    <dgm:cxn modelId="{15755AEC-3C0A-FE47-B647-4E2620F1E1CB}" type="presOf" srcId="{7FD05B20-0330-45C5-84CF-96BF495C5DF9}" destId="{DF2C0705-9812-1246-B4AB-FF4F257F3262}" srcOrd="0" destOrd="0" presId="urn:microsoft.com/office/officeart/2005/8/layout/default"/>
    <dgm:cxn modelId="{D58F1AF2-4FCD-914F-921F-F74EF0FE5285}" type="presOf" srcId="{60B6B925-F48D-4557-BD03-CE771B4C5D4D}" destId="{3FFDDB09-5B26-A842-B85E-5672BD4C679D}" srcOrd="0" destOrd="0" presId="urn:microsoft.com/office/officeart/2005/8/layout/default"/>
    <dgm:cxn modelId="{EC9404F5-2A6E-4A82-8713-0B18387A6D24}" srcId="{945C1535-EA5E-4BC9-A8BB-C80A5FC8429C}" destId="{2B00969C-86B7-4813-BCF0-35C04E9BB478}" srcOrd="1" destOrd="0" parTransId="{4E7F5D4C-F4E9-409C-8AC4-DA0A07E32F6B}" sibTransId="{00948992-35DC-42A5-B893-F2914B8037E8}"/>
    <dgm:cxn modelId="{041181FD-DF55-41BE-9FD8-B0BA1E70D11C}" srcId="{945C1535-EA5E-4BC9-A8BB-C80A5FC8429C}" destId="{60B6B925-F48D-4557-BD03-CE771B4C5D4D}" srcOrd="7" destOrd="0" parTransId="{34F62CC1-0C24-4910-8BF9-BB3C9212B00F}" sibTransId="{6CDF7BD0-8D80-47F7-A2AD-2CB446A22405}"/>
    <dgm:cxn modelId="{FA246CC8-FE0A-1140-B48F-6510111574D3}" type="presParOf" srcId="{71C4F119-F567-0943-990F-C21BE0E89FBF}" destId="{DF2C0705-9812-1246-B4AB-FF4F257F3262}" srcOrd="0" destOrd="0" presId="urn:microsoft.com/office/officeart/2005/8/layout/default"/>
    <dgm:cxn modelId="{360A6ABA-032B-0441-9A41-D19A9220A8DB}" type="presParOf" srcId="{71C4F119-F567-0943-990F-C21BE0E89FBF}" destId="{0F6EDA46-65D7-E14C-A3AF-29322910BFC5}" srcOrd="1" destOrd="0" presId="urn:microsoft.com/office/officeart/2005/8/layout/default"/>
    <dgm:cxn modelId="{F04072FA-2D70-7F4D-80DC-9D99927620D4}" type="presParOf" srcId="{71C4F119-F567-0943-990F-C21BE0E89FBF}" destId="{CFB39BDB-A7F1-5F40-B600-2ACD2870B8C2}" srcOrd="2" destOrd="0" presId="urn:microsoft.com/office/officeart/2005/8/layout/default"/>
    <dgm:cxn modelId="{6C8186B8-A367-7E46-B950-BCFA4CD812D3}" type="presParOf" srcId="{71C4F119-F567-0943-990F-C21BE0E89FBF}" destId="{42230C9E-1278-9B4A-90C9-51A1A5A97E64}" srcOrd="3" destOrd="0" presId="urn:microsoft.com/office/officeart/2005/8/layout/default"/>
    <dgm:cxn modelId="{F1FBE879-B7DA-BA46-B0D2-6026CCB58B9C}" type="presParOf" srcId="{71C4F119-F567-0943-990F-C21BE0E89FBF}" destId="{AB896574-6608-A94B-95A4-A0CF113CDF20}" srcOrd="4" destOrd="0" presId="urn:microsoft.com/office/officeart/2005/8/layout/default"/>
    <dgm:cxn modelId="{EA23CF40-330A-594D-B118-ECAA308AE4ED}" type="presParOf" srcId="{71C4F119-F567-0943-990F-C21BE0E89FBF}" destId="{BAE294AD-96E4-914C-A333-181D6F5DB5C2}" srcOrd="5" destOrd="0" presId="urn:microsoft.com/office/officeart/2005/8/layout/default"/>
    <dgm:cxn modelId="{5BF03705-5CC7-F245-957D-44A86BE4B409}" type="presParOf" srcId="{71C4F119-F567-0943-990F-C21BE0E89FBF}" destId="{FBB407C6-2E3E-654F-97F9-DFE0AC01F8E8}" srcOrd="6" destOrd="0" presId="urn:microsoft.com/office/officeart/2005/8/layout/default"/>
    <dgm:cxn modelId="{F2377E1A-2ED5-F24D-BCDC-DA021A90835A}" type="presParOf" srcId="{71C4F119-F567-0943-990F-C21BE0E89FBF}" destId="{8905AF6C-454D-4F47-BB29-0E3185219C10}" srcOrd="7" destOrd="0" presId="urn:microsoft.com/office/officeart/2005/8/layout/default"/>
    <dgm:cxn modelId="{C762C2B3-4C38-E64D-AFAD-B1F8A52BBF46}" type="presParOf" srcId="{71C4F119-F567-0943-990F-C21BE0E89FBF}" destId="{B3CCCB20-7533-8F42-AA92-7894F81AC260}" srcOrd="8" destOrd="0" presId="urn:microsoft.com/office/officeart/2005/8/layout/default"/>
    <dgm:cxn modelId="{A7C0F63C-48EA-6D4F-88E5-1C1403D876FD}" type="presParOf" srcId="{71C4F119-F567-0943-990F-C21BE0E89FBF}" destId="{01FCF413-1983-B643-A7D9-64A4EB3F63CA}" srcOrd="9" destOrd="0" presId="urn:microsoft.com/office/officeart/2005/8/layout/default"/>
    <dgm:cxn modelId="{50714C51-230F-1643-9C8B-E5A8492B08C3}" type="presParOf" srcId="{71C4F119-F567-0943-990F-C21BE0E89FBF}" destId="{2674FAEA-CF10-5349-91A8-4143B6E93F27}" srcOrd="10" destOrd="0" presId="urn:microsoft.com/office/officeart/2005/8/layout/default"/>
    <dgm:cxn modelId="{3EA96FCA-DAD1-8848-9C0B-6176FFF9D176}" type="presParOf" srcId="{71C4F119-F567-0943-990F-C21BE0E89FBF}" destId="{A991AA7D-CF88-554E-B7E3-452696560E34}" srcOrd="11" destOrd="0" presId="urn:microsoft.com/office/officeart/2005/8/layout/default"/>
    <dgm:cxn modelId="{8B5D5308-2E41-AA4F-8F3E-867387360EA4}" type="presParOf" srcId="{71C4F119-F567-0943-990F-C21BE0E89FBF}" destId="{B9FBB612-D0F8-0744-A02B-B16AC0E03EDC}" srcOrd="12" destOrd="0" presId="urn:microsoft.com/office/officeart/2005/8/layout/default"/>
    <dgm:cxn modelId="{C0D770CC-E6D3-7B4E-83CB-C08453341F71}" type="presParOf" srcId="{71C4F119-F567-0943-990F-C21BE0E89FBF}" destId="{C6D26A14-6FAA-5C43-B7CC-9B8BD340E28E}" srcOrd="13" destOrd="0" presId="urn:microsoft.com/office/officeart/2005/8/layout/default"/>
    <dgm:cxn modelId="{6B64D9F7-A0DE-2449-9995-625E99304006}" type="presParOf" srcId="{71C4F119-F567-0943-990F-C21BE0E89FBF}" destId="{3FFDDB09-5B26-A842-B85E-5672BD4C679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6185F0-D66E-46B8-9834-8D28676BD02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CC2B2B-D457-4A5E-876A-275A4689E44B}">
      <dgm:prSet/>
      <dgm:spPr/>
      <dgm:t>
        <a:bodyPr/>
        <a:lstStyle/>
        <a:p>
          <a:r>
            <a:rPr lang="en-US"/>
            <a:t>Certains objets changent de comportement </a:t>
          </a:r>
          <a:r>
            <a:rPr lang="en-US" b="1"/>
            <a:t>en fonction de leur état interne</a:t>
          </a:r>
          <a:r>
            <a:rPr lang="en-US"/>
            <a:t>.</a:t>
          </a:r>
        </a:p>
      </dgm:t>
    </dgm:pt>
    <dgm:pt modelId="{CF33301C-9BDD-4493-99BD-68C810F74201}" type="parTrans" cxnId="{BA340701-C46F-46E2-9AA3-AAE74FCC327B}">
      <dgm:prSet/>
      <dgm:spPr/>
      <dgm:t>
        <a:bodyPr/>
        <a:lstStyle/>
        <a:p>
          <a:endParaRPr lang="en-US"/>
        </a:p>
      </dgm:t>
    </dgm:pt>
    <dgm:pt modelId="{04C6F8A2-8C14-44C8-9A4E-79D46775DEE6}" type="sibTrans" cxnId="{BA340701-C46F-46E2-9AA3-AAE74FCC327B}">
      <dgm:prSet/>
      <dgm:spPr/>
      <dgm:t>
        <a:bodyPr/>
        <a:lstStyle/>
        <a:p>
          <a:endParaRPr lang="en-US"/>
        </a:p>
      </dgm:t>
    </dgm:pt>
    <dgm:pt modelId="{71D3784D-F7F1-4311-8776-E9EC9B3AD66A}">
      <dgm:prSet/>
      <dgm:spPr/>
      <dgm:t>
        <a:bodyPr/>
        <a:lstStyle/>
        <a:p>
          <a:r>
            <a:rPr lang="en-US"/>
            <a:t>Sans pattern, on finit souvent avec de grandes structures if / switch difficiles à maintenir.</a:t>
          </a:r>
        </a:p>
      </dgm:t>
    </dgm:pt>
    <dgm:pt modelId="{FC4DA875-F959-4FD1-B9FE-2B37A4872FEA}" type="parTrans" cxnId="{9D42A631-E495-46F2-A560-8828281E78BB}">
      <dgm:prSet/>
      <dgm:spPr/>
      <dgm:t>
        <a:bodyPr/>
        <a:lstStyle/>
        <a:p>
          <a:endParaRPr lang="en-US"/>
        </a:p>
      </dgm:t>
    </dgm:pt>
    <dgm:pt modelId="{F3655D20-B47B-4305-9040-6122F9BC01A9}" type="sibTrans" cxnId="{9D42A631-E495-46F2-A560-8828281E78BB}">
      <dgm:prSet/>
      <dgm:spPr/>
      <dgm:t>
        <a:bodyPr/>
        <a:lstStyle/>
        <a:p>
          <a:endParaRPr lang="en-US"/>
        </a:p>
      </dgm:t>
    </dgm:pt>
    <dgm:pt modelId="{2BEAFD66-FBB3-483E-9128-5A3C448E7E14}">
      <dgm:prSet/>
      <dgm:spPr/>
      <dgm:t>
        <a:bodyPr/>
        <a:lstStyle/>
        <a:p>
          <a:r>
            <a:rPr lang="en-US"/>
            <a:t>Le pattern State propose de :</a:t>
          </a:r>
        </a:p>
      </dgm:t>
    </dgm:pt>
    <dgm:pt modelId="{1606C27D-7877-4FD8-8DBA-174822FBA9BD}" type="parTrans" cxnId="{B226D3B1-74A1-45C8-848B-470FE04B3415}">
      <dgm:prSet/>
      <dgm:spPr/>
      <dgm:t>
        <a:bodyPr/>
        <a:lstStyle/>
        <a:p>
          <a:endParaRPr lang="en-US"/>
        </a:p>
      </dgm:t>
    </dgm:pt>
    <dgm:pt modelId="{44059D9A-5C8E-4B0E-8491-B364D7C0E673}" type="sibTrans" cxnId="{B226D3B1-74A1-45C8-848B-470FE04B3415}">
      <dgm:prSet/>
      <dgm:spPr/>
      <dgm:t>
        <a:bodyPr/>
        <a:lstStyle/>
        <a:p>
          <a:endParaRPr lang="en-US"/>
        </a:p>
      </dgm:t>
    </dgm:pt>
    <dgm:pt modelId="{966C495B-67C1-4D9C-AA72-234BD21ADFBA}">
      <dgm:prSet/>
      <dgm:spPr/>
      <dgm:t>
        <a:bodyPr/>
        <a:lstStyle/>
        <a:p>
          <a:r>
            <a:rPr lang="en-US"/>
            <a:t>représenter </a:t>
          </a:r>
          <a:r>
            <a:rPr lang="en-US" b="1"/>
            <a:t>chaque état</a:t>
          </a:r>
          <a:r>
            <a:rPr lang="en-US"/>
            <a:t> par une </a:t>
          </a:r>
          <a:r>
            <a:rPr lang="en-US" b="1"/>
            <a:t>classe dédiée</a:t>
          </a:r>
          <a:r>
            <a:rPr lang="en-US"/>
            <a:t>,</a:t>
          </a:r>
        </a:p>
      </dgm:t>
    </dgm:pt>
    <dgm:pt modelId="{1B48F0A8-4CA7-40D1-AB9E-4FCBEFA2DF65}" type="parTrans" cxnId="{8F332C92-BFA5-485A-8A86-EF34DD976926}">
      <dgm:prSet/>
      <dgm:spPr/>
      <dgm:t>
        <a:bodyPr/>
        <a:lstStyle/>
        <a:p>
          <a:endParaRPr lang="en-US"/>
        </a:p>
      </dgm:t>
    </dgm:pt>
    <dgm:pt modelId="{C780529E-4955-4EC7-8FCF-C68EF13B000D}" type="sibTrans" cxnId="{8F332C92-BFA5-485A-8A86-EF34DD976926}">
      <dgm:prSet/>
      <dgm:spPr/>
      <dgm:t>
        <a:bodyPr/>
        <a:lstStyle/>
        <a:p>
          <a:endParaRPr lang="en-US"/>
        </a:p>
      </dgm:t>
    </dgm:pt>
    <dgm:pt modelId="{C6A524F9-A623-43D8-83FF-8E14BFAD1DC1}">
      <dgm:prSet/>
      <dgm:spPr/>
      <dgm:t>
        <a:bodyPr/>
        <a:lstStyle/>
        <a:p>
          <a:r>
            <a:rPr lang="en-US"/>
            <a:t>déléguer le comportement courant à l’état actif,</a:t>
          </a:r>
        </a:p>
      </dgm:t>
    </dgm:pt>
    <dgm:pt modelId="{931F2439-3D7A-4D84-A09F-A0BFC19142D1}" type="parTrans" cxnId="{90D60612-462F-40E5-AACB-2BAFD00F09D1}">
      <dgm:prSet/>
      <dgm:spPr/>
      <dgm:t>
        <a:bodyPr/>
        <a:lstStyle/>
        <a:p>
          <a:endParaRPr lang="en-US"/>
        </a:p>
      </dgm:t>
    </dgm:pt>
    <dgm:pt modelId="{EF597E11-0BA8-472B-91B0-BA946E8CE601}" type="sibTrans" cxnId="{90D60612-462F-40E5-AACB-2BAFD00F09D1}">
      <dgm:prSet/>
      <dgm:spPr/>
      <dgm:t>
        <a:bodyPr/>
        <a:lstStyle/>
        <a:p>
          <a:endParaRPr lang="en-US"/>
        </a:p>
      </dgm:t>
    </dgm:pt>
    <dgm:pt modelId="{E460C147-3D11-49C7-ACB4-E8D030B7A8BD}">
      <dgm:prSet/>
      <dgm:spPr/>
      <dgm:t>
        <a:bodyPr/>
        <a:lstStyle/>
        <a:p>
          <a:r>
            <a:rPr lang="en-US"/>
            <a:t>permettre à l’objet de </a:t>
          </a:r>
          <a:r>
            <a:rPr lang="en-US" b="1"/>
            <a:t>changer d’état en modifiant simplement la référence</a:t>
          </a:r>
          <a:r>
            <a:rPr lang="en-US"/>
            <a:t>.</a:t>
          </a:r>
        </a:p>
      </dgm:t>
    </dgm:pt>
    <dgm:pt modelId="{F0D584F2-9397-4159-9E83-9D98BFF4B79E}" type="parTrans" cxnId="{1F9F6324-9A2B-4328-8D8E-D608FFD67DA2}">
      <dgm:prSet/>
      <dgm:spPr/>
      <dgm:t>
        <a:bodyPr/>
        <a:lstStyle/>
        <a:p>
          <a:endParaRPr lang="en-US"/>
        </a:p>
      </dgm:t>
    </dgm:pt>
    <dgm:pt modelId="{10E03897-E59D-4A58-B397-4CCBC531E9B6}" type="sibTrans" cxnId="{1F9F6324-9A2B-4328-8D8E-D608FFD67DA2}">
      <dgm:prSet/>
      <dgm:spPr/>
      <dgm:t>
        <a:bodyPr/>
        <a:lstStyle/>
        <a:p>
          <a:endParaRPr lang="en-US"/>
        </a:p>
      </dgm:t>
    </dgm:pt>
    <dgm:pt modelId="{993BE75A-2129-4E04-B201-72D239137738}">
      <dgm:prSet/>
      <dgm:spPr/>
      <dgm:t>
        <a:bodyPr/>
        <a:lstStyle/>
        <a:p>
          <a:r>
            <a:rPr lang="en-US"/>
            <a:t>En résumé :</a:t>
          </a:r>
        </a:p>
      </dgm:t>
    </dgm:pt>
    <dgm:pt modelId="{33D33774-8076-4442-B125-80271680DE2B}" type="parTrans" cxnId="{D6794336-9A80-43D4-A174-02C6351D3E49}">
      <dgm:prSet/>
      <dgm:spPr/>
      <dgm:t>
        <a:bodyPr/>
        <a:lstStyle/>
        <a:p>
          <a:endParaRPr lang="en-US"/>
        </a:p>
      </dgm:t>
    </dgm:pt>
    <dgm:pt modelId="{55D8FD72-2980-4DB3-BCF2-1F991831CE87}" type="sibTrans" cxnId="{D6794336-9A80-43D4-A174-02C6351D3E49}">
      <dgm:prSet/>
      <dgm:spPr/>
      <dgm:t>
        <a:bodyPr/>
        <a:lstStyle/>
        <a:p>
          <a:endParaRPr lang="en-US"/>
        </a:p>
      </dgm:t>
    </dgm:pt>
    <dgm:pt modelId="{FC230965-7B8A-4518-8DCF-E62EF1129E79}">
      <dgm:prSet/>
      <dgm:spPr/>
      <dgm:t>
        <a:bodyPr/>
        <a:lstStyle/>
        <a:p>
          <a:r>
            <a:rPr lang="en-US" b="1"/>
            <a:t>State permet de faire évoluer le comportement d’un objet en changeant son état courant, sans conditions complexes.</a:t>
          </a:r>
          <a:endParaRPr lang="en-US"/>
        </a:p>
      </dgm:t>
    </dgm:pt>
    <dgm:pt modelId="{EEF79804-632C-4E38-B7D0-4F1CB1280D12}" type="parTrans" cxnId="{FEB1CDA3-9387-4B3B-BFD3-803D160DCEED}">
      <dgm:prSet/>
      <dgm:spPr/>
      <dgm:t>
        <a:bodyPr/>
        <a:lstStyle/>
        <a:p>
          <a:endParaRPr lang="en-US"/>
        </a:p>
      </dgm:t>
    </dgm:pt>
    <dgm:pt modelId="{D81D8C69-69C0-4B57-8938-B13C5FD4B8EC}" type="sibTrans" cxnId="{FEB1CDA3-9387-4B3B-BFD3-803D160DCEED}">
      <dgm:prSet/>
      <dgm:spPr/>
      <dgm:t>
        <a:bodyPr/>
        <a:lstStyle/>
        <a:p>
          <a:endParaRPr lang="en-US"/>
        </a:p>
      </dgm:t>
    </dgm:pt>
    <dgm:pt modelId="{D7893DC1-188A-CF41-A6DB-49902154F452}" type="pres">
      <dgm:prSet presAssocID="{FA6185F0-D66E-46B8-9834-8D28676BD02F}" presName="Name0" presStyleCnt="0">
        <dgm:presLayoutVars>
          <dgm:dir/>
          <dgm:resizeHandles val="exact"/>
        </dgm:presLayoutVars>
      </dgm:prSet>
      <dgm:spPr/>
    </dgm:pt>
    <dgm:pt modelId="{A2073079-4324-9C4B-A8DA-90795DBC59B8}" type="pres">
      <dgm:prSet presAssocID="{87CC2B2B-D457-4A5E-876A-275A4689E44B}" presName="node" presStyleLbl="node1" presStyleIdx="0" presStyleCnt="8">
        <dgm:presLayoutVars>
          <dgm:bulletEnabled val="1"/>
        </dgm:presLayoutVars>
      </dgm:prSet>
      <dgm:spPr/>
    </dgm:pt>
    <dgm:pt modelId="{66822E85-5B8E-3F48-A643-918F58C2C739}" type="pres">
      <dgm:prSet presAssocID="{04C6F8A2-8C14-44C8-9A4E-79D46775DEE6}" presName="sibTrans" presStyleLbl="sibTrans1D1" presStyleIdx="0" presStyleCnt="7"/>
      <dgm:spPr/>
    </dgm:pt>
    <dgm:pt modelId="{A109AC01-DB84-C94D-B08A-1BCB8EC08646}" type="pres">
      <dgm:prSet presAssocID="{04C6F8A2-8C14-44C8-9A4E-79D46775DEE6}" presName="connectorText" presStyleLbl="sibTrans1D1" presStyleIdx="0" presStyleCnt="7"/>
      <dgm:spPr/>
    </dgm:pt>
    <dgm:pt modelId="{8414B0E2-E591-5A4B-BE7C-0B29E2E14A58}" type="pres">
      <dgm:prSet presAssocID="{71D3784D-F7F1-4311-8776-E9EC9B3AD66A}" presName="node" presStyleLbl="node1" presStyleIdx="1" presStyleCnt="8">
        <dgm:presLayoutVars>
          <dgm:bulletEnabled val="1"/>
        </dgm:presLayoutVars>
      </dgm:prSet>
      <dgm:spPr/>
    </dgm:pt>
    <dgm:pt modelId="{E2C1AC08-D245-4B47-B610-D2B30A40137E}" type="pres">
      <dgm:prSet presAssocID="{F3655D20-B47B-4305-9040-6122F9BC01A9}" presName="sibTrans" presStyleLbl="sibTrans1D1" presStyleIdx="1" presStyleCnt="7"/>
      <dgm:spPr/>
    </dgm:pt>
    <dgm:pt modelId="{DB1C88A2-950D-144C-A73A-F5587E4C33AE}" type="pres">
      <dgm:prSet presAssocID="{F3655D20-B47B-4305-9040-6122F9BC01A9}" presName="connectorText" presStyleLbl="sibTrans1D1" presStyleIdx="1" presStyleCnt="7"/>
      <dgm:spPr/>
    </dgm:pt>
    <dgm:pt modelId="{8162210B-5F2A-F54A-93AA-C7FF92BC02B3}" type="pres">
      <dgm:prSet presAssocID="{2BEAFD66-FBB3-483E-9128-5A3C448E7E14}" presName="node" presStyleLbl="node1" presStyleIdx="2" presStyleCnt="8">
        <dgm:presLayoutVars>
          <dgm:bulletEnabled val="1"/>
        </dgm:presLayoutVars>
      </dgm:prSet>
      <dgm:spPr/>
    </dgm:pt>
    <dgm:pt modelId="{D324836B-A995-8241-A924-FAB025234FF2}" type="pres">
      <dgm:prSet presAssocID="{44059D9A-5C8E-4B0E-8491-B364D7C0E673}" presName="sibTrans" presStyleLbl="sibTrans1D1" presStyleIdx="2" presStyleCnt="7"/>
      <dgm:spPr/>
    </dgm:pt>
    <dgm:pt modelId="{B2CF3A35-CAC9-CC48-931D-988009462A59}" type="pres">
      <dgm:prSet presAssocID="{44059D9A-5C8E-4B0E-8491-B364D7C0E673}" presName="connectorText" presStyleLbl="sibTrans1D1" presStyleIdx="2" presStyleCnt="7"/>
      <dgm:spPr/>
    </dgm:pt>
    <dgm:pt modelId="{B72AB721-EAFB-0F4A-963D-1618422FBBE2}" type="pres">
      <dgm:prSet presAssocID="{966C495B-67C1-4D9C-AA72-234BD21ADFBA}" presName="node" presStyleLbl="node1" presStyleIdx="3" presStyleCnt="8">
        <dgm:presLayoutVars>
          <dgm:bulletEnabled val="1"/>
        </dgm:presLayoutVars>
      </dgm:prSet>
      <dgm:spPr/>
    </dgm:pt>
    <dgm:pt modelId="{AAA977B7-5F40-EF4D-A5AE-DEB77AC4B2CD}" type="pres">
      <dgm:prSet presAssocID="{C780529E-4955-4EC7-8FCF-C68EF13B000D}" presName="sibTrans" presStyleLbl="sibTrans1D1" presStyleIdx="3" presStyleCnt="7"/>
      <dgm:spPr/>
    </dgm:pt>
    <dgm:pt modelId="{FF3C7432-5553-5346-9224-33441A6AA293}" type="pres">
      <dgm:prSet presAssocID="{C780529E-4955-4EC7-8FCF-C68EF13B000D}" presName="connectorText" presStyleLbl="sibTrans1D1" presStyleIdx="3" presStyleCnt="7"/>
      <dgm:spPr/>
    </dgm:pt>
    <dgm:pt modelId="{F492268B-0FD9-9B44-8653-94F2C7B604D6}" type="pres">
      <dgm:prSet presAssocID="{C6A524F9-A623-43D8-83FF-8E14BFAD1DC1}" presName="node" presStyleLbl="node1" presStyleIdx="4" presStyleCnt="8">
        <dgm:presLayoutVars>
          <dgm:bulletEnabled val="1"/>
        </dgm:presLayoutVars>
      </dgm:prSet>
      <dgm:spPr/>
    </dgm:pt>
    <dgm:pt modelId="{848F2CC5-4A88-C046-AED4-E7BEF0EA3E1F}" type="pres">
      <dgm:prSet presAssocID="{EF597E11-0BA8-472B-91B0-BA946E8CE601}" presName="sibTrans" presStyleLbl="sibTrans1D1" presStyleIdx="4" presStyleCnt="7"/>
      <dgm:spPr/>
    </dgm:pt>
    <dgm:pt modelId="{2AD5E488-3579-5F45-A474-EEBF805235AC}" type="pres">
      <dgm:prSet presAssocID="{EF597E11-0BA8-472B-91B0-BA946E8CE601}" presName="connectorText" presStyleLbl="sibTrans1D1" presStyleIdx="4" presStyleCnt="7"/>
      <dgm:spPr/>
    </dgm:pt>
    <dgm:pt modelId="{D68376F9-EAFF-0F4D-9DD5-EFC10BCB37E0}" type="pres">
      <dgm:prSet presAssocID="{E460C147-3D11-49C7-ACB4-E8D030B7A8BD}" presName="node" presStyleLbl="node1" presStyleIdx="5" presStyleCnt="8">
        <dgm:presLayoutVars>
          <dgm:bulletEnabled val="1"/>
        </dgm:presLayoutVars>
      </dgm:prSet>
      <dgm:spPr/>
    </dgm:pt>
    <dgm:pt modelId="{115CF455-1A79-EC4C-BE27-36A949441160}" type="pres">
      <dgm:prSet presAssocID="{10E03897-E59D-4A58-B397-4CCBC531E9B6}" presName="sibTrans" presStyleLbl="sibTrans1D1" presStyleIdx="5" presStyleCnt="7"/>
      <dgm:spPr/>
    </dgm:pt>
    <dgm:pt modelId="{02C39F11-41B6-5F48-B220-4085BC09DC3B}" type="pres">
      <dgm:prSet presAssocID="{10E03897-E59D-4A58-B397-4CCBC531E9B6}" presName="connectorText" presStyleLbl="sibTrans1D1" presStyleIdx="5" presStyleCnt="7"/>
      <dgm:spPr/>
    </dgm:pt>
    <dgm:pt modelId="{A9397C35-6F34-AA46-B922-B2C80745A92A}" type="pres">
      <dgm:prSet presAssocID="{993BE75A-2129-4E04-B201-72D239137738}" presName="node" presStyleLbl="node1" presStyleIdx="6" presStyleCnt="8">
        <dgm:presLayoutVars>
          <dgm:bulletEnabled val="1"/>
        </dgm:presLayoutVars>
      </dgm:prSet>
      <dgm:spPr/>
    </dgm:pt>
    <dgm:pt modelId="{B3937C7C-C9FA-004F-96DA-CA7726B11822}" type="pres">
      <dgm:prSet presAssocID="{55D8FD72-2980-4DB3-BCF2-1F991831CE87}" presName="sibTrans" presStyleLbl="sibTrans1D1" presStyleIdx="6" presStyleCnt="7"/>
      <dgm:spPr/>
    </dgm:pt>
    <dgm:pt modelId="{E4F78926-9748-004B-B63F-8E2431D862E0}" type="pres">
      <dgm:prSet presAssocID="{55D8FD72-2980-4DB3-BCF2-1F991831CE87}" presName="connectorText" presStyleLbl="sibTrans1D1" presStyleIdx="6" presStyleCnt="7"/>
      <dgm:spPr/>
    </dgm:pt>
    <dgm:pt modelId="{B3CFAFE5-10B5-874C-B3E7-1099E5B92B3C}" type="pres">
      <dgm:prSet presAssocID="{FC230965-7B8A-4518-8DCF-E62EF1129E79}" presName="node" presStyleLbl="node1" presStyleIdx="7" presStyleCnt="8">
        <dgm:presLayoutVars>
          <dgm:bulletEnabled val="1"/>
        </dgm:presLayoutVars>
      </dgm:prSet>
      <dgm:spPr/>
    </dgm:pt>
  </dgm:ptLst>
  <dgm:cxnLst>
    <dgm:cxn modelId="{BA340701-C46F-46E2-9AA3-AAE74FCC327B}" srcId="{FA6185F0-D66E-46B8-9834-8D28676BD02F}" destId="{87CC2B2B-D457-4A5E-876A-275A4689E44B}" srcOrd="0" destOrd="0" parTransId="{CF33301C-9BDD-4493-99BD-68C810F74201}" sibTransId="{04C6F8A2-8C14-44C8-9A4E-79D46775DEE6}"/>
    <dgm:cxn modelId="{9525A203-CABB-8646-A74D-1DB1DF8985D8}" type="presOf" srcId="{71D3784D-F7F1-4311-8776-E9EC9B3AD66A}" destId="{8414B0E2-E591-5A4B-BE7C-0B29E2E14A58}" srcOrd="0" destOrd="0" presId="urn:microsoft.com/office/officeart/2016/7/layout/RepeatingBendingProcessNew"/>
    <dgm:cxn modelId="{242C1B0B-674E-6941-AA84-5C35D0CFACD3}" type="presOf" srcId="{E460C147-3D11-49C7-ACB4-E8D030B7A8BD}" destId="{D68376F9-EAFF-0F4D-9DD5-EFC10BCB37E0}" srcOrd="0" destOrd="0" presId="urn:microsoft.com/office/officeart/2016/7/layout/RepeatingBendingProcessNew"/>
    <dgm:cxn modelId="{90D60612-462F-40E5-AACB-2BAFD00F09D1}" srcId="{FA6185F0-D66E-46B8-9834-8D28676BD02F}" destId="{C6A524F9-A623-43D8-83FF-8E14BFAD1DC1}" srcOrd="4" destOrd="0" parTransId="{931F2439-3D7A-4D84-A09F-A0BFC19142D1}" sibTransId="{EF597E11-0BA8-472B-91B0-BA946E8CE601}"/>
    <dgm:cxn modelId="{706E2018-2C71-D347-AA96-13CF428A13C6}" type="presOf" srcId="{55D8FD72-2980-4DB3-BCF2-1F991831CE87}" destId="{B3937C7C-C9FA-004F-96DA-CA7726B11822}" srcOrd="0" destOrd="0" presId="urn:microsoft.com/office/officeart/2016/7/layout/RepeatingBendingProcessNew"/>
    <dgm:cxn modelId="{EB0A4F1E-FB04-1D42-925D-B301247D6B39}" type="presOf" srcId="{04C6F8A2-8C14-44C8-9A4E-79D46775DEE6}" destId="{A109AC01-DB84-C94D-B08A-1BCB8EC08646}" srcOrd="1" destOrd="0" presId="urn:microsoft.com/office/officeart/2016/7/layout/RepeatingBendingProcessNew"/>
    <dgm:cxn modelId="{D324D223-7C9F-5148-B8F0-1C956ED5E93D}" type="presOf" srcId="{EF597E11-0BA8-472B-91B0-BA946E8CE601}" destId="{848F2CC5-4A88-C046-AED4-E7BEF0EA3E1F}" srcOrd="0" destOrd="0" presId="urn:microsoft.com/office/officeart/2016/7/layout/RepeatingBendingProcessNew"/>
    <dgm:cxn modelId="{1F9F6324-9A2B-4328-8D8E-D608FFD67DA2}" srcId="{FA6185F0-D66E-46B8-9834-8D28676BD02F}" destId="{E460C147-3D11-49C7-ACB4-E8D030B7A8BD}" srcOrd="5" destOrd="0" parTransId="{F0D584F2-9397-4159-9E83-9D98BFF4B79E}" sibTransId="{10E03897-E59D-4A58-B397-4CCBC531E9B6}"/>
    <dgm:cxn modelId="{9D42A631-E495-46F2-A560-8828281E78BB}" srcId="{FA6185F0-D66E-46B8-9834-8D28676BD02F}" destId="{71D3784D-F7F1-4311-8776-E9EC9B3AD66A}" srcOrd="1" destOrd="0" parTransId="{FC4DA875-F959-4FD1-B9FE-2B37A4872FEA}" sibTransId="{F3655D20-B47B-4305-9040-6122F9BC01A9}"/>
    <dgm:cxn modelId="{D6794336-9A80-43D4-A174-02C6351D3E49}" srcId="{FA6185F0-D66E-46B8-9834-8D28676BD02F}" destId="{993BE75A-2129-4E04-B201-72D239137738}" srcOrd="6" destOrd="0" parTransId="{33D33774-8076-4442-B125-80271680DE2B}" sibTransId="{55D8FD72-2980-4DB3-BCF2-1F991831CE87}"/>
    <dgm:cxn modelId="{6C779253-E276-DC46-A786-4E11F85CC6FF}" type="presOf" srcId="{C780529E-4955-4EC7-8FCF-C68EF13B000D}" destId="{FF3C7432-5553-5346-9224-33441A6AA293}" srcOrd="1" destOrd="0" presId="urn:microsoft.com/office/officeart/2016/7/layout/RepeatingBendingProcessNew"/>
    <dgm:cxn modelId="{EE2BCE57-BD53-2445-BD54-BED7C059544C}" type="presOf" srcId="{44059D9A-5C8E-4B0E-8491-B364D7C0E673}" destId="{D324836B-A995-8241-A924-FAB025234FF2}" srcOrd="0" destOrd="0" presId="urn:microsoft.com/office/officeart/2016/7/layout/RepeatingBendingProcessNew"/>
    <dgm:cxn modelId="{2B54466B-03D2-3246-960C-61E3DFDBAE37}" type="presOf" srcId="{55D8FD72-2980-4DB3-BCF2-1F991831CE87}" destId="{E4F78926-9748-004B-B63F-8E2431D862E0}" srcOrd="1" destOrd="0" presId="urn:microsoft.com/office/officeart/2016/7/layout/RepeatingBendingProcessNew"/>
    <dgm:cxn modelId="{C8B76377-D7E0-0042-95A3-E70CEE9492AA}" type="presOf" srcId="{C6A524F9-A623-43D8-83FF-8E14BFAD1DC1}" destId="{F492268B-0FD9-9B44-8653-94F2C7B604D6}" srcOrd="0" destOrd="0" presId="urn:microsoft.com/office/officeart/2016/7/layout/RepeatingBendingProcessNew"/>
    <dgm:cxn modelId="{BCBEBF7A-ADD8-4342-849D-F86EAE26FDFC}" type="presOf" srcId="{F3655D20-B47B-4305-9040-6122F9BC01A9}" destId="{DB1C88A2-950D-144C-A73A-F5587E4C33AE}" srcOrd="1" destOrd="0" presId="urn:microsoft.com/office/officeart/2016/7/layout/RepeatingBendingProcessNew"/>
    <dgm:cxn modelId="{9C05D47B-01B9-5D45-8BB2-FDF257E42FEA}" type="presOf" srcId="{EF597E11-0BA8-472B-91B0-BA946E8CE601}" destId="{2AD5E488-3579-5F45-A474-EEBF805235AC}" srcOrd="1" destOrd="0" presId="urn:microsoft.com/office/officeart/2016/7/layout/RepeatingBendingProcessNew"/>
    <dgm:cxn modelId="{8D88227E-74AD-954D-ACDC-4CE1767C3EC0}" type="presOf" srcId="{44059D9A-5C8E-4B0E-8491-B364D7C0E673}" destId="{B2CF3A35-CAC9-CC48-931D-988009462A59}" srcOrd="1" destOrd="0" presId="urn:microsoft.com/office/officeart/2016/7/layout/RepeatingBendingProcessNew"/>
    <dgm:cxn modelId="{D15CDF84-26F7-6144-AB1F-3C82BEA6A7CC}" type="presOf" srcId="{10E03897-E59D-4A58-B397-4CCBC531E9B6}" destId="{115CF455-1A79-EC4C-BE27-36A949441160}" srcOrd="0" destOrd="0" presId="urn:microsoft.com/office/officeart/2016/7/layout/RepeatingBendingProcessNew"/>
    <dgm:cxn modelId="{8E2A288B-B458-4A4F-99ED-B52F24C58FA7}" type="presOf" srcId="{F3655D20-B47B-4305-9040-6122F9BC01A9}" destId="{E2C1AC08-D245-4B47-B610-D2B30A40137E}" srcOrd="0" destOrd="0" presId="urn:microsoft.com/office/officeart/2016/7/layout/RepeatingBendingProcessNew"/>
    <dgm:cxn modelId="{B6BA3C8B-FA58-344D-89AD-17BC6494A6BC}" type="presOf" srcId="{FA6185F0-D66E-46B8-9834-8D28676BD02F}" destId="{D7893DC1-188A-CF41-A6DB-49902154F452}" srcOrd="0" destOrd="0" presId="urn:microsoft.com/office/officeart/2016/7/layout/RepeatingBendingProcessNew"/>
    <dgm:cxn modelId="{47E77F8D-F45E-2543-BA4C-7BFF42DD723B}" type="presOf" srcId="{C780529E-4955-4EC7-8FCF-C68EF13B000D}" destId="{AAA977B7-5F40-EF4D-A5AE-DEB77AC4B2CD}" srcOrd="0" destOrd="0" presId="urn:microsoft.com/office/officeart/2016/7/layout/RepeatingBendingProcessNew"/>
    <dgm:cxn modelId="{8F332C92-BFA5-485A-8A86-EF34DD976926}" srcId="{FA6185F0-D66E-46B8-9834-8D28676BD02F}" destId="{966C495B-67C1-4D9C-AA72-234BD21ADFBA}" srcOrd="3" destOrd="0" parTransId="{1B48F0A8-4CA7-40D1-AB9E-4FCBEFA2DF65}" sibTransId="{C780529E-4955-4EC7-8FCF-C68EF13B000D}"/>
    <dgm:cxn modelId="{CC04C79F-534A-3841-A9D6-5A00D3E7685A}" type="presOf" srcId="{04C6F8A2-8C14-44C8-9A4E-79D46775DEE6}" destId="{66822E85-5B8E-3F48-A643-918F58C2C739}" srcOrd="0" destOrd="0" presId="urn:microsoft.com/office/officeart/2016/7/layout/RepeatingBendingProcessNew"/>
    <dgm:cxn modelId="{FEB1CDA3-9387-4B3B-BFD3-803D160DCEED}" srcId="{FA6185F0-D66E-46B8-9834-8D28676BD02F}" destId="{FC230965-7B8A-4518-8DCF-E62EF1129E79}" srcOrd="7" destOrd="0" parTransId="{EEF79804-632C-4E38-B7D0-4F1CB1280D12}" sibTransId="{D81D8C69-69C0-4B57-8938-B13C5FD4B8EC}"/>
    <dgm:cxn modelId="{B5C0CCAF-620E-1445-A414-A62AA7CB5BBA}" type="presOf" srcId="{10E03897-E59D-4A58-B397-4CCBC531E9B6}" destId="{02C39F11-41B6-5F48-B220-4085BC09DC3B}" srcOrd="1" destOrd="0" presId="urn:microsoft.com/office/officeart/2016/7/layout/RepeatingBendingProcessNew"/>
    <dgm:cxn modelId="{B226D3B1-74A1-45C8-848B-470FE04B3415}" srcId="{FA6185F0-D66E-46B8-9834-8D28676BD02F}" destId="{2BEAFD66-FBB3-483E-9128-5A3C448E7E14}" srcOrd="2" destOrd="0" parTransId="{1606C27D-7877-4FD8-8DBA-174822FBA9BD}" sibTransId="{44059D9A-5C8E-4B0E-8491-B364D7C0E673}"/>
    <dgm:cxn modelId="{C3D469C7-2405-8B43-9E18-4EA017AF6F70}" type="presOf" srcId="{2BEAFD66-FBB3-483E-9128-5A3C448E7E14}" destId="{8162210B-5F2A-F54A-93AA-C7FF92BC02B3}" srcOrd="0" destOrd="0" presId="urn:microsoft.com/office/officeart/2016/7/layout/RepeatingBendingProcessNew"/>
    <dgm:cxn modelId="{0AB99ED2-EA5D-FF42-A468-8C50743B7ACD}" type="presOf" srcId="{993BE75A-2129-4E04-B201-72D239137738}" destId="{A9397C35-6F34-AA46-B922-B2C80745A92A}" srcOrd="0" destOrd="0" presId="urn:microsoft.com/office/officeart/2016/7/layout/RepeatingBendingProcessNew"/>
    <dgm:cxn modelId="{70F44CE7-C5F8-D94D-8663-B8883AD4575A}" type="presOf" srcId="{966C495B-67C1-4D9C-AA72-234BD21ADFBA}" destId="{B72AB721-EAFB-0F4A-963D-1618422FBBE2}" srcOrd="0" destOrd="0" presId="urn:microsoft.com/office/officeart/2016/7/layout/RepeatingBendingProcessNew"/>
    <dgm:cxn modelId="{55A1C6E9-B5E6-824C-95AF-047E02BEE8F9}" type="presOf" srcId="{FC230965-7B8A-4518-8DCF-E62EF1129E79}" destId="{B3CFAFE5-10B5-874C-B3E7-1099E5B92B3C}" srcOrd="0" destOrd="0" presId="urn:microsoft.com/office/officeart/2016/7/layout/RepeatingBendingProcessNew"/>
    <dgm:cxn modelId="{E87349EC-A6A2-9343-9043-6599B6A67FDD}" type="presOf" srcId="{87CC2B2B-D457-4A5E-876A-275A4689E44B}" destId="{A2073079-4324-9C4B-A8DA-90795DBC59B8}" srcOrd="0" destOrd="0" presId="urn:microsoft.com/office/officeart/2016/7/layout/RepeatingBendingProcessNew"/>
    <dgm:cxn modelId="{EED5E6F1-53AA-F343-93B6-882168B1B8D0}" type="presParOf" srcId="{D7893DC1-188A-CF41-A6DB-49902154F452}" destId="{A2073079-4324-9C4B-A8DA-90795DBC59B8}" srcOrd="0" destOrd="0" presId="urn:microsoft.com/office/officeart/2016/7/layout/RepeatingBendingProcessNew"/>
    <dgm:cxn modelId="{83F9BAC2-ED6E-484C-83A6-EE5DADE5E347}" type="presParOf" srcId="{D7893DC1-188A-CF41-A6DB-49902154F452}" destId="{66822E85-5B8E-3F48-A643-918F58C2C739}" srcOrd="1" destOrd="0" presId="urn:microsoft.com/office/officeart/2016/7/layout/RepeatingBendingProcessNew"/>
    <dgm:cxn modelId="{AA05ABE5-3AD1-FD45-9B74-6EF2A9DB37C9}" type="presParOf" srcId="{66822E85-5B8E-3F48-A643-918F58C2C739}" destId="{A109AC01-DB84-C94D-B08A-1BCB8EC08646}" srcOrd="0" destOrd="0" presId="urn:microsoft.com/office/officeart/2016/7/layout/RepeatingBendingProcessNew"/>
    <dgm:cxn modelId="{3696D06B-E463-9846-B76F-BABF70BC3010}" type="presParOf" srcId="{D7893DC1-188A-CF41-A6DB-49902154F452}" destId="{8414B0E2-E591-5A4B-BE7C-0B29E2E14A58}" srcOrd="2" destOrd="0" presId="urn:microsoft.com/office/officeart/2016/7/layout/RepeatingBendingProcessNew"/>
    <dgm:cxn modelId="{B3432F20-BB07-4A4E-8D79-A31AE42B906C}" type="presParOf" srcId="{D7893DC1-188A-CF41-A6DB-49902154F452}" destId="{E2C1AC08-D245-4B47-B610-D2B30A40137E}" srcOrd="3" destOrd="0" presId="urn:microsoft.com/office/officeart/2016/7/layout/RepeatingBendingProcessNew"/>
    <dgm:cxn modelId="{9B5348B4-8373-0446-B4A3-369B970BC27E}" type="presParOf" srcId="{E2C1AC08-D245-4B47-B610-D2B30A40137E}" destId="{DB1C88A2-950D-144C-A73A-F5587E4C33AE}" srcOrd="0" destOrd="0" presId="urn:microsoft.com/office/officeart/2016/7/layout/RepeatingBendingProcessNew"/>
    <dgm:cxn modelId="{C938108B-D394-4648-AA78-C66DBFDA99B1}" type="presParOf" srcId="{D7893DC1-188A-CF41-A6DB-49902154F452}" destId="{8162210B-5F2A-F54A-93AA-C7FF92BC02B3}" srcOrd="4" destOrd="0" presId="urn:microsoft.com/office/officeart/2016/7/layout/RepeatingBendingProcessNew"/>
    <dgm:cxn modelId="{030D3097-F036-EC40-B955-4DFEFEA71CA0}" type="presParOf" srcId="{D7893DC1-188A-CF41-A6DB-49902154F452}" destId="{D324836B-A995-8241-A924-FAB025234FF2}" srcOrd="5" destOrd="0" presId="urn:microsoft.com/office/officeart/2016/7/layout/RepeatingBendingProcessNew"/>
    <dgm:cxn modelId="{B43CAA07-19AA-724A-AFC7-0E1E4BDC35CF}" type="presParOf" srcId="{D324836B-A995-8241-A924-FAB025234FF2}" destId="{B2CF3A35-CAC9-CC48-931D-988009462A59}" srcOrd="0" destOrd="0" presId="urn:microsoft.com/office/officeart/2016/7/layout/RepeatingBendingProcessNew"/>
    <dgm:cxn modelId="{D81B83EB-EFCB-8242-96A6-032CAC6C288C}" type="presParOf" srcId="{D7893DC1-188A-CF41-A6DB-49902154F452}" destId="{B72AB721-EAFB-0F4A-963D-1618422FBBE2}" srcOrd="6" destOrd="0" presId="urn:microsoft.com/office/officeart/2016/7/layout/RepeatingBendingProcessNew"/>
    <dgm:cxn modelId="{74247B64-1EE8-A041-94A8-00A536A34AAE}" type="presParOf" srcId="{D7893DC1-188A-CF41-A6DB-49902154F452}" destId="{AAA977B7-5F40-EF4D-A5AE-DEB77AC4B2CD}" srcOrd="7" destOrd="0" presId="urn:microsoft.com/office/officeart/2016/7/layout/RepeatingBendingProcessNew"/>
    <dgm:cxn modelId="{6EF58AFC-ABE2-CD43-8339-7A278E877613}" type="presParOf" srcId="{AAA977B7-5F40-EF4D-A5AE-DEB77AC4B2CD}" destId="{FF3C7432-5553-5346-9224-33441A6AA293}" srcOrd="0" destOrd="0" presId="urn:microsoft.com/office/officeart/2016/7/layout/RepeatingBendingProcessNew"/>
    <dgm:cxn modelId="{B9C68523-3162-4048-9CE1-2D6A44D8388D}" type="presParOf" srcId="{D7893DC1-188A-CF41-A6DB-49902154F452}" destId="{F492268B-0FD9-9B44-8653-94F2C7B604D6}" srcOrd="8" destOrd="0" presId="urn:microsoft.com/office/officeart/2016/7/layout/RepeatingBendingProcessNew"/>
    <dgm:cxn modelId="{9B9783F9-FF63-054C-AF47-2D1904FFFA6F}" type="presParOf" srcId="{D7893DC1-188A-CF41-A6DB-49902154F452}" destId="{848F2CC5-4A88-C046-AED4-E7BEF0EA3E1F}" srcOrd="9" destOrd="0" presId="urn:microsoft.com/office/officeart/2016/7/layout/RepeatingBendingProcessNew"/>
    <dgm:cxn modelId="{9E77E15D-BCED-BD41-B758-53B495B64537}" type="presParOf" srcId="{848F2CC5-4A88-C046-AED4-E7BEF0EA3E1F}" destId="{2AD5E488-3579-5F45-A474-EEBF805235AC}" srcOrd="0" destOrd="0" presId="urn:microsoft.com/office/officeart/2016/7/layout/RepeatingBendingProcessNew"/>
    <dgm:cxn modelId="{D7C1C5AE-E60F-9E4B-A11E-772F8198F89B}" type="presParOf" srcId="{D7893DC1-188A-CF41-A6DB-49902154F452}" destId="{D68376F9-EAFF-0F4D-9DD5-EFC10BCB37E0}" srcOrd="10" destOrd="0" presId="urn:microsoft.com/office/officeart/2016/7/layout/RepeatingBendingProcessNew"/>
    <dgm:cxn modelId="{1FAB39F9-53B0-2D4A-8D89-B034DDAE2955}" type="presParOf" srcId="{D7893DC1-188A-CF41-A6DB-49902154F452}" destId="{115CF455-1A79-EC4C-BE27-36A949441160}" srcOrd="11" destOrd="0" presId="urn:microsoft.com/office/officeart/2016/7/layout/RepeatingBendingProcessNew"/>
    <dgm:cxn modelId="{11C49AAF-191C-B643-B2A1-724E217D689D}" type="presParOf" srcId="{115CF455-1A79-EC4C-BE27-36A949441160}" destId="{02C39F11-41B6-5F48-B220-4085BC09DC3B}" srcOrd="0" destOrd="0" presId="urn:microsoft.com/office/officeart/2016/7/layout/RepeatingBendingProcessNew"/>
    <dgm:cxn modelId="{005A6A76-81E1-6E47-A17C-8A316A46A440}" type="presParOf" srcId="{D7893DC1-188A-CF41-A6DB-49902154F452}" destId="{A9397C35-6F34-AA46-B922-B2C80745A92A}" srcOrd="12" destOrd="0" presId="urn:microsoft.com/office/officeart/2016/7/layout/RepeatingBendingProcessNew"/>
    <dgm:cxn modelId="{DEFAA0A7-BD9A-9E42-B110-510174078677}" type="presParOf" srcId="{D7893DC1-188A-CF41-A6DB-49902154F452}" destId="{B3937C7C-C9FA-004F-96DA-CA7726B11822}" srcOrd="13" destOrd="0" presId="urn:microsoft.com/office/officeart/2016/7/layout/RepeatingBendingProcessNew"/>
    <dgm:cxn modelId="{C3B088A6-DD30-DC4A-9B63-D1E33581B29E}" type="presParOf" srcId="{B3937C7C-C9FA-004F-96DA-CA7726B11822}" destId="{E4F78926-9748-004B-B63F-8E2431D862E0}" srcOrd="0" destOrd="0" presId="urn:microsoft.com/office/officeart/2016/7/layout/RepeatingBendingProcessNew"/>
    <dgm:cxn modelId="{B62A4B74-B9D9-DE46-B252-EDD6794C7FC4}" type="presParOf" srcId="{D7893DC1-188A-CF41-A6DB-49902154F452}" destId="{B3CFAFE5-10B5-874C-B3E7-1099E5B92B3C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2F7EB-C27C-4F27-BB76-99B3E99EB124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CF704-8E98-48A4-A244-8A2DFDB5AF78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1500A-BCB7-4A50-B867-FC54B7830E52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Modèle : Gestion des données et des règles métier.</a:t>
          </a:r>
          <a:endParaRPr lang="en-US" sz="1900" kern="1200"/>
        </a:p>
      </dsp:txBody>
      <dsp:txXfrm>
        <a:off x="1357965" y="2319"/>
        <a:ext cx="4887299" cy="1175727"/>
      </dsp:txXfrm>
    </dsp:sp>
    <dsp:sp modelId="{EED0563C-6DA8-4E9D-B303-A9EEE7C4692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34227-8BF2-49FD-AF3F-86D55B9F2B33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1AADD-8B93-4D60-85BC-37745656054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Vue : Présentation de l'interface utilisateur.</a:t>
          </a:r>
          <a:endParaRPr lang="en-US" sz="1900" kern="1200"/>
        </a:p>
      </dsp:txBody>
      <dsp:txXfrm>
        <a:off x="1357965" y="1471979"/>
        <a:ext cx="4887299" cy="1175727"/>
      </dsp:txXfrm>
    </dsp:sp>
    <dsp:sp modelId="{1368969B-88E6-4356-B90B-62972E18212E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4D316-D3FD-4949-869E-9622625EE8D3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52919-81EA-453B-8615-C06743304860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Contrôleur : Traitement des actions de l'utilisateur.</a:t>
          </a:r>
          <a:endParaRPr lang="en-US" sz="1900" kern="1200"/>
        </a:p>
      </dsp:txBody>
      <dsp:txXfrm>
        <a:off x="1357965" y="2941639"/>
        <a:ext cx="4887299" cy="1175727"/>
      </dsp:txXfrm>
    </dsp:sp>
    <dsp:sp modelId="{6D26BE97-3D41-4CDB-B631-15CE7E46AADE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A9D99-C51F-47C0-9392-BB14797F0AA7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EB66B-0387-4D08-9804-3832D66D4F87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La séparation des préoccupations est le secret d'une architecture logicielle modulaire et maintenable</a:t>
          </a:r>
          <a:endParaRPr lang="en-US" sz="1900" kern="1200"/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A6776-A95A-694A-9BFC-BD1DD3EEECC3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Modèle : Reçoit les données de la base de données.</a:t>
          </a:r>
          <a:endParaRPr lang="en-US" sz="2000" kern="1200"/>
        </a:p>
      </dsp:txBody>
      <dsp:txXfrm>
        <a:off x="28038" y="28038"/>
        <a:ext cx="7298593" cy="901218"/>
      </dsp:txXfrm>
    </dsp:sp>
    <dsp:sp modelId="{D503EC06-7209-9749-B07E-E8099972AAA9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Vue : Affiche les données à l'utilisateur.</a:t>
          </a:r>
          <a:endParaRPr lang="en-US" sz="2000" kern="1200"/>
        </a:p>
      </dsp:txBody>
      <dsp:txXfrm>
        <a:off x="732583" y="1159385"/>
        <a:ext cx="7029617" cy="901218"/>
      </dsp:txXfrm>
    </dsp:sp>
    <dsp:sp modelId="{873F89E8-96D2-CD43-8152-CD7F443D828E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Contrôleur : Gère les interactions utilisateur.</a:t>
          </a:r>
          <a:endParaRPr lang="en-US" sz="2000" kern="1200"/>
        </a:p>
      </dsp:txBody>
      <dsp:txXfrm>
        <a:off x="1426612" y="2290733"/>
        <a:ext cx="7040133" cy="901218"/>
      </dsp:txXfrm>
    </dsp:sp>
    <dsp:sp modelId="{AC517343-D60C-A144-AFFB-2EBA67F4CB84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Une gestion claire des composants logiques simplifie le développement, la maintenance et l'évolution d'une application</a:t>
          </a:r>
          <a:endParaRPr lang="en-US" sz="2000" kern="1200"/>
        </a:p>
      </dsp:txBody>
      <dsp:txXfrm>
        <a:off x="2131157" y="3422081"/>
        <a:ext cx="7029617" cy="901218"/>
      </dsp:txXfrm>
    </dsp:sp>
    <dsp:sp modelId="{65A4D52D-5682-0B45-9C24-09AF281B2D6B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A8132570-15BC-214C-94B1-D60021E47B7E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CA9BFFC3-97AA-F54E-AA55-F445408C2077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E78BC-EA20-2841-8569-1B65BED5810E}">
      <dsp:nvSpPr>
        <dsp:cNvPr id="0" name=""/>
        <dsp:cNvSpPr/>
      </dsp:nvSpPr>
      <dsp:spPr>
        <a:xfrm>
          <a:off x="819983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MVC pose les bases… mais fait émerger des besoins architecturaux récurrents :</a:t>
          </a:r>
          <a:endParaRPr lang="en-US" sz="2000" kern="1200"/>
        </a:p>
      </dsp:txBody>
      <dsp:txXfrm>
        <a:off x="819983" y="2124"/>
        <a:ext cx="2868885" cy="1721331"/>
      </dsp:txXfrm>
    </dsp:sp>
    <dsp:sp modelId="{753CDF0D-8021-9E44-8506-7D303778041B}">
      <dsp:nvSpPr>
        <dsp:cNvPr id="0" name=""/>
        <dsp:cNvSpPr/>
      </dsp:nvSpPr>
      <dsp:spPr>
        <a:xfrm>
          <a:off x="3975757" y="2124"/>
          <a:ext cx="2868885" cy="17213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 </a:t>
          </a:r>
          <a:r>
            <a:rPr lang="en-US" sz="2000" b="1" kern="1200"/>
            <a:t>modèle change</a:t>
          </a:r>
          <a:r>
            <a:rPr lang="en-US" sz="2000" kern="1200"/>
            <a:t>, la vue doit suivre → besoin d’un mécanisme de notification (</a:t>
          </a:r>
          <a:r>
            <a:rPr lang="en-US" sz="2000" b="1" kern="1200"/>
            <a:t>Observer</a:t>
          </a:r>
          <a:r>
            <a:rPr lang="en-US" sz="2000" kern="1200"/>
            <a:t>)</a:t>
          </a:r>
        </a:p>
      </dsp:txBody>
      <dsp:txXfrm>
        <a:off x="3975757" y="2124"/>
        <a:ext cx="2868885" cy="1721331"/>
      </dsp:txXfrm>
    </dsp:sp>
    <dsp:sp modelId="{49A028A5-E6AB-AF42-90A4-0924D3B8B909}">
      <dsp:nvSpPr>
        <dsp:cNvPr id="0" name=""/>
        <dsp:cNvSpPr/>
      </dsp:nvSpPr>
      <dsp:spPr>
        <a:xfrm>
          <a:off x="7131531" y="2124"/>
          <a:ext cx="2868885" cy="17213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 </a:t>
          </a:r>
          <a:r>
            <a:rPr lang="en-US" sz="2000" b="1" kern="1200"/>
            <a:t>contrôleur applique différentes règles de jeu</a:t>
          </a:r>
          <a:r>
            <a:rPr lang="en-US" sz="2000" kern="1200"/>
            <a:t> → besoin d’algorithmes interchangeables (</a:t>
          </a:r>
          <a:r>
            <a:rPr lang="en-US" sz="2000" b="1" kern="1200"/>
            <a:t>Strategy</a:t>
          </a:r>
          <a:r>
            <a:rPr lang="en-US" sz="2000" kern="1200"/>
            <a:t>)</a:t>
          </a:r>
        </a:p>
      </dsp:txBody>
      <dsp:txXfrm>
        <a:off x="7131531" y="2124"/>
        <a:ext cx="2868885" cy="1721331"/>
      </dsp:txXfrm>
    </dsp:sp>
    <dsp:sp modelId="{A240B0B5-3CB0-5747-B336-5F998F58433B}">
      <dsp:nvSpPr>
        <dsp:cNvPr id="0" name=""/>
        <dsp:cNvSpPr/>
      </dsp:nvSpPr>
      <dsp:spPr>
        <a:xfrm>
          <a:off x="2397870" y="2010343"/>
          <a:ext cx="2868885" cy="17213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Plusieurs </a:t>
          </a:r>
          <a:r>
            <a:rPr lang="en-US" sz="2000" b="1" kern="1200"/>
            <a:t>vues doivent être pilotées simultanément</a:t>
          </a:r>
          <a:r>
            <a:rPr lang="en-US" sz="2000" kern="1200"/>
            <a:t> → besoin d’un regroupement uniforme (</a:t>
          </a:r>
          <a:r>
            <a:rPr lang="en-US" sz="2000" b="1" kern="1200"/>
            <a:t>Composite</a:t>
          </a:r>
          <a:r>
            <a:rPr lang="en-US" sz="2000" kern="1200"/>
            <a:t>)</a:t>
          </a:r>
        </a:p>
      </dsp:txBody>
      <dsp:txXfrm>
        <a:off x="2397870" y="2010343"/>
        <a:ext cx="2868885" cy="1721331"/>
      </dsp:txXfrm>
    </dsp:sp>
    <dsp:sp modelId="{806B2AF4-E988-D94E-9278-638BD04A5CE8}">
      <dsp:nvSpPr>
        <dsp:cNvPr id="0" name=""/>
        <dsp:cNvSpPr/>
      </dsp:nvSpPr>
      <dsp:spPr>
        <a:xfrm>
          <a:off x="5553644" y="2010343"/>
          <a:ext cx="2868885" cy="172133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 </a:t>
          </a:r>
          <a:r>
            <a:rPr lang="en-US" sz="2000" b="1" kern="1200"/>
            <a:t>construction du deck</a:t>
          </a:r>
          <a:r>
            <a:rPr lang="en-US" sz="2000" kern="1200"/>
            <a:t> doit être flexible (52, 32, tests…) → besoin de déléguer la création (</a:t>
          </a:r>
          <a:r>
            <a:rPr lang="en-US" sz="2000" b="1" kern="1200"/>
            <a:t>Factory Method</a:t>
          </a:r>
          <a:r>
            <a:rPr lang="en-US" sz="2000" kern="1200"/>
            <a:t>)</a:t>
          </a:r>
        </a:p>
      </dsp:txBody>
      <dsp:txXfrm>
        <a:off x="5553644" y="2010343"/>
        <a:ext cx="2868885" cy="17213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5A1D9-75EE-BC42-9615-3D851326713A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D4C5D-1CC9-814A-8217-1DF5F27906B3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MVC met naturellement en évidence des points d’extension.</a:t>
          </a:r>
          <a:endParaRPr lang="en-US" sz="2300" kern="1200"/>
        </a:p>
      </dsp:txBody>
      <dsp:txXfrm>
        <a:off x="394737" y="1117886"/>
        <a:ext cx="2930037" cy="1819255"/>
      </dsp:txXfrm>
    </dsp:sp>
    <dsp:sp modelId="{4A49B825-9F98-5542-80B4-8E2D3165CC3F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FEED8-FE40-6443-A8D5-E7636C061495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Les Design Patterns sont les solutions standard à ces problèmes.</a:t>
          </a:r>
          <a:endParaRPr lang="en-US" sz="2300" kern="1200"/>
        </a:p>
      </dsp:txBody>
      <dsp:txXfrm>
        <a:off x="4114250" y="1117886"/>
        <a:ext cx="2930037" cy="1819255"/>
      </dsp:txXfrm>
    </dsp:sp>
    <dsp:sp modelId="{E4FA2A7F-6F3D-854F-90D2-13F664DA6693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A1BD5-DDD4-994B-8038-2DF47997F119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Nous allons les parcourir dans le CM1, en suivant exactement les besoins du TD jeu de cartes.</a:t>
          </a:r>
          <a:endParaRPr lang="en-US" sz="2300" kern="1200"/>
        </a:p>
      </dsp:txBody>
      <dsp:txXfrm>
        <a:off x="7833762" y="1117886"/>
        <a:ext cx="2930037" cy="18192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86204-5B0C-4B2B-AFA8-5DF16D30C1FA}">
      <dsp:nvSpPr>
        <dsp:cNvPr id="0" name=""/>
        <dsp:cNvSpPr/>
      </dsp:nvSpPr>
      <dsp:spPr>
        <a:xfrm>
          <a:off x="0" y="531"/>
          <a:ext cx="5393361" cy="12429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753E09-DFF5-4005-A069-041DBC820CC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F5EB7-AA17-4AFB-99BB-8CDE4AB42EB2}">
      <dsp:nvSpPr>
        <dsp:cNvPr id="0" name=""/>
        <dsp:cNvSpPr/>
      </dsp:nvSpPr>
      <dsp:spPr>
        <a:xfrm>
          <a:off x="1435590" y="531"/>
          <a:ext cx="242701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Création (Creation) :</a:t>
          </a:r>
          <a:endParaRPr lang="en-US" sz="2200" kern="1200"/>
        </a:p>
      </dsp:txBody>
      <dsp:txXfrm>
        <a:off x="1435590" y="531"/>
        <a:ext cx="2427012" cy="1242935"/>
      </dsp:txXfrm>
    </dsp:sp>
    <dsp:sp modelId="{0B480CFB-4A63-42BF-A5D4-073B01696FB2}">
      <dsp:nvSpPr>
        <dsp:cNvPr id="0" name=""/>
        <dsp:cNvSpPr/>
      </dsp:nvSpPr>
      <dsp:spPr>
        <a:xfrm>
          <a:off x="3862603" y="531"/>
          <a:ext cx="1530757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Concernés par la création d’objets.</a:t>
          </a:r>
          <a:endParaRPr lang="en-US" sz="1400" kern="1200"/>
        </a:p>
      </dsp:txBody>
      <dsp:txXfrm>
        <a:off x="3862603" y="531"/>
        <a:ext cx="1530757" cy="1242935"/>
      </dsp:txXfrm>
    </dsp:sp>
    <dsp:sp modelId="{6C5F366D-0BCD-4DAE-9F8B-9361091A1771}">
      <dsp:nvSpPr>
        <dsp:cNvPr id="0" name=""/>
        <dsp:cNvSpPr/>
      </dsp:nvSpPr>
      <dsp:spPr>
        <a:xfrm>
          <a:off x="0" y="1554201"/>
          <a:ext cx="5393361" cy="12429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B0196-4C37-4F6E-8267-91B0AE5F89E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A17CB-3176-4F25-B769-B44D9554E190}">
      <dsp:nvSpPr>
        <dsp:cNvPr id="0" name=""/>
        <dsp:cNvSpPr/>
      </dsp:nvSpPr>
      <dsp:spPr>
        <a:xfrm>
          <a:off x="1435590" y="1554201"/>
          <a:ext cx="242701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Structurelle (Structural) :</a:t>
          </a:r>
          <a:endParaRPr lang="en-US" sz="2200" kern="1200"/>
        </a:p>
      </dsp:txBody>
      <dsp:txXfrm>
        <a:off x="1435590" y="1554201"/>
        <a:ext cx="2427012" cy="1242935"/>
      </dsp:txXfrm>
    </dsp:sp>
    <dsp:sp modelId="{9A4BC999-EC78-4292-AC7E-DE442030FDE4}">
      <dsp:nvSpPr>
        <dsp:cNvPr id="0" name=""/>
        <dsp:cNvSpPr/>
      </dsp:nvSpPr>
      <dsp:spPr>
        <a:xfrm>
          <a:off x="3862603" y="1554201"/>
          <a:ext cx="1530757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Organisent les classes ou les objets pour une utilisation facile.</a:t>
          </a:r>
          <a:endParaRPr lang="en-US" sz="1400" kern="1200"/>
        </a:p>
      </dsp:txBody>
      <dsp:txXfrm>
        <a:off x="3862603" y="1554201"/>
        <a:ext cx="1530757" cy="1242935"/>
      </dsp:txXfrm>
    </dsp:sp>
    <dsp:sp modelId="{69A35BF0-B96C-44D5-9B6B-D31D1047CA39}">
      <dsp:nvSpPr>
        <dsp:cNvPr id="0" name=""/>
        <dsp:cNvSpPr/>
      </dsp:nvSpPr>
      <dsp:spPr>
        <a:xfrm>
          <a:off x="0" y="3107870"/>
          <a:ext cx="5393361" cy="12429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A425D-4F7A-4766-AAF0-54957027CFB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2385A-0D27-45D9-80C8-B91172644E11}">
      <dsp:nvSpPr>
        <dsp:cNvPr id="0" name=""/>
        <dsp:cNvSpPr/>
      </dsp:nvSpPr>
      <dsp:spPr>
        <a:xfrm>
          <a:off x="1435590" y="3107870"/>
          <a:ext cx="242701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Comportementale (Behavioral) :</a:t>
          </a:r>
          <a:endParaRPr lang="en-US" sz="2200" kern="1200"/>
        </a:p>
      </dsp:txBody>
      <dsp:txXfrm>
        <a:off x="1435590" y="3107870"/>
        <a:ext cx="2427012" cy="1242935"/>
      </dsp:txXfrm>
    </dsp:sp>
    <dsp:sp modelId="{45E5D283-A368-453E-B213-7D28740F065F}">
      <dsp:nvSpPr>
        <dsp:cNvPr id="0" name=""/>
        <dsp:cNvSpPr/>
      </dsp:nvSpPr>
      <dsp:spPr>
        <a:xfrm>
          <a:off x="3862603" y="3107870"/>
          <a:ext cx="1530757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Gèrent les interactions entre les objets.</a:t>
          </a:r>
          <a:endParaRPr lang="en-US" sz="1400" kern="1200"/>
        </a:p>
      </dsp:txBody>
      <dsp:txXfrm>
        <a:off x="3862603" y="3107870"/>
        <a:ext cx="1530757" cy="12429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262EC-3ED3-4CD2-83A9-665D2DCF7103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1E156-B218-445A-8D5C-578C41B23718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440ED-4563-45C2-AB18-61DE0350B02F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Problème :</a:t>
          </a:r>
          <a:r>
            <a:rPr lang="en-GB" sz="2300" kern="1200"/>
            <a:t> Comment créer des objets sans spécifier la classe exacte à instancier?</a:t>
          </a:r>
          <a:endParaRPr lang="en-US" sz="2300" kern="1200"/>
        </a:p>
      </dsp:txBody>
      <dsp:txXfrm>
        <a:off x="1437631" y="531"/>
        <a:ext cx="9077968" cy="1244702"/>
      </dsp:txXfrm>
    </dsp:sp>
    <dsp:sp modelId="{0837F4D7-EAB1-4CD3-860D-67748B96102D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A4302-918E-4DC8-B30C-AE2D19C89CAA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79E3D-6C1B-4E9C-983D-F6352312CFF4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Solution :</a:t>
          </a:r>
          <a:r>
            <a:rPr lang="en-GB" sz="2300" kern="1200"/>
            <a:t> Laisser d'autres objets créer des objets pour vous. Utiliser une interface commune pour créer des objets sans spécifier leur classe concrète.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FEB638D4-03BE-4AFB-B76B-69C5B4AAC12E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AF015-C9AC-471F-AF0A-69E30ED038A1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246A0-477D-4AC7-A64A-E7A1542654C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Exemple :</a:t>
          </a:r>
          <a:r>
            <a:rPr lang="en-GB" sz="2300" kern="1200"/>
            <a:t> Une classe DeckFactory qui crée différents types de decks (32, 52 cartes) en fonction du paramètre.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66D02-CCEC-4E73-B2A3-3B998682853F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14428-38CA-4E77-8566-913E73D44F50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D528A-974B-4EA6-9E87-470FE676F404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Problème :</a:t>
          </a:r>
          <a:r>
            <a:rPr lang="en-GB" sz="2500" kern="1200"/>
            <a:t> Comment créer un nouvel objet en clonant un objet existant?</a:t>
          </a:r>
          <a:endParaRPr lang="en-US" sz="2500" kern="1200"/>
        </a:p>
      </dsp:txBody>
      <dsp:txXfrm>
        <a:off x="1437631" y="531"/>
        <a:ext cx="9077968" cy="1244702"/>
      </dsp:txXfrm>
    </dsp:sp>
    <dsp:sp modelId="{5538176F-D6DA-4F9D-9E34-6FC85BB0EE0A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33C0B-30B7-4E90-B9C3-63437EAD494E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A4380-6541-4D79-A158-5E2CFEED7016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Solution :</a:t>
          </a:r>
          <a:r>
            <a:rPr lang="en-GB" sz="2500" kern="1200"/>
            <a:t> Préconfigurer un objet comme souhaité, puis créer un clone de lui-même lorsque nécessaire.</a:t>
          </a:r>
          <a:endParaRPr lang="en-US" sz="2500" kern="1200"/>
        </a:p>
      </dsp:txBody>
      <dsp:txXfrm>
        <a:off x="1437631" y="1556410"/>
        <a:ext cx="9077968" cy="1244702"/>
      </dsp:txXfrm>
    </dsp:sp>
    <dsp:sp modelId="{9EA56E32-A84F-4999-A9B1-03E46005DAFB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6740A-1EE5-403C-B102-597134A5684E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21C7F-1299-4BC2-B3B1-86D9AF7E4344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Exemple :</a:t>
          </a:r>
          <a:r>
            <a:rPr lang="en-GB" sz="2500" kern="1200"/>
            <a:t> En Java, utiliser la méthode clone() pour créer une copie exacte d'un objet existant.</a:t>
          </a:r>
          <a:endParaRPr lang="en-US" sz="2500" kern="1200"/>
        </a:p>
      </dsp:txBody>
      <dsp:txXfrm>
        <a:off x="1437631" y="3112289"/>
        <a:ext cx="9077968" cy="12447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F4ED3-5CD6-8B48-B82F-15DEB4621C2E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Obtenir une nouvelle instance avec le même état</a:t>
          </a:r>
        </a:p>
      </dsp:txBody>
      <dsp:txXfrm>
        <a:off x="961120" y="2079"/>
        <a:ext cx="2094322" cy="1256593"/>
      </dsp:txXfrm>
    </dsp:sp>
    <dsp:sp modelId="{BCFC2B43-1B95-7644-BB85-86BF5B341DFB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Modifier la copie sans affecter l’original</a:t>
          </a:r>
        </a:p>
      </dsp:txBody>
      <dsp:txXfrm>
        <a:off x="3264875" y="2079"/>
        <a:ext cx="2094322" cy="1256593"/>
      </dsp:txXfrm>
    </dsp:sp>
    <dsp:sp modelId="{FF943E24-689B-CB43-91FB-A4D396EFC06D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Préserver un état initial pour y revenir plus tard</a:t>
          </a:r>
        </a:p>
      </dsp:txBody>
      <dsp:txXfrm>
        <a:off x="5568630" y="2079"/>
        <a:ext cx="2094322" cy="1256593"/>
      </dsp:txXfrm>
    </dsp:sp>
    <dsp:sp modelId="{383E952A-357F-4448-B5EF-AA48F7BDA656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Créer rapidement un objet préconfiguré</a:t>
          </a:r>
        </a:p>
      </dsp:txBody>
      <dsp:txXfrm>
        <a:off x="7872385" y="2079"/>
        <a:ext cx="2094322" cy="1256593"/>
      </dsp:txXfrm>
    </dsp:sp>
    <dsp:sp modelId="{A99DCDF9-0BA7-9549-BD33-BA669C76C658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Dupliquer un état pour :</a:t>
          </a:r>
        </a:p>
      </dsp:txBody>
      <dsp:txXfrm>
        <a:off x="961120" y="1468105"/>
        <a:ext cx="2094322" cy="1256593"/>
      </dsp:txXfrm>
    </dsp:sp>
    <dsp:sp modelId="{8CEBC6EC-5320-1145-B8F1-262D0666E6DE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tester une variante</a:t>
          </a:r>
        </a:p>
      </dsp:txBody>
      <dsp:txXfrm>
        <a:off x="3264875" y="1468105"/>
        <a:ext cx="2094322" cy="1256593"/>
      </dsp:txXfrm>
    </dsp:sp>
    <dsp:sp modelId="{673EAB46-58BA-0244-9878-8A30F22E1DCA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simuler un scénario</a:t>
          </a:r>
        </a:p>
      </dsp:txBody>
      <dsp:txXfrm>
        <a:off x="5568630" y="1468105"/>
        <a:ext cx="2094322" cy="1256593"/>
      </dsp:txXfrm>
    </dsp:sp>
    <dsp:sp modelId="{0ACF829C-78C5-F445-B761-E2AA3A1598C3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sauvegarder / restaurer</a:t>
          </a:r>
        </a:p>
      </dsp:txBody>
      <dsp:txXfrm>
        <a:off x="7872385" y="1468105"/>
        <a:ext cx="2094322" cy="1256593"/>
      </dsp:txXfrm>
    </dsp:sp>
    <dsp:sp modelId="{184871AC-CB9F-2E47-B1D4-BF58B2DE9202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Éviter de répéter un code d’initialisation complexe</a:t>
          </a:r>
        </a:p>
      </dsp:txBody>
      <dsp:txXfrm>
        <a:off x="3264875" y="2934131"/>
        <a:ext cx="2094322" cy="1256593"/>
      </dsp:txXfrm>
    </dsp:sp>
    <dsp:sp modelId="{B7C486C7-FD00-3743-8DB9-E17405F9BD5B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Reproduire facilement des objets ayant une même structure de base</a:t>
          </a:r>
        </a:p>
      </dsp:txBody>
      <dsp:txXfrm>
        <a:off x="5568630" y="2934131"/>
        <a:ext cx="2094322" cy="12565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66D02-CCEC-4E73-B2A3-3B998682853F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14428-38CA-4E77-8566-913E73D44F50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D528A-974B-4EA6-9E87-470FE676F404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 err="1"/>
            <a:t>Problème</a:t>
          </a:r>
          <a:r>
            <a:rPr lang="en-GB" sz="2400" b="1" kern="1200" dirty="0"/>
            <a:t> :</a:t>
          </a:r>
          <a:r>
            <a:rPr lang="en-GB" sz="2400" kern="1200" dirty="0"/>
            <a:t> Comment </a:t>
          </a:r>
          <a:r>
            <a:rPr lang="en-GB" sz="2400" kern="1200" dirty="0" err="1"/>
            <a:t>construire</a:t>
          </a:r>
          <a:r>
            <a:rPr lang="en-GB" sz="2400" kern="1200" dirty="0"/>
            <a:t> un </a:t>
          </a:r>
          <a:r>
            <a:rPr lang="en-GB" sz="2400" kern="1200" dirty="0" err="1"/>
            <a:t>objet</a:t>
          </a:r>
          <a:r>
            <a:rPr lang="en-GB" sz="2400" kern="1200" dirty="0"/>
            <a:t> </a:t>
          </a:r>
          <a:r>
            <a:rPr lang="en-GB" sz="2400" kern="1200" dirty="0" err="1"/>
            <a:t>à</a:t>
          </a:r>
          <a:r>
            <a:rPr lang="en-GB" sz="2400" kern="1200" dirty="0"/>
            <a:t> </a:t>
          </a:r>
          <a:r>
            <a:rPr lang="en-GB" sz="2400" kern="1200" dirty="0" err="1"/>
            <a:t>partir</a:t>
          </a:r>
          <a:r>
            <a:rPr lang="en-GB" sz="2400" kern="1200" dirty="0"/>
            <a:t> de </a:t>
          </a:r>
          <a:r>
            <a:rPr lang="en-GB" sz="2400" kern="1200" dirty="0" err="1"/>
            <a:t>pièces</a:t>
          </a:r>
          <a:r>
            <a:rPr lang="en-GB" sz="2400" kern="1200" dirty="0"/>
            <a:t> </a:t>
          </a:r>
          <a:r>
            <a:rPr lang="en-GB" sz="2400" kern="1200" dirty="0" err="1"/>
            <a:t>constitutives</a:t>
          </a:r>
          <a:r>
            <a:rPr lang="en-GB" sz="2400" kern="1200" dirty="0"/>
            <a:t> tout </a:t>
          </a:r>
          <a:r>
            <a:rPr lang="en-GB" sz="2400" kern="1200" dirty="0" err="1"/>
            <a:t>en</a:t>
          </a:r>
          <a:r>
            <a:rPr lang="en-GB" sz="2400" kern="1200" dirty="0"/>
            <a:t> </a:t>
          </a:r>
          <a:r>
            <a:rPr lang="en-GB" sz="2400" kern="1200" dirty="0" err="1"/>
            <a:t>permettant</a:t>
          </a:r>
          <a:r>
            <a:rPr lang="en-GB" sz="2400" kern="1200" dirty="0"/>
            <a:t> la </a:t>
          </a:r>
          <a:r>
            <a:rPr lang="en-GB" sz="2400" kern="1200" dirty="0" err="1"/>
            <a:t>flexibilité</a:t>
          </a:r>
          <a:r>
            <a:rPr lang="en-GB" sz="2400" kern="1200" dirty="0"/>
            <a:t> dans les </a:t>
          </a:r>
          <a:r>
            <a:rPr lang="en-GB" sz="2400" kern="1200" dirty="0" err="1"/>
            <a:t>pièces</a:t>
          </a:r>
          <a:r>
            <a:rPr lang="en-GB" sz="2400" kern="1200" dirty="0"/>
            <a:t> </a:t>
          </a:r>
          <a:r>
            <a:rPr lang="en-GB" sz="2400" kern="1200" dirty="0" err="1"/>
            <a:t>utilisées</a:t>
          </a:r>
          <a:r>
            <a:rPr lang="en-GB" sz="2400" kern="1200" dirty="0"/>
            <a:t>?</a:t>
          </a:r>
          <a:endParaRPr lang="en-US" sz="2400" kern="1200" dirty="0"/>
        </a:p>
      </dsp:txBody>
      <dsp:txXfrm>
        <a:off x="1437631" y="531"/>
        <a:ext cx="9077968" cy="1244702"/>
      </dsp:txXfrm>
    </dsp:sp>
    <dsp:sp modelId="{5538176F-D6DA-4F9D-9E34-6FC85BB0EE0A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33C0B-30B7-4E90-B9C3-63437EAD494E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A4380-6541-4D79-A158-5E2CFEED7016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Solution :</a:t>
          </a:r>
          <a:r>
            <a:rPr lang="en-GB" sz="2400" kern="1200" dirty="0"/>
            <a:t> </a:t>
          </a:r>
          <a:r>
            <a:rPr lang="en-GB" sz="2400" kern="1200" dirty="0" err="1"/>
            <a:t>Suivre</a:t>
          </a:r>
          <a:r>
            <a:rPr lang="en-GB" sz="2400" kern="1200" dirty="0"/>
            <a:t> un </a:t>
          </a:r>
          <a:r>
            <a:rPr lang="en-GB" sz="2400" kern="1200" dirty="0" err="1"/>
            <a:t>algorithme</a:t>
          </a:r>
          <a:r>
            <a:rPr lang="en-GB" sz="2400" kern="1200" dirty="0"/>
            <a:t> pour </a:t>
          </a:r>
          <a:r>
            <a:rPr lang="en-GB" sz="2400" kern="1200" dirty="0" err="1"/>
            <a:t>déterminer</a:t>
          </a:r>
          <a:r>
            <a:rPr lang="en-GB" sz="2400" kern="1200" dirty="0"/>
            <a:t> </a:t>
          </a:r>
          <a:r>
            <a:rPr lang="en-GB" sz="2400" kern="1200" dirty="0" err="1"/>
            <a:t>quelles</a:t>
          </a:r>
          <a:r>
            <a:rPr lang="en-GB" sz="2400" kern="1200" dirty="0"/>
            <a:t> </a:t>
          </a:r>
          <a:r>
            <a:rPr lang="en-GB" sz="2400" kern="1200" dirty="0" err="1"/>
            <a:t>pièces</a:t>
          </a:r>
          <a:r>
            <a:rPr lang="en-GB" sz="2400" kern="1200" dirty="0"/>
            <a:t> </a:t>
          </a:r>
          <a:r>
            <a:rPr lang="en-GB" sz="2400" kern="1200" dirty="0" err="1"/>
            <a:t>construire</a:t>
          </a:r>
          <a:r>
            <a:rPr lang="en-GB" sz="2400" kern="1200" dirty="0"/>
            <a:t>. Les </a:t>
          </a:r>
          <a:r>
            <a:rPr lang="en-GB" sz="2400" kern="1200" dirty="0" err="1"/>
            <a:t>pièces</a:t>
          </a:r>
          <a:r>
            <a:rPr lang="en-GB" sz="2400" kern="1200" dirty="0"/>
            <a:t> </a:t>
          </a:r>
          <a:r>
            <a:rPr lang="en-GB" sz="2400" kern="1200" dirty="0" err="1"/>
            <a:t>peuvent</a:t>
          </a:r>
          <a:r>
            <a:rPr lang="en-GB" sz="2400" kern="1200" dirty="0"/>
            <a:t> varier.</a:t>
          </a:r>
          <a:endParaRPr lang="en-US" sz="2400" kern="1200" dirty="0"/>
        </a:p>
      </dsp:txBody>
      <dsp:txXfrm>
        <a:off x="1437631" y="1556410"/>
        <a:ext cx="9077968" cy="1244702"/>
      </dsp:txXfrm>
    </dsp:sp>
    <dsp:sp modelId="{9EA56E32-A84F-4999-A9B1-03E46005DAFB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6740A-1EE5-403C-B102-597134A5684E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21C7F-1299-4BC2-B3B1-86D9AF7E4344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 err="1"/>
            <a:t>Exemple</a:t>
          </a:r>
          <a:r>
            <a:rPr lang="en-GB" sz="2400" b="1" kern="1200" dirty="0"/>
            <a:t> :</a:t>
          </a:r>
          <a:r>
            <a:rPr lang="en-GB" sz="2400" kern="1200" dirty="0"/>
            <a:t> Dans un jeu de </a:t>
          </a:r>
          <a:r>
            <a:rPr lang="en-GB" sz="2400" kern="1200" dirty="0" err="1"/>
            <a:t>cartes</a:t>
          </a:r>
          <a:r>
            <a:rPr lang="en-GB" sz="2400" kern="1200" dirty="0"/>
            <a:t>, </a:t>
          </a:r>
          <a:r>
            <a:rPr lang="en-GB" sz="2400" kern="1200" dirty="0" err="1"/>
            <a:t>choisir</a:t>
          </a:r>
          <a:r>
            <a:rPr lang="en-GB" sz="2400" kern="1200" dirty="0"/>
            <a:t> la taille du deck et les options </a:t>
          </a:r>
          <a:r>
            <a:rPr lang="en-GB" sz="2400" kern="1200" dirty="0" err="1"/>
            <a:t>gagnantes</a:t>
          </a:r>
          <a:r>
            <a:rPr lang="en-GB" sz="2400" kern="1200" dirty="0"/>
            <a:t> de </a:t>
          </a:r>
          <a:r>
            <a:rPr lang="en-GB" sz="2400" kern="1200" dirty="0" err="1"/>
            <a:t>cartes</a:t>
          </a:r>
          <a:r>
            <a:rPr lang="en-GB" sz="2400" kern="1200" dirty="0"/>
            <a:t> haut/bas.</a:t>
          </a:r>
          <a:endParaRPr lang="en-US" sz="2400" kern="1200" dirty="0"/>
        </a:p>
      </dsp:txBody>
      <dsp:txXfrm>
        <a:off x="1437631" y="3112289"/>
        <a:ext cx="9077968" cy="1244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C0705-9812-1246-B4AB-FF4F257F3262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Certains comportements d’un programme peuvent varier selon le contexte.</a:t>
          </a:r>
        </a:p>
      </dsp:txBody>
      <dsp:txXfrm>
        <a:off x="3201" y="445489"/>
        <a:ext cx="2539866" cy="1523919"/>
      </dsp:txXfrm>
    </dsp:sp>
    <dsp:sp modelId="{CFB39BDB-A7F1-5F40-B600-2ACD2870B8C2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Il est utile de pouvoir </a:t>
          </a:r>
          <a:r>
            <a:rPr lang="en-US" sz="1900" b="1" kern="1200"/>
            <a:t>changer un algorithme</a:t>
          </a:r>
          <a:r>
            <a:rPr lang="en-US" sz="1900" kern="1200"/>
            <a:t> sans modifier le code qui l’utilise.</a:t>
          </a:r>
        </a:p>
      </dsp:txBody>
      <dsp:txXfrm>
        <a:off x="2797054" y="445489"/>
        <a:ext cx="2539866" cy="1523919"/>
      </dsp:txXfrm>
    </dsp:sp>
    <dsp:sp modelId="{AB896574-6608-A94B-95A4-A0CF113CDF20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 pattern Strategy propose de :</a:t>
          </a:r>
        </a:p>
      </dsp:txBody>
      <dsp:txXfrm>
        <a:off x="5590907" y="445489"/>
        <a:ext cx="2539866" cy="1523919"/>
      </dsp:txXfrm>
    </dsp:sp>
    <dsp:sp modelId="{FBB407C6-2E3E-654F-97F9-DFE0AC01F8E8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définir un </a:t>
          </a:r>
          <a:r>
            <a:rPr lang="en-US" sz="1900" b="1" kern="1200"/>
            <a:t>algorithme</a:t>
          </a:r>
          <a:r>
            <a:rPr lang="en-US" sz="1900" kern="1200"/>
            <a:t> dans une </a:t>
          </a:r>
          <a:r>
            <a:rPr lang="en-US" sz="1900" b="1" kern="1200"/>
            <a:t>interface</a:t>
          </a:r>
          <a:r>
            <a:rPr lang="en-US" sz="1900" kern="1200"/>
            <a:t>,</a:t>
          </a:r>
        </a:p>
      </dsp:txBody>
      <dsp:txXfrm>
        <a:off x="8384760" y="445489"/>
        <a:ext cx="2539866" cy="1523919"/>
      </dsp:txXfrm>
    </dsp:sp>
    <dsp:sp modelId="{B3CCCB20-7533-8F42-AA92-7894F81AC260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fournir </a:t>
          </a:r>
          <a:r>
            <a:rPr lang="en-US" sz="1900" b="1" kern="1200"/>
            <a:t>plusieurs implémentations</a:t>
          </a:r>
          <a:r>
            <a:rPr lang="en-US" sz="1900" kern="1200"/>
            <a:t> possibles,</a:t>
          </a:r>
        </a:p>
      </dsp:txBody>
      <dsp:txXfrm>
        <a:off x="3201" y="2223395"/>
        <a:ext cx="2539866" cy="1523919"/>
      </dsp:txXfrm>
    </dsp:sp>
    <dsp:sp modelId="{2674FAEA-CF10-5349-91A8-4143B6E93F27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laisser le code client </a:t>
          </a:r>
          <a:r>
            <a:rPr lang="en-US" sz="1900" b="1" kern="1200"/>
            <a:t>choisir</a:t>
          </a:r>
          <a:r>
            <a:rPr lang="en-US" sz="1900" kern="1200"/>
            <a:t> laquelle utiliser.</a:t>
          </a:r>
        </a:p>
      </dsp:txBody>
      <dsp:txXfrm>
        <a:off x="2797054" y="2223395"/>
        <a:ext cx="2539866" cy="1523919"/>
      </dsp:txXfrm>
    </dsp:sp>
    <dsp:sp modelId="{B9FBB612-D0F8-0744-A02B-B16AC0E03EDC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 résumé :</a:t>
          </a:r>
        </a:p>
      </dsp:txBody>
      <dsp:txXfrm>
        <a:off x="5590907" y="2223395"/>
        <a:ext cx="2539866" cy="1523919"/>
      </dsp:txXfrm>
    </dsp:sp>
    <dsp:sp modelId="{3FFDDB09-5B26-A842-B85E-5672BD4C679D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Strategy permet d’interchanger des algorithmes de manière flexible, sans modifier le reste du programme</a:t>
          </a:r>
          <a:endParaRPr lang="en-US" sz="1900" kern="1200"/>
        </a:p>
      </dsp:txBody>
      <dsp:txXfrm>
        <a:off x="8384760" y="2223395"/>
        <a:ext cx="2539866" cy="15239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22E85-5B8E-3F48-A643-918F58C2C739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A2073079-4324-9C4B-A8DA-90795DBC59B8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Certains objets changent de comportement </a:t>
          </a:r>
          <a:r>
            <a:rPr lang="en-US" sz="1500" b="1" kern="1200"/>
            <a:t>en fonction de leur état interne</a:t>
          </a:r>
          <a:r>
            <a:rPr lang="en-US" sz="1500" kern="1200"/>
            <a:t>.</a:t>
          </a:r>
        </a:p>
      </dsp:txBody>
      <dsp:txXfrm>
        <a:off x="2092" y="573182"/>
        <a:ext cx="2241239" cy="1344743"/>
      </dsp:txXfrm>
    </dsp:sp>
    <dsp:sp modelId="{E2C1AC08-D245-4B47-B610-D2B30A40137E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8414B0E2-E591-5A4B-BE7C-0B29E2E14A58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Sans pattern, on finit souvent avec de grandes structures if / switch difficiles à maintenir.</a:t>
          </a:r>
        </a:p>
      </dsp:txBody>
      <dsp:txXfrm>
        <a:off x="2758817" y="573182"/>
        <a:ext cx="2241239" cy="1344743"/>
      </dsp:txXfrm>
    </dsp:sp>
    <dsp:sp modelId="{D324836B-A995-8241-A924-FAB025234FF2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8162210B-5F2A-F54A-93AA-C7FF92BC02B3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 pattern State propose de :</a:t>
          </a:r>
        </a:p>
      </dsp:txBody>
      <dsp:txXfrm>
        <a:off x="5515542" y="573182"/>
        <a:ext cx="2241239" cy="1344743"/>
      </dsp:txXfrm>
    </dsp:sp>
    <dsp:sp modelId="{AAA977B7-5F40-EF4D-A5AE-DEB77AC4B2CD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B72AB721-EAFB-0F4A-963D-1618422FBBE2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représenter </a:t>
          </a:r>
          <a:r>
            <a:rPr lang="en-US" sz="1500" b="1" kern="1200"/>
            <a:t>chaque état</a:t>
          </a:r>
          <a:r>
            <a:rPr lang="en-US" sz="1500" kern="1200"/>
            <a:t> par une </a:t>
          </a:r>
          <a:r>
            <a:rPr lang="en-US" sz="1500" b="1" kern="1200"/>
            <a:t>classe dédiée</a:t>
          </a:r>
          <a:r>
            <a:rPr lang="en-US" sz="1500" kern="1200"/>
            <a:t>,</a:t>
          </a:r>
        </a:p>
      </dsp:txBody>
      <dsp:txXfrm>
        <a:off x="8272267" y="573182"/>
        <a:ext cx="2241239" cy="1344743"/>
      </dsp:txXfrm>
    </dsp:sp>
    <dsp:sp modelId="{848F2CC5-4A88-C046-AED4-E7BEF0EA3E1F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F492268B-0FD9-9B44-8653-94F2C7B604D6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déléguer le comportement courant à l’état actif,</a:t>
          </a:r>
        </a:p>
      </dsp:txBody>
      <dsp:txXfrm>
        <a:off x="2092" y="2433411"/>
        <a:ext cx="2241239" cy="1344743"/>
      </dsp:txXfrm>
    </dsp:sp>
    <dsp:sp modelId="{115CF455-1A79-EC4C-BE27-36A949441160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D68376F9-EAFF-0F4D-9DD5-EFC10BCB37E0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permettre à l’objet de </a:t>
          </a:r>
          <a:r>
            <a:rPr lang="en-US" sz="1500" b="1" kern="1200"/>
            <a:t>changer d’état en modifiant simplement la référence</a:t>
          </a:r>
          <a:r>
            <a:rPr lang="en-US" sz="1500" kern="1200"/>
            <a:t>.</a:t>
          </a:r>
        </a:p>
      </dsp:txBody>
      <dsp:txXfrm>
        <a:off x="2758817" y="2433411"/>
        <a:ext cx="2241239" cy="1344743"/>
      </dsp:txXfrm>
    </dsp:sp>
    <dsp:sp modelId="{B3937C7C-C9FA-004F-96DA-CA7726B11822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3103206"/>
        <a:ext cx="25774" cy="5154"/>
      </dsp:txXfrm>
    </dsp:sp>
    <dsp:sp modelId="{A9397C35-6F34-AA46-B922-B2C80745A92A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 résumé :</a:t>
          </a:r>
        </a:p>
      </dsp:txBody>
      <dsp:txXfrm>
        <a:off x="5515542" y="2433411"/>
        <a:ext cx="2241239" cy="1344743"/>
      </dsp:txXfrm>
    </dsp:sp>
    <dsp:sp modelId="{B3CFAFE5-10B5-874C-B3E7-1099E5B92B3C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State permet de faire évoluer le comportement d’un objet en changeant son état courant, sans conditions complexes.</a:t>
          </a:r>
          <a:endParaRPr lang="en-US" sz="1500" kern="1200"/>
        </a:p>
      </dsp:txBody>
      <dsp:txXfrm>
        <a:off x="8272267" y="2433411"/>
        <a:ext cx="2241239" cy="13447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4C3C-E868-944F-BEDE-194CB2D4D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20899-BFD2-B246-A014-A6632A791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A4861-7962-974D-AFB1-C24AEC74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426C6-C942-4D4C-A92F-6F86F205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A29D-070A-324E-B440-F44B5D70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15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675E-2644-914B-94E0-02C742EA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FD23-E993-5C4E-842F-294186CE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A1D3-179A-6148-8C8A-B143CE91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B961F-A1D8-7944-9E08-0D2F25CF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6C5CE-00B3-3641-A1B5-C413F17E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52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F87-D5E3-BF46-9C1E-71DB703A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69C8B-3565-7B42-A788-68244FE9F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B6E1E-6F30-A94F-B059-1C7DAF48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88F9C-27D7-4A4D-AA7C-F5EEFF65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A5373-0F1C-1D4D-9D0D-A3790A20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48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8B5C-E4B8-1B4C-970C-4E70F0F8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81C4-33EB-CD45-B3C5-A512AD64F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B1538-2419-7C40-8972-C589B6806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A3712-84AD-C440-A430-8E9C2B07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FBE44-A4AA-0540-9759-D4AB0E18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3906B-D570-5B47-9B4D-99114212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30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93DE-3C1C-244C-B88C-EC003674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8F9F4-2A93-5049-81BC-7C6FCF43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F9327-919C-934A-AD02-BB60F7445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530A9-C187-3843-8973-0CF1A889B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7B185-31D9-3344-8140-05612ED8C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95522-107B-0B48-824A-97D88CB4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32A9B-030B-CC4E-A9F6-BA05A2E0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3DD13-31AF-434E-829F-1E08370B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78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5D1E-B20D-7E46-9A56-9D931F72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4CFF7-FAC2-7845-B1B5-1FD6FD0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B1F4C-8426-A045-A44D-3AA7034B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51FC9-7B2E-C647-9818-94DBC758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15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E9267-AFD7-F54F-864C-DF1C14F9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9F560-560B-1D4B-A785-709211DA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DC736-2383-F643-BDB1-77A7185F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26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AACB-6298-764D-B2A6-4886B92D8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E69A-84CE-A14C-83B9-319BB31C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7D028-D7CB-3243-A9BF-8EB1B84F5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5322E-2F12-1A4C-835D-6FA2BBFE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D17AD-11F4-4B4B-AA2C-A9698D4E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5CB31-92F9-374A-83BC-EA26DC54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68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45F2-754B-1243-B3CC-1E7B1E11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399AF-868F-C84E-AF9F-F12D3E213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3C7C4-B479-2542-B87B-F1DDB07AE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FC08F-B8FE-8F4C-8A3C-79DEC98E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26209-680F-324C-9373-1398DF60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542BB-F8A0-C540-B13A-AD4F04F6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4769-711A-2841-BA97-428016E7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13457-92AA-FE41-A192-995AF0276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71DE0-47A9-E545-AA37-4C5F4CF3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F0C41-D8D8-C948-9734-D46B16A2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5D00D-A8CF-3843-A885-F7127B86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024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2133C-A561-A04B-8523-64ADE095C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22D77-9E8B-8446-938F-520F97F1C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EAEB2-358A-DA4A-95FF-6642BC97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ED5E7-4D34-894B-9943-55D4F18C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405F-F4E6-DB49-AD1E-C09447BF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53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2A7BD-AD40-8E46-BD86-898C9F62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7D0E6-8AC6-954D-853D-8AE221DAB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41EB2-E885-FE43-B55C-ABC0DD620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D735D-294A-D543-8393-BC8C33353FF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AF2B2-3A55-3644-BB67-B983504BF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FF167-6392-274A-90C8-60970B2EB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2AC46-B949-CD47-878A-6A1FCA0A5B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441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Formules mathématiques et scientifiques">
            <a:extLst>
              <a:ext uri="{FF2B5EF4-FFF2-40B4-BE49-F238E27FC236}">
                <a16:creationId xmlns:a16="http://schemas.microsoft.com/office/drawing/2014/main" id="{645F0CE0-41DA-FF88-22DC-E9780028CF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47FDB-1014-914D-9E9D-521C5AEA5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5200">
                <a:solidFill>
                  <a:srgbClr val="FFFFFF"/>
                </a:solidFill>
              </a:rPr>
              <a:t>Compréhension des Design Patterns</a:t>
            </a:r>
            <a:endParaRPr lang="fr-FR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94448-BAC9-5248-95C7-01FA7AB98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Du </a:t>
            </a:r>
            <a:r>
              <a:rPr lang="en-GB" dirty="0" err="1">
                <a:solidFill>
                  <a:srgbClr val="FFFFFF"/>
                </a:solidFill>
              </a:rPr>
              <a:t>Modèle</a:t>
            </a:r>
            <a:r>
              <a:rPr lang="en-GB" dirty="0">
                <a:solidFill>
                  <a:srgbClr val="FFFFFF"/>
                </a:solidFill>
              </a:rPr>
              <a:t> MVC aux MVVM Design Patterns</a:t>
            </a:r>
          </a:p>
          <a:p>
            <a:r>
              <a:rPr lang="en-GB" dirty="0">
                <a:solidFill>
                  <a:srgbClr val="FFFFFF"/>
                </a:solidFill>
              </a:rPr>
              <a:t>Grâce aux Design Patterns</a:t>
            </a:r>
            <a:endParaRPr lang="fr-F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58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8505C-1FD3-5117-FF92-9625783C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sz="3700" b="1" dirty="0">
                <a:solidFill>
                  <a:schemeClr val="bg1"/>
                </a:solidFill>
              </a:rPr>
              <a:t>Objectif </a:t>
            </a:r>
            <a:r>
              <a:rPr lang="en-US" sz="3700" b="1" dirty="0" err="1">
                <a:solidFill>
                  <a:schemeClr val="bg1"/>
                </a:solidFill>
              </a:rPr>
              <a:t>général</a:t>
            </a:r>
            <a:r>
              <a:rPr lang="en-US" sz="3700" b="1" dirty="0">
                <a:solidFill>
                  <a:schemeClr val="bg1"/>
                </a:solidFill>
              </a:rPr>
              <a:t> : </a:t>
            </a:r>
            <a:r>
              <a:rPr lang="en-US" sz="3700" b="1" dirty="0" err="1">
                <a:solidFill>
                  <a:schemeClr val="bg1"/>
                </a:solidFill>
              </a:rPr>
              <a:t>comprendre</a:t>
            </a:r>
            <a:r>
              <a:rPr lang="en-US" sz="3700" b="1" dirty="0">
                <a:solidFill>
                  <a:schemeClr val="bg1"/>
                </a:solidFill>
              </a:rPr>
              <a:t> comment les Design Patterns </a:t>
            </a:r>
            <a:r>
              <a:rPr lang="en-US" sz="3700" b="1" dirty="0" err="1">
                <a:solidFill>
                  <a:schemeClr val="bg1"/>
                </a:solidFill>
              </a:rPr>
              <a:t>structurent</a:t>
            </a:r>
            <a:r>
              <a:rPr lang="en-US" sz="3700" b="1" dirty="0">
                <a:solidFill>
                  <a:schemeClr val="bg1"/>
                </a:solidFill>
              </a:rPr>
              <a:t> </a:t>
            </a:r>
            <a:r>
              <a:rPr lang="en-US" sz="3700" b="1" dirty="0" err="1">
                <a:solidFill>
                  <a:schemeClr val="bg1"/>
                </a:solidFill>
              </a:rPr>
              <a:t>une</a:t>
            </a:r>
            <a:r>
              <a:rPr lang="en-US" sz="3700" b="1" dirty="0">
                <a:solidFill>
                  <a:schemeClr val="bg1"/>
                </a:solidFill>
              </a:rPr>
              <a:t> application</a:t>
            </a:r>
            <a:endParaRPr lang="en-US" sz="37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A64AF-93B3-C025-C09B-4C331C8B8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CM1 — MVC + Design Patterns </a:t>
            </a:r>
            <a:r>
              <a:rPr lang="en-US" sz="2400" b="1" dirty="0" err="1">
                <a:solidFill>
                  <a:schemeClr val="bg1"/>
                </a:solidFill>
              </a:rPr>
              <a:t>GoF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Architecture MVC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Patterns de </a:t>
            </a:r>
            <a:r>
              <a:rPr lang="en-US" sz="2400" dirty="0" err="1">
                <a:solidFill>
                  <a:schemeClr val="bg1"/>
                </a:solidFill>
              </a:rPr>
              <a:t>création</a:t>
            </a:r>
            <a:r>
              <a:rPr lang="en-US" sz="2400" dirty="0">
                <a:solidFill>
                  <a:schemeClr val="bg1"/>
                </a:solidFill>
              </a:rPr>
              <a:t> (Factory, Prototype, Builder)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Patterns </a:t>
            </a:r>
            <a:r>
              <a:rPr lang="en-US" sz="2400" dirty="0" err="1">
                <a:solidFill>
                  <a:schemeClr val="bg1"/>
                </a:solidFill>
              </a:rPr>
              <a:t>structurels</a:t>
            </a:r>
            <a:r>
              <a:rPr lang="en-US" sz="2400" dirty="0">
                <a:solidFill>
                  <a:schemeClr val="bg1"/>
                </a:solidFill>
              </a:rPr>
              <a:t> (Adapter, Composite)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Patterns </a:t>
            </a:r>
            <a:r>
              <a:rPr lang="en-US" sz="2400" dirty="0" err="1">
                <a:solidFill>
                  <a:schemeClr val="bg1"/>
                </a:solidFill>
              </a:rPr>
              <a:t>comportementaux</a:t>
            </a:r>
            <a:r>
              <a:rPr lang="en-US" sz="2400" dirty="0">
                <a:solidFill>
                  <a:schemeClr val="bg1"/>
                </a:solidFill>
              </a:rPr>
              <a:t> (Observer, Strategy, Mediator, State)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Illustration </a:t>
            </a:r>
            <a:r>
              <a:rPr lang="en-US" sz="2400" dirty="0" err="1">
                <a:solidFill>
                  <a:schemeClr val="bg1"/>
                </a:solidFill>
              </a:rPr>
              <a:t>systématique</a:t>
            </a:r>
            <a:r>
              <a:rPr lang="en-US" sz="2400" dirty="0">
                <a:solidFill>
                  <a:schemeClr val="bg1"/>
                </a:solidFill>
              </a:rPr>
              <a:t> avec le jeu de </a:t>
            </a:r>
            <a:r>
              <a:rPr lang="en-US" sz="2400" dirty="0" err="1">
                <a:solidFill>
                  <a:schemeClr val="bg1"/>
                </a:solidFill>
              </a:rPr>
              <a:t>cartes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995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775D-89FB-0F45-A34E-BBF49F94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604A7-D266-3CED-7795-41B6CE33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sz="3700" b="1" dirty="0">
                <a:solidFill>
                  <a:schemeClr val="bg1"/>
                </a:solidFill>
              </a:rPr>
              <a:t>Objectif </a:t>
            </a:r>
            <a:r>
              <a:rPr lang="en-US" sz="3700" b="1">
                <a:solidFill>
                  <a:schemeClr val="bg1"/>
                </a:solidFill>
              </a:rPr>
              <a:t>général</a:t>
            </a:r>
            <a:r>
              <a:rPr lang="en-US" sz="3700" b="1" dirty="0">
                <a:solidFill>
                  <a:schemeClr val="bg1"/>
                </a:solidFill>
              </a:rPr>
              <a:t> : </a:t>
            </a:r>
            <a:r>
              <a:rPr lang="en-US" sz="3700" b="1">
                <a:solidFill>
                  <a:schemeClr val="bg1"/>
                </a:solidFill>
              </a:rPr>
              <a:t>comprendre</a:t>
            </a:r>
            <a:r>
              <a:rPr lang="en-US" sz="3700" b="1" dirty="0">
                <a:solidFill>
                  <a:schemeClr val="bg1"/>
                </a:solidFill>
              </a:rPr>
              <a:t> comment les Design Patterns </a:t>
            </a:r>
            <a:r>
              <a:rPr lang="en-US" sz="3700" b="1">
                <a:solidFill>
                  <a:schemeClr val="bg1"/>
                </a:solidFill>
              </a:rPr>
              <a:t>structurent</a:t>
            </a:r>
            <a:r>
              <a:rPr lang="en-US" sz="3700" b="1" dirty="0">
                <a:solidFill>
                  <a:schemeClr val="bg1"/>
                </a:solidFill>
              </a:rPr>
              <a:t> </a:t>
            </a:r>
            <a:r>
              <a:rPr lang="en-US" sz="3700" b="1">
                <a:solidFill>
                  <a:schemeClr val="bg1"/>
                </a:solidFill>
              </a:rPr>
              <a:t>une</a:t>
            </a:r>
            <a:r>
              <a:rPr lang="en-US" sz="3700" b="1" dirty="0">
                <a:solidFill>
                  <a:schemeClr val="bg1"/>
                </a:solidFill>
              </a:rPr>
              <a:t> application</a:t>
            </a:r>
            <a:endParaRPr lang="en-US" sz="3700" dirty="0">
              <a:solidFill>
                <a:schemeClr val="bg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EB613-4A58-7F6C-262E-F5AD99A94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CM2 — Vers les architectures </a:t>
            </a:r>
            <a:r>
              <a:rPr lang="en-US" sz="1800" b="1" dirty="0" err="1">
                <a:solidFill>
                  <a:schemeClr val="bg1"/>
                </a:solidFill>
              </a:rPr>
              <a:t>modernes</a:t>
            </a:r>
            <a:r>
              <a:rPr lang="en-US" sz="1800" b="1" dirty="0">
                <a:solidFill>
                  <a:schemeClr val="bg1"/>
                </a:solidFill>
              </a:rPr>
              <a:t> : MVVM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Limites</a:t>
            </a:r>
            <a:r>
              <a:rPr lang="en-US" sz="1800" dirty="0">
                <a:solidFill>
                  <a:schemeClr val="bg1"/>
                </a:solidFill>
              </a:rPr>
              <a:t> du MVC</a:t>
            </a:r>
          </a:p>
          <a:p>
            <a:r>
              <a:rPr lang="en-US" sz="1800" dirty="0">
                <a:solidFill>
                  <a:schemeClr val="bg1"/>
                </a:solidFill>
              </a:rPr>
              <a:t>Patterns </a:t>
            </a:r>
            <a:r>
              <a:rPr lang="en-US" sz="1800" dirty="0" err="1">
                <a:solidFill>
                  <a:schemeClr val="bg1"/>
                </a:solidFill>
              </a:rPr>
              <a:t>renforcés</a:t>
            </a:r>
            <a:r>
              <a:rPr lang="en-US" sz="1800" dirty="0">
                <a:solidFill>
                  <a:schemeClr val="bg1"/>
                </a:solidFill>
              </a:rPr>
              <a:t> dans MVVM (Observer, State, Mediator)</a:t>
            </a:r>
          </a:p>
          <a:p>
            <a:r>
              <a:rPr lang="en-US" sz="1800" dirty="0">
                <a:solidFill>
                  <a:schemeClr val="bg1"/>
                </a:solidFill>
              </a:rPr>
              <a:t>Nouveaux patterns </a:t>
            </a:r>
            <a:r>
              <a:rPr lang="en-US" sz="1800" dirty="0" err="1">
                <a:solidFill>
                  <a:schemeClr val="bg1"/>
                </a:solidFill>
              </a:rPr>
              <a:t>introduits</a:t>
            </a:r>
            <a:r>
              <a:rPr lang="en-US" sz="1800" dirty="0">
                <a:solidFill>
                  <a:schemeClr val="bg1"/>
                </a:solidFill>
              </a:rPr>
              <a:t> :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Command Pattern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Data Binding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Facade (</a:t>
            </a:r>
            <a:r>
              <a:rPr lang="en-US" sz="1800" b="1" dirty="0" err="1">
                <a:solidFill>
                  <a:schemeClr val="bg1"/>
                </a:solidFill>
              </a:rPr>
              <a:t>ViewModel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Comparatif</a:t>
            </a:r>
            <a:r>
              <a:rPr lang="en-US" sz="1800" dirty="0">
                <a:solidFill>
                  <a:schemeClr val="bg1"/>
                </a:solidFill>
              </a:rPr>
              <a:t> MVC ↔ MVVM</a:t>
            </a:r>
          </a:p>
          <a:p>
            <a:r>
              <a:rPr lang="en-US" sz="1800" dirty="0">
                <a:solidFill>
                  <a:schemeClr val="bg1"/>
                </a:solidFill>
              </a:rPr>
              <a:t>Transformation progressive du code du TD vers MVVM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5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133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ndicateurs de volume">
            <a:extLst>
              <a:ext uri="{FF2B5EF4-FFF2-40B4-BE49-F238E27FC236}">
                <a16:creationId xmlns:a16="http://schemas.microsoft.com/office/drawing/2014/main" id="{4A07C5A3-B450-06D4-0C4A-CC2B3CD671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2134" b="8919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C5E3BA-075B-CC4D-8075-8AF2C7F1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GB" sz="5000" b="1">
                <a:solidFill>
                  <a:schemeClr val="bg1"/>
                </a:solidFill>
              </a:rPr>
              <a:t>Modèle MVC</a:t>
            </a:r>
            <a:endParaRPr lang="fr-FR" sz="5000">
              <a:solidFill>
                <a:schemeClr val="bg1"/>
              </a:solidFill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DD574-8586-8B48-BA1A-4DDAEC8A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bg1"/>
                </a:solidFill>
              </a:rPr>
              <a:t>Bref rappel du Modèle-Vue-Contrôleur (MVC) et son utilité.</a:t>
            </a:r>
          </a:p>
          <a:p>
            <a:pPr marL="0" indent="0">
              <a:buNone/>
            </a:pPr>
            <a:endParaRPr lang="en-GB" sz="20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bg1"/>
                </a:solidFill>
              </a:rPr>
              <a:t>Le Modèle-Vue-Contrôleur est un paradigme d'architecture logicielle qui offre une séparation élégante entre la logique métier, la présentation et la gestion des interactions utilisateur.</a:t>
            </a:r>
            <a:endParaRPr lang="fr-FR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0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C3AFF-5DF4-D848-B91C-E4672AF9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b="1"/>
              <a:t>Séparation</a:t>
            </a:r>
            <a:r>
              <a:rPr lang="en-GB" b="1" dirty="0"/>
              <a:t> des </a:t>
            </a:r>
            <a:r>
              <a:rPr lang="en-GB" b="1"/>
              <a:t>préoccupations</a:t>
            </a:r>
            <a:endParaRPr lang="fr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D695C3-27BB-10BA-43E2-BE32D801B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65384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232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BDBFF2-EA15-F717-4CA9-43384BBAD2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010" b="67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89380-CA81-D542-AA78-167EC1A06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/>
              <a:t>Gestion claire des composants logiques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134B30-01E8-72D3-FD81-084109CF2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8577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5986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caliers ondulés">
            <a:extLst>
              <a:ext uri="{FF2B5EF4-FFF2-40B4-BE49-F238E27FC236}">
                <a16:creationId xmlns:a16="http://schemas.microsoft.com/office/drawing/2014/main" id="{C353CA26-9714-709B-0FC6-5241FB0D1E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19" b="261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5932C-73CF-964C-9FE7-DA652029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Transition vers les Design Patterns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C1E89-3F1C-D243-95BE-D420D946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Liaison entre MVC et les Design Patterns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12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321C-470D-BF4D-8B83-92F0526E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3100" b="1" dirty="0" err="1"/>
              <a:t>Pourquoi</a:t>
            </a:r>
            <a:r>
              <a:rPr lang="en-US" sz="3100" b="1" dirty="0"/>
              <a:t> </a:t>
            </a:r>
            <a:r>
              <a:rPr lang="en-US" sz="3100" b="1" dirty="0" err="1"/>
              <a:t>introduire</a:t>
            </a:r>
            <a:r>
              <a:rPr lang="en-US" sz="3100" b="1" dirty="0"/>
              <a:t> les Design Patterns après MVC ?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7B6ABA6C-6C39-F2C3-3F16-C0969BA34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383355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891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11458-A8E8-EC65-FAFF-B2B9E800F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 b="1"/>
              <a:t>Conclusion :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FEE34F-81E5-03FA-4B34-640057F6C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758010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335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98FE0E0-D95D-46EF-A375-475D4DB0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B6D9A-1DAE-BD41-9ECB-17E076E0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945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/>
              <a:t>Historique des Design Patterns</a:t>
            </a:r>
            <a:endParaRPr lang="en-US" sz="6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5FDB6-4DEC-E645-9ACE-6A5ED2E87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636008"/>
            <a:ext cx="6894576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Introduction à l'historique des Design Patterns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2D82A42F-AEBE-4065-9792-036A904D8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646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tifs 3D ondulés">
            <a:extLst>
              <a:ext uri="{FF2B5EF4-FFF2-40B4-BE49-F238E27FC236}">
                <a16:creationId xmlns:a16="http://schemas.microsoft.com/office/drawing/2014/main" id="{105E5670-606E-B4E9-4FEC-2C9F358C60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64" r="44595" b="-1"/>
          <a:stretch/>
        </p:blipFill>
        <p:spPr>
          <a:xfrm>
            <a:off x="8139803" y="10"/>
            <a:ext cx="4052199" cy="6857990"/>
          </a:xfrm>
          <a:custGeom>
            <a:avLst/>
            <a:gdLst/>
            <a:ahLst/>
            <a:cxnLst/>
            <a:rect l="l" t="t" r="r" b="b"/>
            <a:pathLst>
              <a:path w="4052199" h="6858000">
                <a:moveTo>
                  <a:pt x="25603" y="0"/>
                </a:moveTo>
                <a:lnTo>
                  <a:pt x="4052199" y="0"/>
                </a:lnTo>
                <a:lnTo>
                  <a:pt x="4052199" y="6858000"/>
                </a:lnTo>
                <a:lnTo>
                  <a:pt x="28079" y="6858000"/>
                </a:lnTo>
                <a:lnTo>
                  <a:pt x="37459" y="6497135"/>
                </a:lnTo>
                <a:cubicBezTo>
                  <a:pt x="37586" y="6492050"/>
                  <a:pt x="38603" y="6487092"/>
                  <a:pt x="38603" y="6482007"/>
                </a:cubicBezTo>
                <a:cubicBezTo>
                  <a:pt x="47502" y="6367973"/>
                  <a:pt x="52587" y="6253939"/>
                  <a:pt x="18135" y="6142702"/>
                </a:cubicBezTo>
                <a:cubicBezTo>
                  <a:pt x="15084" y="6132214"/>
                  <a:pt x="13495" y="6121344"/>
                  <a:pt x="13432" y="6110411"/>
                </a:cubicBezTo>
                <a:cubicBezTo>
                  <a:pt x="11690" y="6013324"/>
                  <a:pt x="15936" y="5916236"/>
                  <a:pt x="26145" y="5819669"/>
                </a:cubicBezTo>
                <a:cubicBezTo>
                  <a:pt x="31229" y="5760555"/>
                  <a:pt x="26017" y="5700423"/>
                  <a:pt x="42926" y="5641690"/>
                </a:cubicBezTo>
                <a:cubicBezTo>
                  <a:pt x="50337" y="5612565"/>
                  <a:pt x="54595" y="5582728"/>
                  <a:pt x="55638" y="5552700"/>
                </a:cubicBezTo>
                <a:cubicBezTo>
                  <a:pt x="60087" y="5479983"/>
                  <a:pt x="38603" y="5411588"/>
                  <a:pt x="18263" y="5343066"/>
                </a:cubicBezTo>
                <a:cubicBezTo>
                  <a:pt x="7456" y="5306707"/>
                  <a:pt x="-5384" y="5269459"/>
                  <a:pt x="2372" y="5231320"/>
                </a:cubicBezTo>
                <a:cubicBezTo>
                  <a:pt x="16076" y="5173655"/>
                  <a:pt x="23920" y="5114744"/>
                  <a:pt x="25763" y="5055502"/>
                </a:cubicBezTo>
                <a:cubicBezTo>
                  <a:pt x="25635" y="5012660"/>
                  <a:pt x="15338" y="4970962"/>
                  <a:pt x="18898" y="4928374"/>
                </a:cubicBezTo>
                <a:cubicBezTo>
                  <a:pt x="27073" y="4845715"/>
                  <a:pt x="29157" y="4762561"/>
                  <a:pt x="25127" y="4679584"/>
                </a:cubicBezTo>
                <a:cubicBezTo>
                  <a:pt x="25077" y="4646429"/>
                  <a:pt x="28776" y="4613376"/>
                  <a:pt x="36187" y="4581060"/>
                </a:cubicBezTo>
                <a:cubicBezTo>
                  <a:pt x="45493" y="4524043"/>
                  <a:pt x="47464" y="4466060"/>
                  <a:pt x="42036" y="4408547"/>
                </a:cubicBezTo>
                <a:cubicBezTo>
                  <a:pt x="36060" y="4341932"/>
                  <a:pt x="18263" y="4276334"/>
                  <a:pt x="13685" y="4209719"/>
                </a:cubicBezTo>
                <a:cubicBezTo>
                  <a:pt x="6694" y="4099371"/>
                  <a:pt x="16610" y="3989024"/>
                  <a:pt x="26398" y="3879186"/>
                </a:cubicBezTo>
                <a:cubicBezTo>
                  <a:pt x="34026" y="3808731"/>
                  <a:pt x="36060" y="3737781"/>
                  <a:pt x="32501" y="3667009"/>
                </a:cubicBezTo>
                <a:cubicBezTo>
                  <a:pt x="28051" y="3610818"/>
                  <a:pt x="21059" y="3554755"/>
                  <a:pt x="19788" y="3498437"/>
                </a:cubicBezTo>
                <a:cubicBezTo>
                  <a:pt x="17627" y="3398006"/>
                  <a:pt x="18390" y="3297701"/>
                  <a:pt x="24237" y="3197143"/>
                </a:cubicBezTo>
                <a:cubicBezTo>
                  <a:pt x="27162" y="3146928"/>
                  <a:pt x="32119" y="3096966"/>
                  <a:pt x="34026" y="3046242"/>
                </a:cubicBezTo>
                <a:cubicBezTo>
                  <a:pt x="35933" y="2995518"/>
                  <a:pt x="40001" y="2944413"/>
                  <a:pt x="28433" y="2894578"/>
                </a:cubicBezTo>
                <a:cubicBezTo>
                  <a:pt x="8855" y="2810038"/>
                  <a:pt x="23220" y="2725879"/>
                  <a:pt x="27415" y="2641593"/>
                </a:cubicBezTo>
                <a:cubicBezTo>
                  <a:pt x="29958" y="2589217"/>
                  <a:pt x="45214" y="2535568"/>
                  <a:pt x="31738" y="2484717"/>
                </a:cubicBezTo>
                <a:cubicBezTo>
                  <a:pt x="10507" y="2405008"/>
                  <a:pt x="24492" y="2326951"/>
                  <a:pt x="31738" y="2248513"/>
                </a:cubicBezTo>
                <a:cubicBezTo>
                  <a:pt x="40218" y="2174283"/>
                  <a:pt x="38768" y="2099252"/>
                  <a:pt x="27415" y="2025403"/>
                </a:cubicBezTo>
                <a:cubicBezTo>
                  <a:pt x="12986" y="1952165"/>
                  <a:pt x="12986" y="1876803"/>
                  <a:pt x="27415" y="1803565"/>
                </a:cubicBezTo>
                <a:cubicBezTo>
                  <a:pt x="39276" y="1743102"/>
                  <a:pt x="40598" y="1681038"/>
                  <a:pt x="31356" y="1620119"/>
                </a:cubicBezTo>
                <a:cubicBezTo>
                  <a:pt x="25127" y="1576514"/>
                  <a:pt x="13940" y="1533163"/>
                  <a:pt x="12414" y="1489558"/>
                </a:cubicBezTo>
                <a:cubicBezTo>
                  <a:pt x="9262" y="1398420"/>
                  <a:pt x="11118" y="1307167"/>
                  <a:pt x="18008" y="1216233"/>
                </a:cubicBezTo>
                <a:cubicBezTo>
                  <a:pt x="26017" y="1112496"/>
                  <a:pt x="41400" y="1009268"/>
                  <a:pt x="30721" y="904896"/>
                </a:cubicBezTo>
                <a:cubicBezTo>
                  <a:pt x="27162" y="869046"/>
                  <a:pt x="19661" y="833323"/>
                  <a:pt x="18771" y="797346"/>
                </a:cubicBezTo>
                <a:cubicBezTo>
                  <a:pt x="17118" y="730095"/>
                  <a:pt x="16737" y="663607"/>
                  <a:pt x="20169" y="593941"/>
                </a:cubicBezTo>
                <a:cubicBezTo>
                  <a:pt x="23602" y="524274"/>
                  <a:pt x="38348" y="451938"/>
                  <a:pt x="28433" y="383798"/>
                </a:cubicBezTo>
                <a:cubicBezTo>
                  <a:pt x="18516" y="315657"/>
                  <a:pt x="24873" y="248406"/>
                  <a:pt x="31229" y="181410"/>
                </a:cubicBezTo>
                <a:cubicBezTo>
                  <a:pt x="34344" y="149565"/>
                  <a:pt x="36410" y="118069"/>
                  <a:pt x="35854" y="8670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2077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6F611-1559-684E-870D-8109DBBB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GB" b="1"/>
              <a:t>Contexte :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C96D6-58FC-914E-8F82-8E83605E3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Les Design Patterns </a:t>
            </a:r>
            <a:r>
              <a:rPr lang="en-GB" sz="2400" dirty="0" err="1"/>
              <a:t>ont</a:t>
            </a:r>
            <a:r>
              <a:rPr lang="en-GB" sz="2400" dirty="0"/>
              <a:t> </a:t>
            </a:r>
            <a:r>
              <a:rPr lang="en-GB" sz="2400" dirty="0" err="1"/>
              <a:t>émergé</a:t>
            </a:r>
            <a:r>
              <a:rPr lang="en-GB" sz="2400" dirty="0"/>
              <a:t> dans le livre "Design Patterns: Elements of Reusable Object-Oriented Software" </a:t>
            </a:r>
            <a:r>
              <a:rPr lang="en-GB" sz="2400" dirty="0" err="1"/>
              <a:t>écrit</a:t>
            </a:r>
            <a:r>
              <a:rPr lang="en-GB" sz="2400" dirty="0"/>
              <a:t> par Erich Gamma, Richard Helm, Ralph Johnson, et John </a:t>
            </a:r>
            <a:r>
              <a:rPr lang="en-GB" sz="2400" dirty="0" err="1"/>
              <a:t>Vlissides</a:t>
            </a:r>
            <a:r>
              <a:rPr lang="en-GB" sz="2400" dirty="0"/>
              <a:t>, </a:t>
            </a:r>
            <a:r>
              <a:rPr lang="en-GB" sz="2400" dirty="0" err="1"/>
              <a:t>souvent</a:t>
            </a:r>
            <a:r>
              <a:rPr lang="en-GB" sz="2400" dirty="0"/>
              <a:t> </a:t>
            </a:r>
            <a:r>
              <a:rPr lang="en-GB" sz="2400" dirty="0" err="1"/>
              <a:t>appelés</a:t>
            </a:r>
            <a:r>
              <a:rPr lang="en-GB" sz="2400" dirty="0"/>
              <a:t> le Gang of Four (</a:t>
            </a:r>
            <a:r>
              <a:rPr lang="en-GB" sz="2400" dirty="0" err="1"/>
              <a:t>GoF</a:t>
            </a:r>
            <a:r>
              <a:rPr lang="en-GB" sz="2400" dirty="0"/>
              <a:t>).</a:t>
            </a:r>
            <a:endParaRPr lang="fr-FR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3FB79-98F8-884C-9F13-2C4BCFEBD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/>
              <a:t>Citation 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"Les Design Patterns ne sont pas une création, mais une découverte." - [Erich Gamma]</a:t>
            </a:r>
          </a:p>
          <a:p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955637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FA5D6-4450-C340-BEB9-817FE15BD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Explication :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A4DA0-AD0B-394B-91DE-642021FA8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Au début des </a:t>
            </a:r>
            <a:r>
              <a:rPr lang="en-GB" sz="2400" dirty="0" err="1"/>
              <a:t>années</a:t>
            </a:r>
            <a:r>
              <a:rPr lang="en-GB" sz="2400" dirty="0"/>
              <a:t> 90, </a:t>
            </a:r>
            <a:r>
              <a:rPr lang="en-GB" sz="2400" dirty="0" err="1"/>
              <a:t>l'industrie</a:t>
            </a:r>
            <a:r>
              <a:rPr lang="en-GB" sz="2400" dirty="0"/>
              <a:t> du </a:t>
            </a:r>
            <a:r>
              <a:rPr lang="en-GB" sz="2400" dirty="0" err="1"/>
              <a:t>logiciel</a:t>
            </a:r>
            <a:r>
              <a:rPr lang="en-GB" sz="2400" dirty="0"/>
              <a:t> a </a:t>
            </a:r>
            <a:r>
              <a:rPr lang="en-GB" sz="2400" dirty="0" err="1"/>
              <a:t>connu</a:t>
            </a:r>
            <a:r>
              <a:rPr lang="en-GB" sz="2400" dirty="0"/>
              <a:t> </a:t>
            </a:r>
            <a:r>
              <a:rPr lang="en-GB" sz="2400" dirty="0" err="1"/>
              <a:t>une</a:t>
            </a:r>
            <a:r>
              <a:rPr lang="en-GB" sz="2400" dirty="0"/>
              <a:t> transition vers la </a:t>
            </a:r>
            <a:r>
              <a:rPr lang="en-GB" sz="2400" dirty="0" err="1"/>
              <a:t>programmation</a:t>
            </a:r>
            <a:r>
              <a:rPr lang="en-GB" sz="2400" dirty="0"/>
              <a:t> </a:t>
            </a:r>
            <a:r>
              <a:rPr lang="en-GB" sz="2400" dirty="0" err="1"/>
              <a:t>orientée</a:t>
            </a:r>
            <a:r>
              <a:rPr lang="en-GB" sz="2400" dirty="0"/>
              <a:t> </a:t>
            </a:r>
            <a:r>
              <a:rPr lang="en-GB" sz="2400" dirty="0" err="1"/>
              <a:t>objet</a:t>
            </a:r>
            <a:r>
              <a:rPr lang="en-GB" sz="2400" dirty="0"/>
              <a:t>. Les auteurs du livre </a:t>
            </a:r>
            <a:r>
              <a:rPr lang="en-GB" sz="2400" dirty="0" err="1"/>
              <a:t>ont</a:t>
            </a:r>
            <a:r>
              <a:rPr lang="en-GB" sz="2400" dirty="0"/>
              <a:t> </a:t>
            </a:r>
            <a:r>
              <a:rPr lang="en-GB" sz="2400" dirty="0" err="1"/>
              <a:t>observé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de </a:t>
            </a:r>
            <a:r>
              <a:rPr lang="en-GB" sz="2400" dirty="0" err="1"/>
              <a:t>nombreuses</a:t>
            </a:r>
            <a:r>
              <a:rPr lang="en-GB" sz="2400" dirty="0"/>
              <a:t> solutions aux </a:t>
            </a:r>
            <a:r>
              <a:rPr lang="en-GB" sz="2400" dirty="0" err="1"/>
              <a:t>problèmes</a:t>
            </a:r>
            <a:r>
              <a:rPr lang="en-GB" sz="2400" dirty="0"/>
              <a:t> de conception </a:t>
            </a:r>
            <a:r>
              <a:rPr lang="en-GB" sz="2400" dirty="0" err="1"/>
              <a:t>étaient</a:t>
            </a:r>
            <a:r>
              <a:rPr lang="en-GB" sz="2400" dirty="0"/>
              <a:t> </a:t>
            </a:r>
            <a:r>
              <a:rPr lang="en-GB" sz="2400" dirty="0" err="1"/>
              <a:t>récurrentes</a:t>
            </a:r>
            <a:r>
              <a:rPr lang="en-GB" sz="2400" dirty="0"/>
              <a:t> et </a:t>
            </a:r>
            <a:r>
              <a:rPr lang="en-GB" sz="2400" dirty="0" err="1"/>
              <a:t>ont</a:t>
            </a:r>
            <a:r>
              <a:rPr lang="en-GB" sz="2400" dirty="0"/>
              <a:t> </a:t>
            </a:r>
            <a:r>
              <a:rPr lang="en-GB" sz="2400" dirty="0" err="1"/>
              <a:t>formalisé</a:t>
            </a:r>
            <a:r>
              <a:rPr lang="en-GB" sz="2400" dirty="0"/>
              <a:t> </a:t>
            </a:r>
            <a:r>
              <a:rPr lang="en-GB" sz="2400" dirty="0" err="1"/>
              <a:t>ces</a:t>
            </a:r>
            <a:r>
              <a:rPr lang="en-GB" sz="2400" dirty="0"/>
              <a:t> solutions </a:t>
            </a:r>
            <a:r>
              <a:rPr lang="en-GB" sz="2400" dirty="0" err="1"/>
              <a:t>en</a:t>
            </a:r>
            <a:r>
              <a:rPr lang="en-GB" sz="2400" dirty="0"/>
              <a:t> Design Patterns.</a:t>
            </a:r>
            <a:endParaRPr lang="fr-FR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05AE7-D287-A04A-B266-76F30A406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/>
              <a:t>Citation 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"Nous avons cherché à cataloguer les designs de logiciel à succès, à les nommer, les cataloguer et les expliquer de manière à ce que nous puissions tous parler du même design." - [Erich Gamma]</a:t>
            </a:r>
          </a:p>
          <a:p>
            <a:pPr marL="0" indent="0">
              <a:buNone/>
            </a:pP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2075209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32136-716B-1F4F-A83D-EBB98937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 err="1"/>
              <a:t>Réutilisation</a:t>
            </a:r>
            <a:r>
              <a:rPr lang="en-GB" b="1" dirty="0"/>
              <a:t> de solutions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5B0CF-2307-BD4C-A6CE-F25CDA4BD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Les Design Patterns </a:t>
            </a:r>
            <a:r>
              <a:rPr lang="en-GB" sz="2400" dirty="0" err="1"/>
              <a:t>résultent</a:t>
            </a:r>
            <a:r>
              <a:rPr lang="en-GB" sz="2400" dirty="0"/>
              <a:t> de </a:t>
            </a:r>
            <a:r>
              <a:rPr lang="en-GB" sz="2400" dirty="0" err="1"/>
              <a:t>l'observation</a:t>
            </a:r>
            <a:r>
              <a:rPr lang="en-GB" sz="2400" dirty="0"/>
              <a:t> de solutions </a:t>
            </a:r>
            <a:r>
              <a:rPr lang="en-GB" sz="2400" dirty="0" err="1"/>
              <a:t>récurrentes</a:t>
            </a:r>
            <a:r>
              <a:rPr lang="en-GB" sz="2400" dirty="0"/>
              <a:t> à des </a:t>
            </a:r>
            <a:r>
              <a:rPr lang="en-GB" sz="2400" dirty="0" err="1"/>
              <a:t>problèmes</a:t>
            </a:r>
            <a:r>
              <a:rPr lang="en-GB" sz="2400" dirty="0"/>
              <a:t> </a:t>
            </a:r>
            <a:r>
              <a:rPr lang="en-GB" sz="2400" dirty="0" err="1"/>
              <a:t>communs</a:t>
            </a:r>
            <a:r>
              <a:rPr lang="en-GB" sz="2400" dirty="0"/>
              <a:t>. </a:t>
            </a:r>
            <a:r>
              <a:rPr lang="en-GB" sz="2400" dirty="0" err="1"/>
              <a:t>Réutiliser</a:t>
            </a:r>
            <a:r>
              <a:rPr lang="en-GB" sz="2400" dirty="0"/>
              <a:t> </a:t>
            </a:r>
            <a:r>
              <a:rPr lang="en-GB" sz="2400" dirty="0" err="1"/>
              <a:t>ces</a:t>
            </a:r>
            <a:r>
              <a:rPr lang="en-GB" sz="2400" dirty="0"/>
              <a:t> solutions </a:t>
            </a:r>
            <a:r>
              <a:rPr lang="en-GB" sz="2400" dirty="0" err="1"/>
              <a:t>éprouvées</a:t>
            </a:r>
            <a:r>
              <a:rPr lang="en-GB" sz="2400" dirty="0"/>
              <a:t> </a:t>
            </a:r>
            <a:r>
              <a:rPr lang="en-GB" sz="2400" dirty="0" err="1"/>
              <a:t>accélère</a:t>
            </a:r>
            <a:r>
              <a:rPr lang="en-GB" sz="2400" dirty="0"/>
              <a:t> le processus de </a:t>
            </a:r>
            <a:r>
              <a:rPr lang="en-GB" sz="2400" dirty="0" err="1"/>
              <a:t>développement</a:t>
            </a:r>
            <a:r>
              <a:rPr lang="en-GB" sz="2400" dirty="0"/>
              <a:t> et </a:t>
            </a:r>
            <a:r>
              <a:rPr lang="en-GB" sz="2400" dirty="0" err="1"/>
              <a:t>améliore</a:t>
            </a:r>
            <a:r>
              <a:rPr lang="en-GB" sz="2400" dirty="0"/>
              <a:t> la </a:t>
            </a:r>
            <a:r>
              <a:rPr lang="en-GB" sz="2400" dirty="0" err="1"/>
              <a:t>qualité</a:t>
            </a:r>
            <a:r>
              <a:rPr lang="en-GB" sz="2400" dirty="0"/>
              <a:t> du </a:t>
            </a:r>
            <a:r>
              <a:rPr lang="en-GB" sz="2400" dirty="0" err="1"/>
              <a:t>logiciel</a:t>
            </a:r>
            <a:r>
              <a:rPr lang="en-GB" sz="2400" dirty="0"/>
              <a:t>.</a:t>
            </a:r>
            <a:endParaRPr lang="fr-FR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16188-8921-BD47-B4F3-32252BC3D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Citation :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"La </a:t>
            </a:r>
            <a:r>
              <a:rPr lang="en-GB" sz="2400" dirty="0" err="1"/>
              <a:t>réutilisabilité</a:t>
            </a:r>
            <a:r>
              <a:rPr lang="en-GB" sz="2400" dirty="0"/>
              <a:t> est la </a:t>
            </a:r>
            <a:r>
              <a:rPr lang="en-GB" sz="2400" dirty="0" err="1"/>
              <a:t>pierre</a:t>
            </a:r>
            <a:r>
              <a:rPr lang="en-GB" sz="2400" dirty="0"/>
              <a:t> </a:t>
            </a:r>
            <a:r>
              <a:rPr lang="en-GB" sz="2400" dirty="0" err="1"/>
              <a:t>angulaire</a:t>
            </a:r>
            <a:r>
              <a:rPr lang="en-GB" sz="2400" dirty="0"/>
              <a:t> de tout bon design </a:t>
            </a:r>
            <a:r>
              <a:rPr lang="en-GB" sz="2400" dirty="0" err="1"/>
              <a:t>logiciel</a:t>
            </a:r>
            <a:r>
              <a:rPr lang="en-GB" sz="2400" dirty="0"/>
              <a:t>." - [Ralph Johnson]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7313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8FE0E0-D95D-46EF-A375-475D4DB0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44718-E1B7-CB27-BC88-FB9C19C14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945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/>
              <a:t>Vue d’ensemble des Design Patterns</a:t>
            </a:r>
            <a:endParaRPr lang="en-US" sz="6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79B0C-F99E-F35A-E08D-235D97635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636008"/>
            <a:ext cx="6894576" cy="157276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2D82A42F-AEBE-4065-9792-036A904D8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646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tifs 3D ondulés">
            <a:extLst>
              <a:ext uri="{FF2B5EF4-FFF2-40B4-BE49-F238E27FC236}">
                <a16:creationId xmlns:a16="http://schemas.microsoft.com/office/drawing/2014/main" id="{BA96F9AB-E8F9-EDB4-0D30-0B27ACEA4C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64" r="44595" b="-1"/>
          <a:stretch/>
        </p:blipFill>
        <p:spPr>
          <a:xfrm>
            <a:off x="8139803" y="10"/>
            <a:ext cx="4052199" cy="6857990"/>
          </a:xfrm>
          <a:custGeom>
            <a:avLst/>
            <a:gdLst/>
            <a:ahLst/>
            <a:cxnLst/>
            <a:rect l="l" t="t" r="r" b="b"/>
            <a:pathLst>
              <a:path w="4052199" h="6858000">
                <a:moveTo>
                  <a:pt x="25603" y="0"/>
                </a:moveTo>
                <a:lnTo>
                  <a:pt x="4052199" y="0"/>
                </a:lnTo>
                <a:lnTo>
                  <a:pt x="4052199" y="6858000"/>
                </a:lnTo>
                <a:lnTo>
                  <a:pt x="28079" y="6858000"/>
                </a:lnTo>
                <a:lnTo>
                  <a:pt x="37459" y="6497135"/>
                </a:lnTo>
                <a:cubicBezTo>
                  <a:pt x="37586" y="6492050"/>
                  <a:pt x="38603" y="6487092"/>
                  <a:pt x="38603" y="6482007"/>
                </a:cubicBezTo>
                <a:cubicBezTo>
                  <a:pt x="47502" y="6367973"/>
                  <a:pt x="52587" y="6253939"/>
                  <a:pt x="18135" y="6142702"/>
                </a:cubicBezTo>
                <a:cubicBezTo>
                  <a:pt x="15084" y="6132214"/>
                  <a:pt x="13495" y="6121344"/>
                  <a:pt x="13432" y="6110411"/>
                </a:cubicBezTo>
                <a:cubicBezTo>
                  <a:pt x="11690" y="6013324"/>
                  <a:pt x="15936" y="5916236"/>
                  <a:pt x="26145" y="5819669"/>
                </a:cubicBezTo>
                <a:cubicBezTo>
                  <a:pt x="31229" y="5760555"/>
                  <a:pt x="26017" y="5700423"/>
                  <a:pt x="42926" y="5641690"/>
                </a:cubicBezTo>
                <a:cubicBezTo>
                  <a:pt x="50337" y="5612565"/>
                  <a:pt x="54595" y="5582728"/>
                  <a:pt x="55638" y="5552700"/>
                </a:cubicBezTo>
                <a:cubicBezTo>
                  <a:pt x="60087" y="5479983"/>
                  <a:pt x="38603" y="5411588"/>
                  <a:pt x="18263" y="5343066"/>
                </a:cubicBezTo>
                <a:cubicBezTo>
                  <a:pt x="7456" y="5306707"/>
                  <a:pt x="-5384" y="5269459"/>
                  <a:pt x="2372" y="5231320"/>
                </a:cubicBezTo>
                <a:cubicBezTo>
                  <a:pt x="16076" y="5173655"/>
                  <a:pt x="23920" y="5114744"/>
                  <a:pt x="25763" y="5055502"/>
                </a:cubicBezTo>
                <a:cubicBezTo>
                  <a:pt x="25635" y="5012660"/>
                  <a:pt x="15338" y="4970962"/>
                  <a:pt x="18898" y="4928374"/>
                </a:cubicBezTo>
                <a:cubicBezTo>
                  <a:pt x="27073" y="4845715"/>
                  <a:pt x="29157" y="4762561"/>
                  <a:pt x="25127" y="4679584"/>
                </a:cubicBezTo>
                <a:cubicBezTo>
                  <a:pt x="25077" y="4646429"/>
                  <a:pt x="28776" y="4613376"/>
                  <a:pt x="36187" y="4581060"/>
                </a:cubicBezTo>
                <a:cubicBezTo>
                  <a:pt x="45493" y="4524043"/>
                  <a:pt x="47464" y="4466060"/>
                  <a:pt x="42036" y="4408547"/>
                </a:cubicBezTo>
                <a:cubicBezTo>
                  <a:pt x="36060" y="4341932"/>
                  <a:pt x="18263" y="4276334"/>
                  <a:pt x="13685" y="4209719"/>
                </a:cubicBezTo>
                <a:cubicBezTo>
                  <a:pt x="6694" y="4099371"/>
                  <a:pt x="16610" y="3989024"/>
                  <a:pt x="26398" y="3879186"/>
                </a:cubicBezTo>
                <a:cubicBezTo>
                  <a:pt x="34026" y="3808731"/>
                  <a:pt x="36060" y="3737781"/>
                  <a:pt x="32501" y="3667009"/>
                </a:cubicBezTo>
                <a:cubicBezTo>
                  <a:pt x="28051" y="3610818"/>
                  <a:pt x="21059" y="3554755"/>
                  <a:pt x="19788" y="3498437"/>
                </a:cubicBezTo>
                <a:cubicBezTo>
                  <a:pt x="17627" y="3398006"/>
                  <a:pt x="18390" y="3297701"/>
                  <a:pt x="24237" y="3197143"/>
                </a:cubicBezTo>
                <a:cubicBezTo>
                  <a:pt x="27162" y="3146928"/>
                  <a:pt x="32119" y="3096966"/>
                  <a:pt x="34026" y="3046242"/>
                </a:cubicBezTo>
                <a:cubicBezTo>
                  <a:pt x="35933" y="2995518"/>
                  <a:pt x="40001" y="2944413"/>
                  <a:pt x="28433" y="2894578"/>
                </a:cubicBezTo>
                <a:cubicBezTo>
                  <a:pt x="8855" y="2810038"/>
                  <a:pt x="23220" y="2725879"/>
                  <a:pt x="27415" y="2641593"/>
                </a:cubicBezTo>
                <a:cubicBezTo>
                  <a:pt x="29958" y="2589217"/>
                  <a:pt x="45214" y="2535568"/>
                  <a:pt x="31738" y="2484717"/>
                </a:cubicBezTo>
                <a:cubicBezTo>
                  <a:pt x="10507" y="2405008"/>
                  <a:pt x="24492" y="2326951"/>
                  <a:pt x="31738" y="2248513"/>
                </a:cubicBezTo>
                <a:cubicBezTo>
                  <a:pt x="40218" y="2174283"/>
                  <a:pt x="38768" y="2099252"/>
                  <a:pt x="27415" y="2025403"/>
                </a:cubicBezTo>
                <a:cubicBezTo>
                  <a:pt x="12986" y="1952165"/>
                  <a:pt x="12986" y="1876803"/>
                  <a:pt x="27415" y="1803565"/>
                </a:cubicBezTo>
                <a:cubicBezTo>
                  <a:pt x="39276" y="1743102"/>
                  <a:pt x="40598" y="1681038"/>
                  <a:pt x="31356" y="1620119"/>
                </a:cubicBezTo>
                <a:cubicBezTo>
                  <a:pt x="25127" y="1576514"/>
                  <a:pt x="13940" y="1533163"/>
                  <a:pt x="12414" y="1489558"/>
                </a:cubicBezTo>
                <a:cubicBezTo>
                  <a:pt x="9262" y="1398420"/>
                  <a:pt x="11118" y="1307167"/>
                  <a:pt x="18008" y="1216233"/>
                </a:cubicBezTo>
                <a:cubicBezTo>
                  <a:pt x="26017" y="1112496"/>
                  <a:pt x="41400" y="1009268"/>
                  <a:pt x="30721" y="904896"/>
                </a:cubicBezTo>
                <a:cubicBezTo>
                  <a:pt x="27162" y="869046"/>
                  <a:pt x="19661" y="833323"/>
                  <a:pt x="18771" y="797346"/>
                </a:cubicBezTo>
                <a:cubicBezTo>
                  <a:pt x="17118" y="730095"/>
                  <a:pt x="16737" y="663607"/>
                  <a:pt x="20169" y="593941"/>
                </a:cubicBezTo>
                <a:cubicBezTo>
                  <a:pt x="23602" y="524274"/>
                  <a:pt x="38348" y="451938"/>
                  <a:pt x="28433" y="383798"/>
                </a:cubicBezTo>
                <a:cubicBezTo>
                  <a:pt x="18516" y="315657"/>
                  <a:pt x="24873" y="248406"/>
                  <a:pt x="31229" y="181410"/>
                </a:cubicBezTo>
                <a:cubicBezTo>
                  <a:pt x="34344" y="149565"/>
                  <a:pt x="36410" y="118069"/>
                  <a:pt x="35854" y="8670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94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11BFC-0B85-780D-E4ED-2FE04CF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US" sz="5400" b="1" dirty="0"/>
              <a:t>Comment est </a:t>
            </a:r>
            <a:r>
              <a:rPr lang="en-US" sz="5400" b="1" dirty="0" err="1"/>
              <a:t>structuré</a:t>
            </a:r>
            <a:r>
              <a:rPr lang="en-US" sz="5400" b="1" dirty="0"/>
              <a:t> un Design Pattern ?</a:t>
            </a:r>
            <a:endParaRPr lang="en-US" sz="5400" dirty="0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F74A-8240-2BB8-2686-95C629F58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Un Design Pattern est </a:t>
            </a:r>
            <a:r>
              <a:rPr lang="en-US" sz="2000" dirty="0" err="1"/>
              <a:t>présenté</a:t>
            </a:r>
            <a:r>
              <a:rPr lang="en-US" sz="2000" dirty="0"/>
              <a:t> sous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dirty="0" err="1"/>
              <a:t>forme</a:t>
            </a:r>
            <a:r>
              <a:rPr lang="en-US" sz="2000" dirty="0"/>
              <a:t> </a:t>
            </a:r>
            <a:r>
              <a:rPr lang="en-US" sz="2000" dirty="0" err="1"/>
              <a:t>standardisée</a:t>
            </a:r>
            <a:r>
              <a:rPr lang="en-US" sz="2000" dirty="0"/>
              <a:t>, </a:t>
            </a:r>
            <a:r>
              <a:rPr lang="en-US" sz="2000" dirty="0" err="1"/>
              <a:t>ce</a:t>
            </a:r>
            <a:r>
              <a:rPr lang="en-US" sz="2000" dirty="0"/>
              <a:t> qui </a:t>
            </a:r>
            <a:r>
              <a:rPr lang="en-US" sz="2000" dirty="0" err="1"/>
              <a:t>facilite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compréhension</a:t>
            </a:r>
            <a:r>
              <a:rPr lang="en-US" sz="2000" dirty="0"/>
              <a:t> et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réutilisation</a:t>
            </a:r>
            <a:r>
              <a:rPr lang="en-US" sz="2000" dirty="0"/>
              <a:t>.</a:t>
            </a:r>
          </a:p>
          <a:p>
            <a:r>
              <a:rPr lang="en-US" sz="2000" dirty="0"/>
              <a:t>Les patterns du </a:t>
            </a:r>
            <a:r>
              <a:rPr lang="en-US" sz="2000" i="1" dirty="0"/>
              <a:t>Gang of Four</a:t>
            </a:r>
            <a:r>
              <a:rPr lang="en-US" sz="2000" dirty="0"/>
              <a:t> </a:t>
            </a:r>
            <a:r>
              <a:rPr lang="en-US" sz="2000" dirty="0" err="1"/>
              <a:t>sont</a:t>
            </a:r>
            <a:r>
              <a:rPr lang="en-US" sz="2000" dirty="0"/>
              <a:t> </a:t>
            </a:r>
            <a:r>
              <a:rPr lang="en-US" sz="2000" dirty="0" err="1"/>
              <a:t>décrits</a:t>
            </a:r>
            <a:r>
              <a:rPr lang="en-US" sz="2000" dirty="0"/>
              <a:t> à </a:t>
            </a:r>
            <a:r>
              <a:rPr lang="en-US" sz="2000" dirty="0" err="1"/>
              <a:t>l’aide</a:t>
            </a:r>
            <a:r>
              <a:rPr lang="en-US" sz="2000" dirty="0"/>
              <a:t> de quatre sections </a:t>
            </a:r>
            <a:r>
              <a:rPr lang="en-US" sz="2000" dirty="0" err="1"/>
              <a:t>principales</a:t>
            </a:r>
            <a:r>
              <a:rPr lang="en-US" sz="2000" dirty="0"/>
              <a:t> :</a:t>
            </a:r>
          </a:p>
          <a:p>
            <a:pPr lvl="1"/>
            <a:r>
              <a:rPr lang="en-US" sz="1600" b="1" dirty="0"/>
              <a:t>Nom</a:t>
            </a:r>
            <a:r>
              <a:rPr lang="en-US" sz="1600" dirty="0"/>
              <a:t> — </a:t>
            </a:r>
            <a:r>
              <a:rPr lang="en-US" sz="1600" dirty="0" err="1"/>
              <a:t>vocabulaire</a:t>
            </a:r>
            <a:r>
              <a:rPr lang="en-US" sz="1600" dirty="0"/>
              <a:t> </a:t>
            </a:r>
            <a:r>
              <a:rPr lang="en-US" sz="1600" dirty="0" err="1"/>
              <a:t>commun</a:t>
            </a:r>
            <a:endParaRPr lang="en-US" sz="1600" dirty="0"/>
          </a:p>
          <a:p>
            <a:pPr lvl="1"/>
            <a:r>
              <a:rPr lang="en-US" sz="1600" b="1" dirty="0" err="1"/>
              <a:t>Problème</a:t>
            </a:r>
            <a:r>
              <a:rPr lang="en-US" sz="1600" dirty="0"/>
              <a:t> — </a:t>
            </a:r>
            <a:r>
              <a:rPr lang="en-US" sz="1600" dirty="0" err="1"/>
              <a:t>quand</a:t>
            </a:r>
            <a:r>
              <a:rPr lang="en-US" sz="1600" dirty="0"/>
              <a:t> </a:t>
            </a:r>
            <a:r>
              <a:rPr lang="en-US" sz="1600" dirty="0" err="1"/>
              <a:t>l’utiliser</a:t>
            </a:r>
            <a:r>
              <a:rPr lang="en-US" sz="1600" dirty="0"/>
              <a:t> ?</a:t>
            </a:r>
          </a:p>
          <a:p>
            <a:pPr lvl="1"/>
            <a:r>
              <a:rPr lang="en-US" sz="1600" b="1" dirty="0"/>
              <a:t>Solution</a:t>
            </a:r>
            <a:r>
              <a:rPr lang="en-US" sz="1600" dirty="0"/>
              <a:t> — structure des classes et </a:t>
            </a:r>
            <a:r>
              <a:rPr lang="en-US" sz="1600" dirty="0" err="1"/>
              <a:t>objets</a:t>
            </a:r>
            <a:endParaRPr lang="en-US" sz="1600" dirty="0"/>
          </a:p>
          <a:p>
            <a:pPr lvl="1"/>
            <a:r>
              <a:rPr lang="en-US" sz="1600" b="1" dirty="0" err="1"/>
              <a:t>Conséquences</a:t>
            </a:r>
            <a:r>
              <a:rPr lang="en-US" sz="1600" dirty="0"/>
              <a:t> — </a:t>
            </a:r>
            <a:r>
              <a:rPr lang="en-US" sz="1600" dirty="0" err="1"/>
              <a:t>avantages</a:t>
            </a:r>
            <a:r>
              <a:rPr lang="en-US" sz="1600" dirty="0"/>
              <a:t> / </a:t>
            </a:r>
            <a:r>
              <a:rPr lang="en-US" sz="1600" dirty="0" err="1"/>
              <a:t>limites</a:t>
            </a:r>
            <a:endParaRPr lang="en-US" sz="1600" dirty="0"/>
          </a:p>
          <a:p>
            <a:r>
              <a:rPr lang="en-US" sz="2000" dirty="0"/>
              <a:t>Cette structure nous </a:t>
            </a:r>
            <a:r>
              <a:rPr lang="en-US" sz="2000" dirty="0" err="1"/>
              <a:t>servira</a:t>
            </a:r>
            <a:r>
              <a:rPr lang="en-US" sz="2000" dirty="0"/>
              <a:t> de </a:t>
            </a:r>
            <a:r>
              <a:rPr lang="en-US" sz="2000" dirty="0" err="1"/>
              <a:t>référence</a:t>
            </a:r>
            <a:r>
              <a:rPr lang="en-US" sz="2000" dirty="0"/>
              <a:t> pour </a:t>
            </a:r>
            <a:r>
              <a:rPr lang="en-US" sz="2000" dirty="0" err="1"/>
              <a:t>parcourir</a:t>
            </a:r>
            <a:r>
              <a:rPr lang="en-US" sz="2000" dirty="0"/>
              <a:t> les patterns dans les trois </a:t>
            </a:r>
            <a:r>
              <a:rPr lang="en-US" sz="2000" dirty="0" err="1"/>
              <a:t>familles</a:t>
            </a:r>
            <a:r>
              <a:rPr lang="en-US" sz="2000" dirty="0"/>
              <a:t> :</a:t>
            </a:r>
          </a:p>
          <a:p>
            <a:r>
              <a:rPr lang="en-US" sz="2000" b="1" dirty="0" err="1"/>
              <a:t>Création</a:t>
            </a:r>
            <a:r>
              <a:rPr lang="en-US" sz="2000" b="1" dirty="0"/>
              <a:t> – Structure – </a:t>
            </a:r>
            <a:r>
              <a:rPr lang="en-US" sz="2000" b="1" dirty="0" err="1"/>
              <a:t>Comportement</a:t>
            </a:r>
            <a:endParaRPr lang="en-US" sz="2000" dirty="0"/>
          </a:p>
        </p:txBody>
      </p:sp>
      <p:pic>
        <p:nvPicPr>
          <p:cNvPr id="14" name="Picture 13" descr="Abstract colorful half circles">
            <a:extLst>
              <a:ext uri="{FF2B5EF4-FFF2-40B4-BE49-F238E27FC236}">
                <a16:creationId xmlns:a16="http://schemas.microsoft.com/office/drawing/2014/main" id="{537CDC95-0E28-B1A7-9BB2-8EBCA3A1C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9478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7393D-4D0B-6491-4B5B-7ADAD7E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 b="1" err="1"/>
              <a:t>Catégories</a:t>
            </a:r>
            <a:r>
              <a:rPr lang="en-GB" b="1"/>
              <a:t> de Design Patterns</a:t>
            </a:r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7AEE9-9CE4-006B-9C04-D76448437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52" r="26450" b="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799174-31AE-D636-1132-41D698DAC6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342403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99875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090D5F-01AF-4676-ADF9-09DA80A2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129A6924-D08B-45DD-8219-D130D09CE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90427" y="683791"/>
            <a:ext cx="2987899" cy="2987899"/>
          </a:xfrm>
          <a:prstGeom prst="arc">
            <a:avLst>
              <a:gd name="adj1" fmla="val 16200000"/>
              <a:gd name="adj2" fmla="val 2120553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F2C80-A660-0459-135F-E2B47C38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63" y="643467"/>
            <a:ext cx="4926669" cy="28664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Design Patterns de création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17520-61E0-4CCA-CC2A-CABCAE554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1863" y="3671690"/>
            <a:ext cx="4926669" cy="2532618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Usine, prototype, construction</a:t>
            </a:r>
          </a:p>
        </p:txBody>
      </p:sp>
      <p:pic>
        <p:nvPicPr>
          <p:cNvPr id="5" name="Picture 4" descr="Motifs 3D ondulés">
            <a:extLst>
              <a:ext uri="{FF2B5EF4-FFF2-40B4-BE49-F238E27FC236}">
                <a16:creationId xmlns:a16="http://schemas.microsoft.com/office/drawing/2014/main" id="{25F38CE7-F5F7-10CC-F1E4-C3848B72AB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9" r="30941"/>
          <a:stretch/>
        </p:blipFill>
        <p:spPr>
          <a:xfrm>
            <a:off x="643466" y="721046"/>
            <a:ext cx="5334930" cy="5334930"/>
          </a:xfrm>
          <a:custGeom>
            <a:avLst/>
            <a:gdLst/>
            <a:ahLst/>
            <a:cxnLst/>
            <a:rect l="l" t="t" r="r" b="b"/>
            <a:pathLst>
              <a:path w="4048125" h="4048125">
                <a:moveTo>
                  <a:pt x="65094" y="0"/>
                </a:moveTo>
                <a:lnTo>
                  <a:pt x="3983031" y="0"/>
                </a:lnTo>
                <a:cubicBezTo>
                  <a:pt x="4018981" y="0"/>
                  <a:pt x="4048125" y="29144"/>
                  <a:pt x="4048125" y="65094"/>
                </a:cubicBezTo>
                <a:lnTo>
                  <a:pt x="4048125" y="3983031"/>
                </a:lnTo>
                <a:cubicBezTo>
                  <a:pt x="4048125" y="4018981"/>
                  <a:pt x="4018981" y="4048125"/>
                  <a:pt x="3983031" y="4048125"/>
                </a:cubicBezTo>
                <a:lnTo>
                  <a:pt x="65094" y="4048125"/>
                </a:lnTo>
                <a:cubicBezTo>
                  <a:pt x="29144" y="4048125"/>
                  <a:pt x="0" y="4018981"/>
                  <a:pt x="0" y="3983031"/>
                </a:cubicBezTo>
                <a:lnTo>
                  <a:pt x="0" y="65094"/>
                </a:lnTo>
                <a:cubicBezTo>
                  <a:pt x="0" y="29144"/>
                  <a:pt x="29144" y="0"/>
                  <a:pt x="65094" y="0"/>
                </a:cubicBez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1B0AB56-1C73-492F-9E03-DF7B546AF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0321" y="4381081"/>
            <a:ext cx="784976" cy="784976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031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A906E-71DE-2F51-2DC0-1891C5DA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b="1"/>
              <a:t>Factory Pattern (Patron </a:t>
            </a:r>
            <a:r>
              <a:rPr lang="en-GB" b="1" err="1"/>
              <a:t>d’Usine</a:t>
            </a:r>
            <a:r>
              <a:rPr lang="en-GB" b="1"/>
              <a:t>)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58E96F3-2929-E80F-6431-ED28B4E1A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5611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3587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C2CCF-7A69-12FC-651C-21AEF02A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 1 —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Création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d’un deck dans le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programme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principal</a:t>
            </a: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84701-96C1-9D80-0B60-00A1C10701CE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Le programme principal crée directement un type spécifique de deck.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Toute modification du type de deck (normal, petit, test) implique une modification du code.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9CCE3-C2E1-84F6-144D-EFDDDE46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46326"/>
            <a:ext cx="10917936" cy="384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48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7470B-9B82-571C-680E-74068434F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2C863-038F-BF6B-928B-82CCC167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 1 —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Variantes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création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sans Factory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021EF-70B7-3D7E-EE04-68E28A5D58D8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Plusieurs implémentations coexistent.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Le choix du deck doit être modifié manuellement selon le besoin.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Chaque nouvelle variante nécessite une nouvelle modification du programme.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2AED3-F2C2-6A86-0B29-A7D0F837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564684"/>
            <a:ext cx="10917936" cy="34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65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01E33-D253-304D-C217-2C391D5A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4043E-890B-352B-2CD1-1F038AEC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 2 —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Utilisation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d’une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Factory dans le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programme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principal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49A39-8560-73E9-33DA-F45FA585829D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/>
              <a:t>création</a:t>
            </a:r>
            <a:r>
              <a:rPr lang="en-US" sz="2000" dirty="0"/>
              <a:t> du deck est </a:t>
            </a:r>
            <a:r>
              <a:rPr lang="en-US" sz="2000"/>
              <a:t>confiée</a:t>
            </a:r>
            <a:r>
              <a:rPr lang="en-US" sz="2000" dirty="0"/>
              <a:t> à </a:t>
            </a:r>
            <a:r>
              <a:rPr lang="en-US" sz="2000"/>
              <a:t>une</a:t>
            </a:r>
            <a:r>
              <a:rPr lang="en-US" sz="2000" dirty="0"/>
              <a:t> Factory.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 </a:t>
            </a:r>
            <a:r>
              <a:rPr lang="en-US" sz="2000"/>
              <a:t>programme</a:t>
            </a:r>
            <a:r>
              <a:rPr lang="en-US" sz="2000" dirty="0"/>
              <a:t> principal ne </a:t>
            </a:r>
            <a:r>
              <a:rPr lang="en-US" sz="2000"/>
              <a:t>dépend</a:t>
            </a:r>
            <a:r>
              <a:rPr lang="en-US" sz="2000" dirty="0"/>
              <a:t> plus des classes </a:t>
            </a:r>
            <a:r>
              <a:rPr lang="en-US" sz="2000"/>
              <a:t>concrètes</a:t>
            </a:r>
            <a:r>
              <a:rPr lang="en-US" sz="2000" dirty="0"/>
              <a:t>.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L’ajout</a:t>
            </a:r>
            <a:r>
              <a:rPr lang="en-US" sz="2000" dirty="0"/>
              <a:t> de nouveaux types de decks se </a:t>
            </a:r>
            <a:r>
              <a:rPr lang="en-US" sz="2000"/>
              <a:t>concentre</a:t>
            </a:r>
            <a:r>
              <a:rPr lang="en-US" sz="2000" dirty="0"/>
              <a:t> dans la Factory, sans modifier le </a:t>
            </a:r>
            <a:r>
              <a:rPr lang="en-US" sz="2000"/>
              <a:t>reste</a:t>
            </a:r>
            <a:r>
              <a:rPr lang="en-US" sz="2000" dirty="0"/>
              <a:t> du </a:t>
            </a:r>
            <a:r>
              <a:rPr lang="en-US" sz="2000"/>
              <a:t>programme</a:t>
            </a:r>
            <a:r>
              <a:rPr lang="en-US" sz="2000" dirty="0"/>
              <a:t>.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F323B-17E7-56BC-6739-E6AED0993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30" y="2290936"/>
            <a:ext cx="10773748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03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C1706-ED67-EC64-5E50-22D330EAF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8F91-6423-8FBF-7A55-8F9D0C21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 2 — Factory : création centralisée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0C6D4A-9EB5-F0AC-DC0E-A8559321EDC3}"/>
              </a:ext>
            </a:extLst>
          </p:cNvPr>
          <p:cNvSpPr txBox="1"/>
          <p:nvPr/>
        </p:nvSpPr>
        <p:spPr>
          <a:xfrm>
            <a:off x="5825613" y="838200"/>
            <a:ext cx="5501247" cy="186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La création des decks est </a:t>
            </a:r>
            <a:r>
              <a:rPr lang="en-US" sz="1600" b="1"/>
              <a:t>centralisée</a:t>
            </a:r>
            <a:r>
              <a:rPr lang="en-US" sz="1600"/>
              <a:t> dans une classe dédiée.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Le programme principal ne dépend plus directement de NormalDeck, SmallDeck, TestDeck.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Pour ajouter un nouveau type de deck, il suffit de modifier </a:t>
            </a:r>
            <a:r>
              <a:rPr lang="en-US" sz="1600" b="1"/>
              <a:t>uniquement la Factory</a:t>
            </a:r>
            <a:r>
              <a:rPr lang="en-US" sz="16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Le reste du code ne change pas.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C8373-C7C5-0B43-4A90-101C8591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793" y="2704558"/>
            <a:ext cx="7702414" cy="360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33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4E7A4-58C8-F2C4-02F4-B86F39EC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b="1"/>
              <a:t>Prototype Pattern (Patron Prototype)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64F552-1F38-17FF-7831-3D3276CD5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90843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757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A4E46-D331-6C9C-E249-F6E3C045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Prototype — Pourquoi et dans quels cas ?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6DE4A96-FFC1-BF25-2226-072D986D2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0675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398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2F56-95FC-3343-9BBE-0724B839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Exemple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22A39-7EFC-98E0-DFC2-566FE9F7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054755"/>
            <a:ext cx="5422900" cy="147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DD9B8D-0553-94C1-8FF5-73B8512E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786" y="3527955"/>
            <a:ext cx="2501900" cy="1231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A31320-97F8-06C6-C609-E335F034EBC3}"/>
              </a:ext>
            </a:extLst>
          </p:cNvPr>
          <p:cNvSpPr txBox="1"/>
          <p:nvPr/>
        </p:nvSpPr>
        <p:spPr>
          <a:xfrm>
            <a:off x="7411786" y="3093617"/>
            <a:ext cx="382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Modification </a:t>
            </a:r>
            <a:r>
              <a:rPr lang="en-US" dirty="0" err="1"/>
              <a:t>uniquement</a:t>
            </a:r>
            <a:r>
              <a:rPr lang="en-US" dirty="0"/>
              <a:t> sur la </a:t>
            </a:r>
            <a:r>
              <a:rPr lang="en-US" dirty="0" err="1"/>
              <a:t>copie</a:t>
            </a:r>
            <a:r>
              <a:rPr lang="en-US" dirty="0"/>
              <a:t>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2A81B-F4C3-D761-334A-8636558E4C35}"/>
              </a:ext>
            </a:extLst>
          </p:cNvPr>
          <p:cNvSpPr txBox="1"/>
          <p:nvPr/>
        </p:nvSpPr>
        <p:spPr>
          <a:xfrm>
            <a:off x="673100" y="4778377"/>
            <a:ext cx="40909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L’original</a:t>
            </a:r>
            <a:r>
              <a:rPr lang="en-US" dirty="0"/>
              <a:t> </a:t>
            </a:r>
            <a:r>
              <a:rPr lang="en-US" dirty="0" err="1"/>
              <a:t>reste</a:t>
            </a:r>
            <a:r>
              <a:rPr lang="en-US" dirty="0"/>
              <a:t> intact</a:t>
            </a:r>
          </a:p>
          <a:p>
            <a:r>
              <a:rPr lang="en-US" dirty="0"/>
              <a:t>Une version de </a:t>
            </a:r>
            <a:r>
              <a:rPr lang="en-US" dirty="0" err="1"/>
              <a:t>référence</a:t>
            </a:r>
            <a:r>
              <a:rPr lang="en-US" dirty="0"/>
              <a:t> est </a:t>
            </a:r>
            <a:r>
              <a:rPr lang="en-US" dirty="0" err="1"/>
              <a:t>conservée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copie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utilisée</a:t>
            </a:r>
            <a:r>
              <a:rPr lang="en-US" dirty="0"/>
              <a:t> </a:t>
            </a:r>
            <a:r>
              <a:rPr lang="en-US" dirty="0" err="1"/>
              <a:t>séparément</a:t>
            </a:r>
            <a:endParaRPr lang="en-US" dirty="0"/>
          </a:p>
          <a:p>
            <a:r>
              <a:rPr lang="en-US" dirty="0"/>
              <a:t>Les deux </a:t>
            </a:r>
            <a:r>
              <a:rPr lang="en-US" dirty="0" err="1"/>
              <a:t>objets</a:t>
            </a:r>
            <a:r>
              <a:rPr lang="en-US" dirty="0"/>
              <a:t> </a:t>
            </a:r>
            <a:r>
              <a:rPr lang="en-US" dirty="0" err="1"/>
              <a:t>deviennent</a:t>
            </a:r>
            <a:r>
              <a:rPr lang="en-US" dirty="0"/>
              <a:t> </a:t>
            </a:r>
            <a:r>
              <a:rPr lang="en-US" dirty="0" err="1"/>
              <a:t>indépendants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01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E7A4-58C8-F2C4-02F4-B86F39EC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sz="4400" b="1" dirty="0"/>
              <a:t>Builder Pattern (Patron Builder)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64F552-1F38-17FF-7831-3D3276CD5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40422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8730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33AA-BF0A-5A1F-0829-1606A3B1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/>
              <a:t>Builder — Configuration sans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EE386-12E2-BE67-67E9-FA0F9E70A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1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0705D-AB95-EF7C-205E-CBDFB99A7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/>
              <a:t>Chaque nouvelle variante de partie nécessite un nouveau bloc de création.</a:t>
            </a:r>
          </a:p>
          <a:p>
            <a:r>
              <a:rPr lang="en-US" sz="1800"/>
              <a:t>Le code de création d’une partie est dupliqué.</a:t>
            </a:r>
          </a:p>
          <a:p>
            <a:r>
              <a:rPr lang="en-US" sz="1800"/>
              <a:t>Les combinaisons (deck × règle) deviennent difficiles à gérer.</a:t>
            </a:r>
          </a:p>
        </p:txBody>
      </p:sp>
    </p:spTree>
    <p:extLst>
      <p:ext uri="{BB962C8B-B14F-4D97-AF65-F5344CB8AC3E}">
        <p14:creationId xmlns:p14="http://schemas.microsoft.com/office/powerpoint/2010/main" val="2130839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BB20E-3B0D-45DE-C8ED-0E7F3C79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 introduit une abstraction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D7F51-8606-EA4D-C311-BF5A8B09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2208"/>
            <a:ext cx="10905066" cy="42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09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FFE2-414D-CE48-EC77-4E3DEB04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/>
              <a:t>Principe du Builder</a:t>
            </a:r>
            <a:br>
              <a:rPr lang="en-US" sz="3600" b="1"/>
            </a:br>
            <a:endParaRPr lang="en-US"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B9668-A896-055A-1A9C-F0C4B215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95" b="10247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BA39B-BFCE-DEB9-0DFB-0E905A8EE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/>
              <a:t>Chaque Builder construit </a:t>
            </a:r>
            <a:r>
              <a:rPr lang="en-US" sz="1800" b="1"/>
              <a:t>une variante complète du jeu</a:t>
            </a:r>
            <a:r>
              <a:rPr lang="en-US" sz="180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40800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AAB7A-8622-5BC2-8A00-96C7E296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4C0E-6146-1D19-EA35-865743825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/>
              <a:t>Principe du Builder</a:t>
            </a:r>
            <a:br>
              <a:rPr lang="en-US" sz="3600" b="1"/>
            </a:br>
            <a:endParaRPr lang="en-US" sz="3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B643D-D7C1-2AD3-5DBF-D6690D94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37" b="10247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1E6B-8881-7625-FDF3-1251C8E43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/>
              <a:t>Chaque Builder construit </a:t>
            </a:r>
            <a:r>
              <a:rPr lang="en-US" sz="1800" b="1"/>
              <a:t>une variante complète du jeu</a:t>
            </a:r>
            <a:r>
              <a:rPr lang="en-US" sz="180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172592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C2CA5-4290-E8E1-761F-45F085C3A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B92B4-A933-B568-BA3C-7892FF87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Principe du Builder</a:t>
            </a:r>
            <a:b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7677-A861-30C2-D189-98D660117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Programme principal (main) avec un GameBuilder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A273B-984B-6F68-D181-DB371026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48502"/>
            <a:ext cx="7214616" cy="37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6D9A-1DAE-BD41-9ECB-17E076E0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945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/>
              <a:t>Design Patterns </a:t>
            </a:r>
            <a:r>
              <a:rPr lang="en-US" sz="6600" b="1" dirty="0" err="1"/>
              <a:t>comportementaux</a:t>
            </a:r>
            <a:endParaRPr lang="en-US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5FDB6-4DEC-E645-9ACE-6A5ED2E87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636008"/>
            <a:ext cx="6894576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Observation</a:t>
            </a:r>
          </a:p>
        </p:txBody>
      </p:sp>
      <p:pic>
        <p:nvPicPr>
          <p:cNvPr id="5" name="Picture 4" descr="Motifs 3D ondulés">
            <a:extLst>
              <a:ext uri="{FF2B5EF4-FFF2-40B4-BE49-F238E27FC236}">
                <a16:creationId xmlns:a16="http://schemas.microsoft.com/office/drawing/2014/main" id="{105E5670-606E-B4E9-4FEC-2C9F358C60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64" r="44595" b="-1"/>
          <a:stretch/>
        </p:blipFill>
        <p:spPr>
          <a:xfrm>
            <a:off x="8139803" y="10"/>
            <a:ext cx="4052199" cy="6857990"/>
          </a:xfrm>
          <a:custGeom>
            <a:avLst/>
            <a:gdLst/>
            <a:ahLst/>
            <a:cxnLst/>
            <a:rect l="l" t="t" r="r" b="b"/>
            <a:pathLst>
              <a:path w="4052199" h="6858000">
                <a:moveTo>
                  <a:pt x="25603" y="0"/>
                </a:moveTo>
                <a:lnTo>
                  <a:pt x="4052199" y="0"/>
                </a:lnTo>
                <a:lnTo>
                  <a:pt x="4052199" y="6858000"/>
                </a:lnTo>
                <a:lnTo>
                  <a:pt x="28079" y="6858000"/>
                </a:lnTo>
                <a:lnTo>
                  <a:pt x="37459" y="6497135"/>
                </a:lnTo>
                <a:cubicBezTo>
                  <a:pt x="37586" y="6492050"/>
                  <a:pt x="38603" y="6487092"/>
                  <a:pt x="38603" y="6482007"/>
                </a:cubicBezTo>
                <a:cubicBezTo>
                  <a:pt x="47502" y="6367973"/>
                  <a:pt x="52587" y="6253939"/>
                  <a:pt x="18135" y="6142702"/>
                </a:cubicBezTo>
                <a:cubicBezTo>
                  <a:pt x="15084" y="6132214"/>
                  <a:pt x="13495" y="6121344"/>
                  <a:pt x="13432" y="6110411"/>
                </a:cubicBezTo>
                <a:cubicBezTo>
                  <a:pt x="11690" y="6013324"/>
                  <a:pt x="15936" y="5916236"/>
                  <a:pt x="26145" y="5819669"/>
                </a:cubicBezTo>
                <a:cubicBezTo>
                  <a:pt x="31229" y="5760555"/>
                  <a:pt x="26017" y="5700423"/>
                  <a:pt x="42926" y="5641690"/>
                </a:cubicBezTo>
                <a:cubicBezTo>
                  <a:pt x="50337" y="5612565"/>
                  <a:pt x="54595" y="5582728"/>
                  <a:pt x="55638" y="5552700"/>
                </a:cubicBezTo>
                <a:cubicBezTo>
                  <a:pt x="60087" y="5479983"/>
                  <a:pt x="38603" y="5411588"/>
                  <a:pt x="18263" y="5343066"/>
                </a:cubicBezTo>
                <a:cubicBezTo>
                  <a:pt x="7456" y="5306707"/>
                  <a:pt x="-5384" y="5269459"/>
                  <a:pt x="2372" y="5231320"/>
                </a:cubicBezTo>
                <a:cubicBezTo>
                  <a:pt x="16076" y="5173655"/>
                  <a:pt x="23920" y="5114744"/>
                  <a:pt x="25763" y="5055502"/>
                </a:cubicBezTo>
                <a:cubicBezTo>
                  <a:pt x="25635" y="5012660"/>
                  <a:pt x="15338" y="4970962"/>
                  <a:pt x="18898" y="4928374"/>
                </a:cubicBezTo>
                <a:cubicBezTo>
                  <a:pt x="27073" y="4845715"/>
                  <a:pt x="29157" y="4762561"/>
                  <a:pt x="25127" y="4679584"/>
                </a:cubicBezTo>
                <a:cubicBezTo>
                  <a:pt x="25077" y="4646429"/>
                  <a:pt x="28776" y="4613376"/>
                  <a:pt x="36187" y="4581060"/>
                </a:cubicBezTo>
                <a:cubicBezTo>
                  <a:pt x="45493" y="4524043"/>
                  <a:pt x="47464" y="4466060"/>
                  <a:pt x="42036" y="4408547"/>
                </a:cubicBezTo>
                <a:cubicBezTo>
                  <a:pt x="36060" y="4341932"/>
                  <a:pt x="18263" y="4276334"/>
                  <a:pt x="13685" y="4209719"/>
                </a:cubicBezTo>
                <a:cubicBezTo>
                  <a:pt x="6694" y="4099371"/>
                  <a:pt x="16610" y="3989024"/>
                  <a:pt x="26398" y="3879186"/>
                </a:cubicBezTo>
                <a:cubicBezTo>
                  <a:pt x="34026" y="3808731"/>
                  <a:pt x="36060" y="3737781"/>
                  <a:pt x="32501" y="3667009"/>
                </a:cubicBezTo>
                <a:cubicBezTo>
                  <a:pt x="28051" y="3610818"/>
                  <a:pt x="21059" y="3554755"/>
                  <a:pt x="19788" y="3498437"/>
                </a:cubicBezTo>
                <a:cubicBezTo>
                  <a:pt x="17627" y="3398006"/>
                  <a:pt x="18390" y="3297701"/>
                  <a:pt x="24237" y="3197143"/>
                </a:cubicBezTo>
                <a:cubicBezTo>
                  <a:pt x="27162" y="3146928"/>
                  <a:pt x="32119" y="3096966"/>
                  <a:pt x="34026" y="3046242"/>
                </a:cubicBezTo>
                <a:cubicBezTo>
                  <a:pt x="35933" y="2995518"/>
                  <a:pt x="40001" y="2944413"/>
                  <a:pt x="28433" y="2894578"/>
                </a:cubicBezTo>
                <a:cubicBezTo>
                  <a:pt x="8855" y="2810038"/>
                  <a:pt x="23220" y="2725879"/>
                  <a:pt x="27415" y="2641593"/>
                </a:cubicBezTo>
                <a:cubicBezTo>
                  <a:pt x="29958" y="2589217"/>
                  <a:pt x="45214" y="2535568"/>
                  <a:pt x="31738" y="2484717"/>
                </a:cubicBezTo>
                <a:cubicBezTo>
                  <a:pt x="10507" y="2405008"/>
                  <a:pt x="24492" y="2326951"/>
                  <a:pt x="31738" y="2248513"/>
                </a:cubicBezTo>
                <a:cubicBezTo>
                  <a:pt x="40218" y="2174283"/>
                  <a:pt x="38768" y="2099252"/>
                  <a:pt x="27415" y="2025403"/>
                </a:cubicBezTo>
                <a:cubicBezTo>
                  <a:pt x="12986" y="1952165"/>
                  <a:pt x="12986" y="1876803"/>
                  <a:pt x="27415" y="1803565"/>
                </a:cubicBezTo>
                <a:cubicBezTo>
                  <a:pt x="39276" y="1743102"/>
                  <a:pt x="40598" y="1681038"/>
                  <a:pt x="31356" y="1620119"/>
                </a:cubicBezTo>
                <a:cubicBezTo>
                  <a:pt x="25127" y="1576514"/>
                  <a:pt x="13940" y="1533163"/>
                  <a:pt x="12414" y="1489558"/>
                </a:cubicBezTo>
                <a:cubicBezTo>
                  <a:pt x="9262" y="1398420"/>
                  <a:pt x="11118" y="1307167"/>
                  <a:pt x="18008" y="1216233"/>
                </a:cubicBezTo>
                <a:cubicBezTo>
                  <a:pt x="26017" y="1112496"/>
                  <a:pt x="41400" y="1009268"/>
                  <a:pt x="30721" y="904896"/>
                </a:cubicBezTo>
                <a:cubicBezTo>
                  <a:pt x="27162" y="869046"/>
                  <a:pt x="19661" y="833323"/>
                  <a:pt x="18771" y="797346"/>
                </a:cubicBezTo>
                <a:cubicBezTo>
                  <a:pt x="17118" y="730095"/>
                  <a:pt x="16737" y="663607"/>
                  <a:pt x="20169" y="593941"/>
                </a:cubicBezTo>
                <a:cubicBezTo>
                  <a:pt x="23602" y="524274"/>
                  <a:pt x="38348" y="451938"/>
                  <a:pt x="28433" y="383798"/>
                </a:cubicBezTo>
                <a:cubicBezTo>
                  <a:pt x="18516" y="315657"/>
                  <a:pt x="24873" y="248406"/>
                  <a:pt x="31229" y="181410"/>
                </a:cubicBezTo>
                <a:cubicBezTo>
                  <a:pt x="34344" y="149565"/>
                  <a:pt x="36410" y="118069"/>
                  <a:pt x="35854" y="8670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6599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6DE3A-9F18-374C-209D-D8DA13D1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Strategy — Introduction théorique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6112A0-A495-43B0-19C8-608175386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0047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1624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9A96-A912-37A3-407B-545ED799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/>
              <a:t>Strategy — Problème</a:t>
            </a:r>
            <a:endParaRPr lang="en-US" sz="3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9214B-8685-98C6-F194-9CE0E4ED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82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ABA0A-6276-4CF5-3F49-1D4B120BA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Une </a:t>
            </a:r>
            <a:r>
              <a:rPr lang="en-US" sz="1800" dirty="0" err="1"/>
              <a:t>seule</a:t>
            </a:r>
            <a:r>
              <a:rPr lang="en-US" sz="1800" dirty="0"/>
              <a:t> </a:t>
            </a:r>
            <a:r>
              <a:rPr lang="en-US" sz="1800" dirty="0" err="1"/>
              <a:t>méthode</a:t>
            </a:r>
            <a:r>
              <a:rPr lang="en-US" sz="1800" dirty="0"/>
              <a:t> </a:t>
            </a:r>
            <a:r>
              <a:rPr lang="en-US" sz="1800" dirty="0" err="1"/>
              <a:t>gère</a:t>
            </a:r>
            <a:r>
              <a:rPr lang="en-US" sz="1800" dirty="0"/>
              <a:t> </a:t>
            </a:r>
            <a:r>
              <a:rPr lang="en-US" sz="1800" dirty="0" err="1"/>
              <a:t>plusieurs</a:t>
            </a:r>
            <a:r>
              <a:rPr lang="en-US" sz="1800" dirty="0"/>
              <a:t> </a:t>
            </a:r>
            <a:r>
              <a:rPr lang="en-US" sz="1800" dirty="0" err="1"/>
              <a:t>règles</a:t>
            </a:r>
            <a:r>
              <a:rPr lang="en-US" sz="1800" dirty="0"/>
              <a:t>.</a:t>
            </a:r>
          </a:p>
          <a:p>
            <a:r>
              <a:rPr lang="en-US" sz="1800" dirty="0"/>
              <a:t>La </a:t>
            </a:r>
            <a:r>
              <a:rPr lang="en-US" sz="1800" dirty="0" err="1"/>
              <a:t>logique</a:t>
            </a:r>
            <a:r>
              <a:rPr lang="en-US" sz="1800" dirty="0"/>
              <a:t> </a:t>
            </a:r>
            <a:r>
              <a:rPr lang="en-US" sz="1800" dirty="0" err="1"/>
              <a:t>devient</a:t>
            </a:r>
            <a:r>
              <a:rPr lang="en-US" sz="1800" dirty="0"/>
              <a:t> difficile à </a:t>
            </a:r>
            <a:r>
              <a:rPr lang="en-US" sz="1800" dirty="0" err="1"/>
              <a:t>comprendre</a:t>
            </a:r>
            <a:r>
              <a:rPr lang="en-US" sz="1800" dirty="0"/>
              <a:t> et </a:t>
            </a:r>
            <a:r>
              <a:rPr lang="en-US" sz="1800" dirty="0" err="1"/>
              <a:t>maintenir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Ajouter</a:t>
            </a:r>
            <a:r>
              <a:rPr lang="en-US" sz="1800" dirty="0"/>
              <a:t> </a:t>
            </a:r>
            <a:r>
              <a:rPr lang="en-US" sz="1800" dirty="0" err="1"/>
              <a:t>une</a:t>
            </a:r>
            <a:r>
              <a:rPr lang="en-US" sz="1800" dirty="0"/>
              <a:t> nouvelle </a:t>
            </a:r>
            <a:r>
              <a:rPr lang="en-US" sz="1800" dirty="0" err="1"/>
              <a:t>règle</a:t>
            </a:r>
            <a:r>
              <a:rPr lang="en-US" sz="1800" dirty="0"/>
              <a:t> </a:t>
            </a:r>
            <a:r>
              <a:rPr lang="en-US" sz="1800" dirty="0" err="1"/>
              <a:t>implique</a:t>
            </a:r>
            <a:r>
              <a:rPr lang="en-US" sz="1800" dirty="0"/>
              <a:t> de modifier la </a:t>
            </a:r>
            <a:r>
              <a:rPr lang="en-US" sz="1800" dirty="0" err="1"/>
              <a:t>méthode</a:t>
            </a:r>
            <a:r>
              <a:rPr lang="en-US" sz="1800" dirty="0"/>
              <a:t>.</a:t>
            </a:r>
          </a:p>
          <a:p>
            <a:r>
              <a:rPr lang="en-US" sz="1800" dirty="0"/>
              <a:t>La </a:t>
            </a:r>
            <a:r>
              <a:rPr lang="en-US" sz="1800" dirty="0" err="1"/>
              <a:t>méthode</a:t>
            </a:r>
            <a:r>
              <a:rPr lang="en-US" sz="1800" dirty="0"/>
              <a:t> ne </a:t>
            </a:r>
            <a:r>
              <a:rPr lang="en-US" sz="1800" dirty="0" err="1"/>
              <a:t>respecte</a:t>
            </a:r>
            <a:r>
              <a:rPr lang="en-US" sz="1800" dirty="0"/>
              <a:t> plus la </a:t>
            </a:r>
            <a:r>
              <a:rPr lang="en-US" sz="1800" dirty="0" err="1"/>
              <a:t>responsabilité</a:t>
            </a:r>
            <a:r>
              <a:rPr lang="en-US" sz="1800" dirty="0"/>
              <a:t> unique.</a:t>
            </a:r>
          </a:p>
        </p:txBody>
      </p:sp>
    </p:spTree>
    <p:extLst>
      <p:ext uri="{BB962C8B-B14F-4D97-AF65-F5344CB8AC3E}">
        <p14:creationId xmlns:p14="http://schemas.microsoft.com/office/powerpoint/2010/main" val="2389172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45636-A3BB-C4A1-C249-812E1780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Strategy — Principe</a:t>
            </a:r>
            <a:b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Définir une interface représentant l’algorithme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A16FE-5EEF-69C0-60A9-B24AB70F0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27405"/>
            <a:ext cx="10905066" cy="288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93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71411-B082-EE08-7423-D5C0EAC9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Strategy — Principe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Créer une implémentation par règle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850A9-3611-4990-056D-AA04CEDA9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528" y="364587"/>
            <a:ext cx="829094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64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C4CDF-DF6A-31AC-DEDA-6F297628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600" b="1"/>
              <a:t>Strategy — Utilisation</a:t>
            </a:r>
            <a:br>
              <a:rPr lang="en-US" sz="2600"/>
            </a:br>
            <a:r>
              <a:rPr lang="en-US" sz="2600"/>
              <a:t>Le jeu choisit une stratégie d’évaluation :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4E80-1A27-A0B5-7544-8C298387E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Avantages :</a:t>
            </a:r>
          </a:p>
          <a:p>
            <a:r>
              <a:rPr lang="en-US" sz="1700"/>
              <a:t>Les règles sont interchangeables.</a:t>
            </a:r>
          </a:p>
          <a:p>
            <a:r>
              <a:rPr lang="en-US" sz="1700"/>
              <a:t>Le code du jeu ne change pas lorsqu’on ajoute une nouvelle règle.</a:t>
            </a:r>
          </a:p>
          <a:p>
            <a:r>
              <a:rPr lang="en-US" sz="1700"/>
              <a:t>Chaque règle est isolée dans sa propre classe.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7898C-28D1-1A9D-BA65-94D554DB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823985"/>
            <a:ext cx="10917936" cy="28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90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E8D61-9A20-9A5C-EE46-11C2110DFA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92A34-58F0-12C2-B943-E4F6D272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State — Introduction théorique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966DE6-71C8-A2B0-F08B-8851DEFFE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0414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8103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F0F25-CDB4-85FC-D90D-6C19527F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b="1"/>
              <a:t>State — Définition des états </a:t>
            </a:r>
            <a:endParaRPr lang="en-US" sz="38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ECB9-9B36-B276-7295-70180D8DA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Le jeu progresse à travers une suite d’étapes prédéfinies.</a:t>
            </a:r>
          </a:p>
          <a:p>
            <a:r>
              <a:rPr lang="en-US" sz="2200"/>
              <a:t>Chaque valeur représente </a:t>
            </a:r>
            <a:r>
              <a:rPr lang="en-US" sz="2200" b="1"/>
              <a:t>une phase du déroulement</a:t>
            </a:r>
            <a:r>
              <a:rPr lang="en-US" sz="220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07D22-2E58-080D-EC96-CD81B7C4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01032"/>
            <a:ext cx="6903720" cy="405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16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098F-AF12-A92F-FA91-35911948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b="1"/>
              <a:t>State — Machine à états</a:t>
            </a:r>
            <a:endParaRPr lang="en-US" sz="380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AA518-B074-FB20-90F2-9BDD4960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La </a:t>
            </a:r>
            <a:r>
              <a:rPr lang="en-US" sz="2200" dirty="0" err="1"/>
              <a:t>logique</a:t>
            </a:r>
            <a:r>
              <a:rPr lang="en-US" sz="2200" dirty="0"/>
              <a:t> du jeu </a:t>
            </a:r>
            <a:r>
              <a:rPr lang="en-US" sz="2200" dirty="0" err="1"/>
              <a:t>dépend</a:t>
            </a:r>
            <a:r>
              <a:rPr lang="en-US" sz="2200" dirty="0"/>
              <a:t> de </a:t>
            </a:r>
            <a:r>
              <a:rPr lang="en-US" sz="2200" dirty="0" err="1"/>
              <a:t>gameState</a:t>
            </a:r>
            <a:r>
              <a:rPr lang="en-US" sz="2200" dirty="0"/>
              <a:t>.</a:t>
            </a:r>
          </a:p>
          <a:p>
            <a:r>
              <a:rPr lang="en-US" sz="2200" dirty="0"/>
              <a:t>Le </a:t>
            </a:r>
            <a:r>
              <a:rPr lang="en-US" sz="2200" dirty="0" err="1"/>
              <a:t>contrôleur</a:t>
            </a:r>
            <a:r>
              <a:rPr lang="en-US" sz="2200" dirty="0"/>
              <a:t> ne fait pas tout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même</a:t>
            </a:r>
            <a:r>
              <a:rPr lang="en-US" sz="2200" dirty="0"/>
              <a:t> temps :</a:t>
            </a:r>
          </a:p>
          <a:p>
            <a:r>
              <a:rPr lang="en-US" sz="2200" b="1" dirty="0"/>
              <a:t>il </a:t>
            </a:r>
            <a:r>
              <a:rPr lang="en-US" sz="2200" b="1" dirty="0" err="1"/>
              <a:t>réagit</a:t>
            </a:r>
            <a:r>
              <a:rPr lang="en-US" sz="2200" b="1" dirty="0"/>
              <a:t> </a:t>
            </a:r>
            <a:r>
              <a:rPr lang="en-US" sz="2200" b="1" dirty="0" err="1"/>
              <a:t>selon</a:t>
            </a:r>
            <a:r>
              <a:rPr lang="en-US" sz="2200" b="1" dirty="0"/>
              <a:t> </a:t>
            </a:r>
            <a:r>
              <a:rPr lang="en-US" sz="2200" b="1" dirty="0" err="1"/>
              <a:t>l’étape</a:t>
            </a:r>
            <a:r>
              <a:rPr lang="en-US" sz="2200" b="1" dirty="0"/>
              <a:t> active</a:t>
            </a:r>
            <a:r>
              <a:rPr lang="en-US" sz="2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0BDF5-7BB3-1292-01A8-469D7ECFA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355" y="640080"/>
            <a:ext cx="619760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48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3FBF4-5889-324C-136E-8C4112BB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3800" b="1"/>
              <a:t>State — Parallèle avec la version “pattern State”</a:t>
            </a:r>
            <a:endParaRPr lang="en-US" sz="38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C8F9-EF7F-AC8A-0FEF-5A99A5FFF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Dans le pattern complet :</a:t>
            </a:r>
          </a:p>
          <a:p>
            <a:r>
              <a:rPr lang="en-US" sz="2200"/>
              <a:t>→ chaque état serait une </a:t>
            </a:r>
            <a:r>
              <a:rPr lang="en-US" sz="2200" b="1"/>
              <a:t>classe</a:t>
            </a:r>
            <a:endParaRPr lang="en-US" sz="2200"/>
          </a:p>
          <a:p>
            <a:r>
              <a:rPr lang="en-US" sz="2200"/>
              <a:t>→ la logique serait déléguée à l’objet représentant l’état</a:t>
            </a:r>
          </a:p>
          <a:p>
            <a:r>
              <a:rPr lang="en-US" sz="2200"/>
              <a:t>→ plus de switch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CF8D0-F70E-3062-6C95-8A5E87E88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358924"/>
            <a:ext cx="6903720" cy="214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628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BB019-0AA6-4A58-B259-745FB99B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en-US" sz="5200" b="1"/>
              <a:t>Une classe par état</a:t>
            </a:r>
            <a:br>
              <a:rPr lang="en-US" sz="5200" b="1"/>
            </a:br>
            <a:endParaRPr lang="en-US" sz="5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242F80-0DEF-DB02-8236-590A72E953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1" r="7485" b="4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7F7B9-EB91-B229-0040-7A4FCEB91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en-US" sz="2200" b="1"/>
              <a:t>AddingPlayerState</a:t>
            </a:r>
          </a:p>
          <a:p>
            <a:r>
              <a:rPr lang="en-US" sz="2200" b="1"/>
              <a:t>CardsDealtState</a:t>
            </a:r>
          </a:p>
          <a:p>
            <a:r>
              <a:rPr lang="en-US" sz="2200" b="1"/>
              <a:t>WinnerRevealedState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623153-49F4-1284-B687-C7A962AAB3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6" r="2288" b="-2"/>
          <a:stretch>
            <a:fillRect/>
          </a:stretch>
        </p:blipFill>
        <p:spPr>
          <a:xfrm>
            <a:off x="7684008" y="17357"/>
            <a:ext cx="4507992" cy="2240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8011F-67F5-971F-7436-8C1F8CC871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91" r="5065" b="1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20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376FD-3CC3-364D-9914-C0FA3F16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 contrôleur utilise l’état courant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FF8D26B-FF76-38D4-B2DC-3E00AAFAD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2" y="643466"/>
            <a:ext cx="6310187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7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1993</TotalTime>
  <Words>1655</Words>
  <Application>Microsoft Macintosh PowerPoint</Application>
  <PresentationFormat>Widescreen</PresentationFormat>
  <Paragraphs>184</Paragraphs>
  <Slides>43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Compréhension des Design Patterns</vt:lpstr>
      <vt:lpstr>Objectif général : comprendre comment les Design Patterns structurent une application</vt:lpstr>
      <vt:lpstr>Objectif général : comprendre comment les Design Patterns structurent une application</vt:lpstr>
      <vt:lpstr>Modèle MVC</vt:lpstr>
      <vt:lpstr>Séparation des préoccupations</vt:lpstr>
      <vt:lpstr>Gestion claire des composants logiques</vt:lpstr>
      <vt:lpstr>Transition vers les Design Patterns</vt:lpstr>
      <vt:lpstr>Pourquoi introduire les Design Patterns après MVC ?</vt:lpstr>
      <vt:lpstr>Conclusion :</vt:lpstr>
      <vt:lpstr>Historique des Design Patterns</vt:lpstr>
      <vt:lpstr>Contexte :</vt:lpstr>
      <vt:lpstr>Explication :</vt:lpstr>
      <vt:lpstr>Réutilisation de solutions</vt:lpstr>
      <vt:lpstr>Vue d’ensemble des Design Patterns</vt:lpstr>
      <vt:lpstr>Comment est structuré un Design Pattern ?</vt:lpstr>
      <vt:lpstr>Catégories de Design Patterns</vt:lpstr>
      <vt:lpstr>Design Patterns de création</vt:lpstr>
      <vt:lpstr>Factory Pattern (Patron d’Usine)</vt:lpstr>
      <vt:lpstr>Version 1 — Création d’un deck dans le programme principal</vt:lpstr>
      <vt:lpstr>Version 1 — Variantes de création sans Factory</vt:lpstr>
      <vt:lpstr>Version 2 — Utilisation d’une Factory dans le programme principal</vt:lpstr>
      <vt:lpstr>Version 2 — Factory : création centralisée</vt:lpstr>
      <vt:lpstr>Prototype Pattern (Patron Prototype)</vt:lpstr>
      <vt:lpstr>Prototype — Pourquoi et dans quels cas ?</vt:lpstr>
      <vt:lpstr>Exemple</vt:lpstr>
      <vt:lpstr>Builder Pattern (Patron Builder)</vt:lpstr>
      <vt:lpstr>Builder — Configuration sans</vt:lpstr>
      <vt:lpstr>On introduit une abstraction</vt:lpstr>
      <vt:lpstr>Principe du Builder </vt:lpstr>
      <vt:lpstr>Principe du Builder </vt:lpstr>
      <vt:lpstr>Principe du Builder </vt:lpstr>
      <vt:lpstr>Design Patterns comportementaux</vt:lpstr>
      <vt:lpstr>Strategy — Introduction théorique</vt:lpstr>
      <vt:lpstr>Strategy — Problème</vt:lpstr>
      <vt:lpstr>Strategy — Principe Définir une interface représentant l’algorithme :</vt:lpstr>
      <vt:lpstr>Strategy — Principe Créer une implémentation par règle :</vt:lpstr>
      <vt:lpstr>Strategy — Utilisation Le jeu choisit une stratégie d’évaluation :</vt:lpstr>
      <vt:lpstr>State — Introduction théorique</vt:lpstr>
      <vt:lpstr>State — Définition des états </vt:lpstr>
      <vt:lpstr>State — Machine à états</vt:lpstr>
      <vt:lpstr>State — Parallèle avec la version “pattern State”</vt:lpstr>
      <vt:lpstr>Une classe par état </vt:lpstr>
      <vt:lpstr>Le contrôleur utilise l’état courant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Compréhension des Design Patterns</dc:title>
  <dc:creator>Paul Imbert</dc:creator>
  <cp:lastModifiedBy>paul imbert</cp:lastModifiedBy>
  <cp:revision>3</cp:revision>
  <dcterms:created xsi:type="dcterms:W3CDTF">2023-11-27T15:00:29Z</dcterms:created>
  <dcterms:modified xsi:type="dcterms:W3CDTF">2025-11-20T07:15:43Z</dcterms:modified>
</cp:coreProperties>
</file>