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6f2ea898fa34276" /><Relationship Type="http://schemas.openxmlformats.org/officeDocument/2006/relationships/extended-properties" Target="/docProps/app.xml" Id="Raec334ecc3c84990" /><Relationship Type="http://schemas.openxmlformats.org/officeDocument/2006/relationships/officeDocument" Target="/ppt/presentation.xml" Id="R104d54e07c304e00" /></Relationships>
</file>

<file path=ppt/presentation.xml><?xml version="1.0" encoding="utf-8"?>
<p:presentation xmlns:p="http://schemas.openxmlformats.org/presentationml/2006/main">
  <p:sldMasterIdLst>
    <p:sldMasterId xmlns:r="http://schemas.openxmlformats.org/officeDocument/2006/relationships" id="2147483648" r:id="R619be811a02c4ba2"/>
  </p:sldMasterIdLst>
  <p:notesMasterIdLst>
    <p:notesMasterId xmlns:r="http://schemas.openxmlformats.org/officeDocument/2006/relationships" r:id="R101e403386f6476c"/>
  </p:notesMasterIdLst>
  <p:sldIdLst>
    <p:sldId xmlns:r="http://schemas.openxmlformats.org/officeDocument/2006/relationships" id="256" r:id="Re4b81360c030499c"/>
    <p:sldId xmlns:r="http://schemas.openxmlformats.org/officeDocument/2006/relationships" id="257" r:id="Rdf24345e87d24989"/>
    <p:sldId xmlns:r="http://schemas.openxmlformats.org/officeDocument/2006/relationships" id="258" r:id="R958c836dff4f4fcf"/>
    <p:sldId xmlns:r="http://schemas.openxmlformats.org/officeDocument/2006/relationships" id="259" r:id="R12f235d8b0624b59"/>
    <p:sldId xmlns:r="http://schemas.openxmlformats.org/officeDocument/2006/relationships" id="260" r:id="Rc1013539710148c3"/>
    <p:sldId xmlns:r="http://schemas.openxmlformats.org/officeDocument/2006/relationships" id="261" r:id="R0132222ab1504ba8"/>
    <p:sldId xmlns:r="http://schemas.openxmlformats.org/officeDocument/2006/relationships" id="262" r:id="R4835d98980474409"/>
    <p:sldId xmlns:r="http://schemas.openxmlformats.org/officeDocument/2006/relationships" id="263" r:id="Ra40a6ef08ecc4e4e"/>
    <p:sldId xmlns:r="http://schemas.openxmlformats.org/officeDocument/2006/relationships" id="264" r:id="R1480e7d052bb4e9c"/>
    <p:sldId xmlns:r="http://schemas.openxmlformats.org/officeDocument/2006/relationships" id="265" r:id="Rdd5a8835e64c42df"/>
    <p:sldId xmlns:r="http://schemas.openxmlformats.org/officeDocument/2006/relationships" id="266" r:id="Rb557fc2986cd4fad"/>
    <p:sldId xmlns:r="http://schemas.openxmlformats.org/officeDocument/2006/relationships" id="267" r:id="R4e67f0c4f2224766"/>
    <p:sldId xmlns:r="http://schemas.openxmlformats.org/officeDocument/2006/relationships" id="268" r:id="R5b644eea836847a2"/>
    <p:sldId xmlns:r="http://schemas.openxmlformats.org/officeDocument/2006/relationships" id="269" r:id="Rdfc9ebe3900a4c3c"/>
    <p:sldId xmlns:r="http://schemas.openxmlformats.org/officeDocument/2006/relationships" id="270" r:id="R4816f29d52ba4ae9"/>
    <p:sldId xmlns:r="http://schemas.openxmlformats.org/officeDocument/2006/relationships" id="271" r:id="Ra9f9456a64fe405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92e27aa24146b7" /><Relationship Type="http://schemas.openxmlformats.org/officeDocument/2006/relationships/slideMaster" Target="/ppt/slideMasters/slideMaster1.xml" Id="R619be811a02c4ba2" /><Relationship Type="http://schemas.openxmlformats.org/officeDocument/2006/relationships/notesMaster" Target="/ppt/notesMasters/notesMaster1.xml" Id="R101e403386f6476c" /><Relationship Type="http://schemas.openxmlformats.org/officeDocument/2006/relationships/presProps" Target="/ppt/presProps.xml" Id="R41a8bed5c9d14e50" /><Relationship Type="http://schemas.openxmlformats.org/officeDocument/2006/relationships/tableStyles" Target="/ppt/tableStyles.xml" Id="R2a18b86ecdeb4857" /><Relationship Type="http://schemas.openxmlformats.org/officeDocument/2006/relationships/slide" Target="/ppt/slides/slide1.xml" Id="Re4b81360c030499c" /><Relationship Type="http://schemas.openxmlformats.org/officeDocument/2006/relationships/slide" Target="/ppt/slides/slide2.xml" Id="Rdf24345e87d24989" /><Relationship Type="http://schemas.openxmlformats.org/officeDocument/2006/relationships/slide" Target="/ppt/slides/slide3.xml" Id="R958c836dff4f4fcf" /><Relationship Type="http://schemas.openxmlformats.org/officeDocument/2006/relationships/slide" Target="/ppt/slides/slide4.xml" Id="R12f235d8b0624b59" /><Relationship Type="http://schemas.openxmlformats.org/officeDocument/2006/relationships/slide" Target="/ppt/slides/slide5.xml" Id="Rc1013539710148c3" /><Relationship Type="http://schemas.openxmlformats.org/officeDocument/2006/relationships/slide" Target="/ppt/slides/slide6.xml" Id="R0132222ab1504ba8" /><Relationship Type="http://schemas.openxmlformats.org/officeDocument/2006/relationships/slide" Target="/ppt/slides/slide7.xml" Id="R4835d98980474409" /><Relationship Type="http://schemas.openxmlformats.org/officeDocument/2006/relationships/slide" Target="/ppt/slides/slide8.xml" Id="Ra40a6ef08ecc4e4e" /><Relationship Type="http://schemas.openxmlformats.org/officeDocument/2006/relationships/slide" Target="/ppt/slides/slide9.xml" Id="R1480e7d052bb4e9c" /><Relationship Type="http://schemas.openxmlformats.org/officeDocument/2006/relationships/slide" Target="/ppt/slides/slide10.xml" Id="Rdd5a8835e64c42df" /><Relationship Type="http://schemas.openxmlformats.org/officeDocument/2006/relationships/slide" Target="/ppt/slides/slide11.xml" Id="Rb557fc2986cd4fad" /><Relationship Type="http://schemas.openxmlformats.org/officeDocument/2006/relationships/slide" Target="/ppt/slides/slide12.xml" Id="R4e67f0c4f2224766" /><Relationship Type="http://schemas.openxmlformats.org/officeDocument/2006/relationships/slide" Target="/ppt/slides/slide13.xml" Id="R5b644eea836847a2" /><Relationship Type="http://schemas.openxmlformats.org/officeDocument/2006/relationships/slide" Target="/ppt/slides/slide14.xml" Id="Rdfc9ebe3900a4c3c" /><Relationship Type="http://schemas.openxmlformats.org/officeDocument/2006/relationships/slide" Target="/ppt/slides/slide15.xml" Id="R4816f29d52ba4ae9" /><Relationship Type="http://schemas.openxmlformats.org/officeDocument/2006/relationships/slide" Target="/ppt/slides/slide16.xml" Id="Ra9f9456a64fe40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b136c8569845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63c30c61aa420b" /><Relationship Type="http://schemas.openxmlformats.org/officeDocument/2006/relationships/notesMaster" Target="/ppt/notesMasters/notesMaster1.xml" Id="R96f89e14b8264d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ad786682f0487e" /><Relationship Type="http://schemas.openxmlformats.org/officeDocument/2006/relationships/notesMaster" Target="/ppt/notesMasters/notesMaster1.xml" Id="R9f8c8ef817f64e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dc9c0db0864713" /><Relationship Type="http://schemas.openxmlformats.org/officeDocument/2006/relationships/notesMaster" Target="/ppt/notesMasters/notesMaster1.xml" Id="Rc6105a2ce6ac485f"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de88fef5624185" /><Relationship Type="http://schemas.openxmlformats.org/officeDocument/2006/relationships/notesMaster" Target="/ppt/notesMasters/notesMaster1.xml" Id="R81eefc9e54904c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9f7fabc2014150" /><Relationship Type="http://schemas.openxmlformats.org/officeDocument/2006/relationships/notesMaster" Target="/ppt/notesMasters/notesMaster1.xml" Id="Rfd664ecc25b046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7d6c521d614f56" /><Relationship Type="http://schemas.openxmlformats.org/officeDocument/2006/relationships/notesMaster" Target="/ppt/notesMasters/notesMaster1.xml" Id="R060796a9977d49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2e5bfe43e847c7" /><Relationship Type="http://schemas.openxmlformats.org/officeDocument/2006/relationships/notesMaster" Target="/ppt/notesMasters/notesMaster1.xml" Id="R87d7d0d1900449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9cd636bbd34021" /><Relationship Type="http://schemas.openxmlformats.org/officeDocument/2006/relationships/notesMaster" Target="/ppt/notesMasters/notesMaster1.xml" Id="Raf6e782ab2104c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b9bd345c1db4d78" /><Relationship Type="http://schemas.openxmlformats.org/officeDocument/2006/relationships/notesMaster" Target="/ppt/notesMasters/notesMaster1.xml" Id="Re2e5d4acd85b4e1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48a703441ee46b6" /><Relationship Type="http://schemas.openxmlformats.org/officeDocument/2006/relationships/notesMaster" Target="/ppt/notesMasters/notesMaster1.xml" Id="R7bf29b1967ff451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9bdea4fa4084089" /><Relationship Type="http://schemas.openxmlformats.org/officeDocument/2006/relationships/notesMaster" Target="/ppt/notesMasters/notesMaster1.xml" Id="Reced1a32a3b34c3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c1b0acaa6144247" /><Relationship Type="http://schemas.openxmlformats.org/officeDocument/2006/relationships/notesMaster" Target="/ppt/notesMasters/notesMaster1.xml" Id="R482ba6b9feb542d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99d6a60f7024391" /><Relationship Type="http://schemas.openxmlformats.org/officeDocument/2006/relationships/notesMaster" Target="/ppt/notesMasters/notesMaster1.xml" Id="Ra9184bca7f09404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dc4528712974bcd" /><Relationship Type="http://schemas.openxmlformats.org/officeDocument/2006/relationships/notesMaster" Target="/ppt/notesMasters/notesMaster1.xml" Id="Ra9b0fc1d87644fb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06ca5ee9dec4b58" /><Relationship Type="http://schemas.openxmlformats.org/officeDocument/2006/relationships/notesMaster" Target="/ppt/notesMasters/notesMaster1.xml" Id="R731af38acfeb43e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97ddc11cb6a4b1b" /><Relationship Type="http://schemas.openxmlformats.org/officeDocument/2006/relationships/notesMaster" Target="/ppt/notesMasters/notesMaster1.xml" Id="R2b5fc73c5e0a45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Barbara Liskov et Jeannette Wing, A Behavioral Notion of Subtyping (1994). https://www.cs.cmu.edu/~wing/publications/LiskovWing94.pdf</a:t>
            </a:r>
          </a:p>
          <a:p xmlns:a="http://schemas.openxmlformats.org/drawingml/2006/main">
            <a:r>
              <a:t>Support de départ : Cours_LSP.pdf. Exemples de stockage adaptés pour ce cours.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Barbara Liskov et Jeannette Wing, A Behavioral Notion of Subtyping (1994). https://www.cs.cmu.edu/~wing/publications/LiskovWing94.pdf</a:t>
            </a:r>
          </a:p>
          <a:p xmlns:a="http://schemas.openxmlformats.org/drawingml/2006/main">
            <a:r>
              <a:t>Support de départ : Cours_LSP.pdf. Exemples de stockage adaptés pour ce cours.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Barbara Liskov et Jeannette Wing, A Behavioral Notion of Subtyping (1994). https://www.cs.cmu.edu/~wing/publications/LiskovWing94.pdf</a:t>
            </a:r>
          </a:p>
          <a:p xmlns:a="http://schemas.openxmlformats.org/drawingml/2006/main">
            <a:r>
              <a:t>Support de départ : Cours_LSP.pdf. Exemples de stockage adaptés pour ce cours.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Barbara Liskov et Jeannette Wing, A Behavioral Notion of Subtyping (1994). https://www.cs.cmu.edu/~wing/publications/LiskovWing94.pdf</a:t>
            </a:r>
          </a:p>
          <a:p xmlns:a="http://schemas.openxmlformats.org/drawingml/2006/main">
            <a:r>
              <a:t>Support de départ : Cours_LSP.pdf. Exemples de stockage adaptés pour ce cours.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Barbara Liskov et Jeannette Wing, A Behavioral Notion of Subtyping (1994). https://www.cs.cmu.edu/~wing/publications/LiskovWing94.pdf</a:t>
            </a:r>
          </a:p>
          <a:p xmlns:a="http://schemas.openxmlformats.org/drawingml/2006/main">
            <a:r>
              <a:t>Support de départ : Cours_LSP.pdf. Exemples de stockage adaptés pour ce cours.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Robert C. Martin, Solid Relevance (2020). https://blog.cleancoder.com/uncle-bob/2020/10/18/Solid-Relevance.html</a:t>
            </a:r>
          </a:p>
          <a:p xmlns:a="http://schemas.openxmlformats.org/drawingml/2006/main">
            <a:r>
              <a:t>Supports de départ : Cours_ISP.pdf et Cours_DIP.pdf. Exemples pédagogiques adaptés.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Robert C. Martin, Solid Relevance (2020). https://blog.cleancoder.com/uncle-bob/2020/10/18/Solid-Relevance.html</a:t>
            </a:r>
          </a:p>
          <a:p xmlns:a="http://schemas.openxmlformats.org/drawingml/2006/main">
            <a:r>
              <a:t>Supports de départ : Cours_ISP.pdf et Cours_DIP.pdf. Exemples pédagogiques adaptés.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Robert C. Martin, Solid Relevance (2020). https://blog.cleancoder.com/uncle-bob/2020/10/18/Solid-Relevance.html</a:t>
            </a:r>
          </a:p>
          <a:p xmlns:a="http://schemas.openxmlformats.org/drawingml/2006/main">
            <a:r>
              <a:t>Supports de départ : Cours_ISP.pdf et Cours_DIP.pdf. Exemples pédagogiques adaptés.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Robert C. Martin, Solid Relevance (2020). https://blog.cleancoder.com/uncle-bob/2020/10/18/Solid-Relevance.html</a:t>
            </a:r>
          </a:p>
          <a:p xmlns:a="http://schemas.openxmlformats.org/drawingml/2006/main">
            <a:r>
              <a:t>Supports de départ : Cours_ISP.pdf et Cours_DIP.pdf. Exemples pédagogiques adaptés.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Robert C. Martin, Solid Relevance (2020). https://blog.cleancoder.com/uncle-bob/2020/10/18/Solid-Relevance.html</a:t>
            </a:r>
          </a:p>
          <a:p xmlns:a="http://schemas.openxmlformats.org/drawingml/2006/main">
            <a:r>
              <a:t>Supports de départ : Cours_ISP.pdf et Cours_DIP.pdf. Exemples pédagogiques adaptés.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Robert C. Martin, Solid Relevance (2020). https://blog.cleancoder.com/uncle-bob/2020/10/18/Solid-Relevance.html</a:t>
            </a:r>
          </a:p>
          <a:p xmlns:a="http://schemas.openxmlformats.org/drawingml/2006/main">
            <a:r>
              <a:t>Supports de départ : Cours_ISP.pdf et Cours_DIP.pdf. Exemples pédagogiques adaptés.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Robert C. Martin, Solid Relevance (2020). https://blog.cleancoder.com/uncle-bob/2020/10/18/Solid-Relevance.html</a:t>
            </a:r>
          </a:p>
          <a:p xmlns:a="http://schemas.openxmlformats.org/drawingml/2006/main">
            <a:r>
              <a:t>Supports de départ : Cours_ISP.pdf et Cours_DIP.pdf. Exemples pédagogiques adaptés.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Robert C. Martin, Solid Relevance (2020). https://blog.cleancoder.com/uncle-bob/2020/10/18/Solid-Relevance.html</a:t>
            </a:r>
          </a:p>
          <a:p xmlns:a="http://schemas.openxmlformats.org/drawingml/2006/main">
            <a:r>
              <a:t>Supports de départ : Cours_ISP.pdf et Cours_DIP.pdf. Exemples pédagogiques adaptés.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Robert C. Martin, Solid Relevance (2020). https://blog.cleancoder.com/uncle-bob/2020/10/18/Solid-Relevance.html</a:t>
            </a:r>
          </a:p>
          <a:p xmlns:a="http://schemas.openxmlformats.org/drawingml/2006/main">
            <a:r>
              <a:t>Supports de départ : Cours_ISP.pdf et Cours_DIP.pdf. Exemples pédagogiques adaptés.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Robert C. Martin, Solid Relevance (2020). https://blog.cleancoder.com/uncle-bob/2020/10/18/Solid-Relevance.html</a:t>
            </a:r>
          </a:p>
          <a:p xmlns:a="http://schemas.openxmlformats.org/drawingml/2006/main">
            <a:r>
              <a:t>Supports de départ : Cours_ISP.pdf et Cours_DIP.pdf. Exemples pédagogiques adaptés.</a:t>
            </a:r>
          </a:p>
          <a:p xmlns:a="http://schemas.openxmlformats.org/drawingml/2006/main">
            <a:r>
              <a:t>Barbara Liskov et Jeannette Wing, A Behavioral Notion of Subtyping (1994). https://www.cs.cmu.edu/~wing/publications/LiskovWing94.pdf</a:t>
            </a:r>
          </a:p>
          <a:p xmlns:a="http://schemas.openxmlformats.org/drawingml/2006/main">
            <a:r>
              <a:t>Support de départ : Cours_LSP.pdf. Exemples de stockage adaptés pour ce cours.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Robert C. Martin, Solid Relevance (2020). https://blog.cleancoder.com/uncle-bob/2020/10/18/Solid-Relevance.html</a:t>
            </a:r>
          </a:p>
          <a:p xmlns:a="http://schemas.openxmlformats.org/drawingml/2006/main">
            <a:r>
              <a:t>Supports de départ : Cours_ISP.pdf et Cours_DIP.pdf. Exemples pédagogiques adaptés.</a:t>
            </a:r>
          </a:p>
          <a:p xmlns:a="http://schemas.openxmlformats.org/drawingml/2006/main">
            <a:r>
              <a:t>Barbara Liskov et Jeannette Wing, A Behavioral Notion of Subtyping (1994). https://www.cs.cmu.edu/~wing/publications/LiskovWing94.pdf</a:t>
            </a:r>
          </a:p>
          <a:p xmlns:a="http://schemas.openxmlformats.org/drawingml/2006/main">
            <a:r>
              <a:t>Support de départ : Cours_LSP.pdf. Exemples de stockage adaptés pour ce cours.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7bc8cbf42a421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5fcd24aecc04ae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d3293f123a8451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28c20b24af14dd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3662578ffb741c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39c3ad8024d409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ED1EA1-4E3D-4445-A09A-4CADA1EEF59A}"/>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E220868-08B6-4DCD-BC45-951731A74337}"/>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2AD0D31-CAE0-408C-B907-857591B3BE02}"/>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1602DB-CFF4-4AB7-904D-B05F0DE8C3E5}"/>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3B7F8B1-B7A8-41C8-AE16-EC5502FF3EEA}"/>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E4630A7-CA6C-48D1-B526-46496DAD5F84}"/>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B827E71-5A6A-4F7E-8850-B05874F85BC1}"/>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B00B42B-7A4D-463C-B81D-CB88F224673A}"/>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57E013-EC69-4ECB-BC5F-7FDA2C2A524E}"/>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C3E8F4-2CAB-4C68-9B9B-1F76AEDC39CF}"/>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f71533f22c45e6" /><Relationship Type="http://schemas.openxmlformats.org/officeDocument/2006/relationships/slideLayout" Target="/ppt/slideLayouts/slideLayout1.xml" Id="R975670f9147343e0" /><Relationship Type="http://schemas.openxmlformats.org/officeDocument/2006/relationships/slideLayout" Target="/ppt/slideLayouts/slideLayout2.xml" Id="R68892b5a1dbb45f7" /><Relationship Type="http://schemas.openxmlformats.org/officeDocument/2006/relationships/slideLayout" Target="/ppt/slideLayouts/slideLayout3.xml" Id="R5db2db8395a44014" /><Relationship Type="http://schemas.openxmlformats.org/officeDocument/2006/relationships/slideLayout" Target="/ppt/slideLayouts/slideLayout4.xml" Id="R92e8c09090394a92" /><Relationship Type="http://schemas.openxmlformats.org/officeDocument/2006/relationships/slideLayout" Target="/ppt/slideLayouts/slideLayout5.xml" Id="R5dd8588388f2429e" /><Relationship Type="http://schemas.openxmlformats.org/officeDocument/2006/relationships/slideLayout" Target="/ppt/slideLayouts/slideLayout6.xml" Id="R13fa99ccb5ed4e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75670f9147343e0"/>
    <p:sldLayoutId xmlns:r="http://schemas.openxmlformats.org/officeDocument/2006/relationships" id="2147483650" r:id="R68892b5a1dbb45f7"/>
    <p:sldLayoutId xmlns:r="http://schemas.openxmlformats.org/officeDocument/2006/relationships" id="2147483651" r:id="R5db2db8395a44014"/>
    <p:sldLayoutId xmlns:r="http://schemas.openxmlformats.org/officeDocument/2006/relationships" id="2147483652" r:id="R92e8c09090394a92"/>
    <p:sldLayoutId xmlns:r="http://schemas.openxmlformats.org/officeDocument/2006/relationships" id="2147483653" r:id="R5dd8588388f2429e"/>
    <p:sldLayoutId xmlns:r="http://schemas.openxmlformats.org/officeDocument/2006/relationships" id="2147483654" r:id="R13fa99ccb5ed4e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074067deb4d45a3" /><Relationship Type="http://schemas.openxmlformats.org/officeDocument/2006/relationships/notesSlide" Target="/ppt/notesSlides/notesSlide1.xml" Id="R4bdcede91b744f7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aeabc1daecb416e" /><Relationship Type="http://schemas.openxmlformats.org/officeDocument/2006/relationships/notesSlide" Target="/ppt/notesSlides/notesSlide2.xml" Id="R4801cbfe26b8411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13096bfb45a4541" /><Relationship Type="http://schemas.openxmlformats.org/officeDocument/2006/relationships/notesSlide" Target="/ppt/notesSlides/notesSlide3.xml" Id="Rdcfb4c341d0b42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e270f6cc0084e9e" /><Relationship Type="http://schemas.openxmlformats.org/officeDocument/2006/relationships/notesSlide" Target="/ppt/notesSlides/notesSlide4.xml" Id="R64b2ceb0b782456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0c6e84c831f4af2" /><Relationship Type="http://schemas.openxmlformats.org/officeDocument/2006/relationships/notesSlide" Target="/ppt/notesSlides/notesSlide5.xml" Id="R397fd98b9f664d9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65071dcae0d4e2b" /><Relationship Type="http://schemas.openxmlformats.org/officeDocument/2006/relationships/notesSlide" Target="/ppt/notesSlides/notesSlide6.xml" Id="Re3b733ec0b564c5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d53f83274fb4958" /><Relationship Type="http://schemas.openxmlformats.org/officeDocument/2006/relationships/notesSlide" Target="/ppt/notesSlides/notesSlide7.xml" Id="Rb87ecd0c331a4c3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ce85e7b5e434d36" /><Relationship Type="http://schemas.openxmlformats.org/officeDocument/2006/relationships/notesSlide" Target="/ppt/notesSlides/notesSlide8.xml" Id="R6ed7e382afb145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bd3ef1f547e45f4" /><Relationship Type="http://schemas.openxmlformats.org/officeDocument/2006/relationships/notesSlide" Target="/ppt/notesSlides/notesSlide9.xml" Id="R18db1252445b4bc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332b6a51add456e" /><Relationship Type="http://schemas.openxmlformats.org/officeDocument/2006/relationships/notesSlide" Target="/ppt/notesSlides/notesSlide10.xml" Id="R79e7d59a9af44d8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fb5c41dacab47f3" /><Relationship Type="http://schemas.openxmlformats.org/officeDocument/2006/relationships/notesSlide" Target="/ppt/notesSlides/notesSlide11.xml" Id="R683f23cc43d744c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6c06f30b2c543f0" /><Relationship Type="http://schemas.openxmlformats.org/officeDocument/2006/relationships/notesSlide" Target="/ppt/notesSlides/notesSlide12.xml" Id="R12b2cc3c2bee462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2be461f58b54ca9" /><Relationship Type="http://schemas.openxmlformats.org/officeDocument/2006/relationships/notesSlide" Target="/ppt/notesSlides/notesSlide13.xml" Id="R37cf504ca67e418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128a734116b4d21" /><Relationship Type="http://schemas.openxmlformats.org/officeDocument/2006/relationships/notesSlide" Target="/ppt/notesSlides/notesSlide14.xml" Id="R6cd3bca26c5846a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81da0e78bc04ca7" /><Relationship Type="http://schemas.openxmlformats.org/officeDocument/2006/relationships/notesSlide" Target="/ppt/notesSlides/notesSlide15.xml" Id="R6353952bcc604cc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1cc98464e2e4a49" /><Relationship Type="http://schemas.openxmlformats.org/officeDocument/2006/relationships/notesSlide" Target="/ppt/notesSlides/notesSlide16.xml" Id="R0d66ae0d0aaf4355" /></Relationships>
</file>

<file path=ppt/slides/slide1.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9638708-151C-4D8A-8E3F-6B722AEB6F7D}"/>
              </a:ext>
            </a:extLst>
          </p:cNvPr>
          <p:cNvSpPr>
            <a:spLocks xmlns:a="http://schemas.openxmlformats.org/drawingml/2006/main" noGrp="1"/>
          </p:cNvSpPr>
          <p:nvPr/>
        </p:nvSpPr>
        <p:spPr>
          <a:xfrm xmlns:a="http://schemas.openxmlformats.org/drawingml/2006/main">
            <a:off x="619125" y="304800"/>
            <a:ext cx="1333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087F83"/>
                </a:solidFill>
                <a:latin typeface="Arial"/>
                <a:ea typeface="Arial"/>
                <a:cs typeface="Arial"/>
              </a:defRPr>
            </a:defPPr>
            <a:lvl1pPr algn="l">
              <a:defRPr sz="1350" b="1">
                <a:solidFill>
                  <a:srgbClr val="087F83"/>
                </a:solidFill>
                <a:latin typeface="Arial"/>
                <a:ea typeface="Arial"/>
                <a:cs typeface="Arial"/>
              </a:defRPr>
            </a:lvl1pPr>
            <a:lvl2pPr algn="l">
              <a:defRPr sz="1350" b="1">
                <a:solidFill>
                  <a:srgbClr val="087F83"/>
                </a:solidFill>
                <a:latin typeface="Arial"/>
                <a:ea typeface="Arial"/>
                <a:cs typeface="Arial"/>
              </a:defRPr>
            </a:lvl2pPr>
            <a:lvl3pPr algn="l">
              <a:defRPr sz="1350" b="1">
                <a:solidFill>
                  <a:srgbClr val="087F83"/>
                </a:solidFill>
                <a:latin typeface="Arial"/>
                <a:ea typeface="Arial"/>
                <a:cs typeface="Arial"/>
              </a:defRPr>
            </a:lvl3pPr>
            <a:lvl4pPr algn="l">
              <a:defRPr sz="1350" b="1">
                <a:solidFill>
                  <a:srgbClr val="087F83"/>
                </a:solidFill>
                <a:latin typeface="Arial"/>
                <a:ea typeface="Arial"/>
                <a:cs typeface="Arial"/>
              </a:defRPr>
            </a:lvl4pPr>
            <a:lvl5pPr algn="l">
              <a:defRPr sz="1350" b="1">
                <a:solidFill>
                  <a:srgbClr val="087F83"/>
                </a:solidFill>
                <a:latin typeface="Arial"/>
                <a:ea typeface="Arial"/>
                <a:cs typeface="Arial"/>
              </a:defRPr>
            </a:lvl5pPr>
            <a:lvl6pPr algn="l">
              <a:defRPr sz="1350" b="1">
                <a:solidFill>
                  <a:srgbClr val="087F83"/>
                </a:solidFill>
                <a:latin typeface="Arial"/>
                <a:ea typeface="Arial"/>
                <a:cs typeface="Arial"/>
              </a:defRPr>
            </a:lvl6pPr>
            <a:lvl7pPr algn="l">
              <a:defRPr sz="1350" b="1">
                <a:solidFill>
                  <a:srgbClr val="087F83"/>
                </a:solidFill>
                <a:latin typeface="Arial"/>
                <a:ea typeface="Arial"/>
                <a:cs typeface="Arial"/>
              </a:defRPr>
            </a:lvl7pPr>
            <a:lvl8pPr algn="l">
              <a:defRPr sz="1350" b="1">
                <a:solidFill>
                  <a:srgbClr val="087F83"/>
                </a:solidFill>
                <a:latin typeface="Arial"/>
                <a:ea typeface="Arial"/>
                <a:cs typeface="Arial"/>
              </a:defRPr>
            </a:lvl8pPr>
            <a:lvl9pPr algn="l">
              <a:defRPr sz="1350" b="1">
                <a:solidFill>
                  <a:srgbClr val="087F83"/>
                </a:solidFill>
                <a:latin typeface="Arial"/>
                <a:ea typeface="Arial"/>
                <a:cs typeface="Arial"/>
              </a:defRPr>
            </a:lvl9pPr>
          </a:lstStyle>
          <a:p xmlns:a="http://schemas.openxmlformats.org/drawingml/2006/main">
            <a:pPr algn="l">
              <a:defRPr sz="1350" b="1">
                <a:solidFill>
                  <a:srgbClr val="087F83"/>
                </a:solidFill>
                <a:latin typeface="Arial"/>
                <a:ea typeface="Arial"/>
                <a:cs typeface="Arial"/>
              </a:defRPr>
            </a:pPr>
            <a:r>
              <a:rPr sz="1350" b="1">
                <a:solidFill>
                  <a:srgbClr val="087F83"/>
                </a:solidFill>
                <a:latin typeface="Arial"/>
                <a:ea typeface="Arial"/>
                <a:cs typeface="Arial"/>
              </a:rPr>
              <a:t>LISKOV SUBSTITUTION PRINCIPLE</a:t>
            </a:r>
          </a:p>
        </p:txBody>
      </p:sp>
      <p:sp>
        <p:nvSpPr>
          <p:cNvPr id="2" name="">
            <a:extLst xmlns:a="http://schemas.openxmlformats.org/drawingml/2006/main">
              <a:ext uri="{FF2B5EF4-FFF2-40B4-BE49-F238E27FC236}">
                <a16:creationId xmlns:a16="http://schemas.microsoft.com/office/drawing/2014/main" id="{5C42233E-126B-41F2-93F1-B5819F2702A0}"/>
              </a:ext>
            </a:extLst>
          </p:cNvPr>
          <p:cNvSpPr>
            <a:spLocks xmlns:a="http://schemas.openxmlformats.org/drawingml/2006/main" noGrp="1"/>
          </p:cNvSpPr>
          <p:nvPr/>
        </p:nvSpPr>
        <p:spPr>
          <a:xfrm xmlns:a="http://schemas.openxmlformats.org/drawingml/2006/main">
            <a:off x="619125" y="723900"/>
            <a:ext cx="1390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82F44"/>
                </a:solidFill>
                <a:latin typeface="Arial"/>
                <a:ea typeface="Arial"/>
                <a:cs typeface="Arial"/>
              </a:defRPr>
            </a:defPPr>
            <a:lvl1pPr algn="l">
              <a:defRPr sz="3300" b="1">
                <a:solidFill>
                  <a:srgbClr val="182F44"/>
                </a:solidFill>
                <a:latin typeface="Arial"/>
                <a:ea typeface="Arial"/>
                <a:cs typeface="Arial"/>
              </a:defRPr>
            </a:lvl1pPr>
            <a:lvl2pPr algn="l">
              <a:defRPr sz="3300" b="1">
                <a:solidFill>
                  <a:srgbClr val="182F44"/>
                </a:solidFill>
                <a:latin typeface="Arial"/>
                <a:ea typeface="Arial"/>
                <a:cs typeface="Arial"/>
              </a:defRPr>
            </a:lvl2pPr>
            <a:lvl3pPr algn="l">
              <a:defRPr sz="3300" b="1">
                <a:solidFill>
                  <a:srgbClr val="182F44"/>
                </a:solidFill>
                <a:latin typeface="Arial"/>
                <a:ea typeface="Arial"/>
                <a:cs typeface="Arial"/>
              </a:defRPr>
            </a:lvl3pPr>
            <a:lvl4pPr algn="l">
              <a:defRPr sz="3300" b="1">
                <a:solidFill>
                  <a:srgbClr val="182F44"/>
                </a:solidFill>
                <a:latin typeface="Arial"/>
                <a:ea typeface="Arial"/>
                <a:cs typeface="Arial"/>
              </a:defRPr>
            </a:lvl4pPr>
            <a:lvl5pPr algn="l">
              <a:defRPr sz="3300" b="1">
                <a:solidFill>
                  <a:srgbClr val="182F44"/>
                </a:solidFill>
                <a:latin typeface="Arial"/>
                <a:ea typeface="Arial"/>
                <a:cs typeface="Arial"/>
              </a:defRPr>
            </a:lvl5pPr>
            <a:lvl6pPr algn="l">
              <a:defRPr sz="3300" b="1">
                <a:solidFill>
                  <a:srgbClr val="182F44"/>
                </a:solidFill>
                <a:latin typeface="Arial"/>
                <a:ea typeface="Arial"/>
                <a:cs typeface="Arial"/>
              </a:defRPr>
            </a:lvl6pPr>
            <a:lvl7pPr algn="l">
              <a:defRPr sz="3300" b="1">
                <a:solidFill>
                  <a:srgbClr val="182F44"/>
                </a:solidFill>
                <a:latin typeface="Arial"/>
                <a:ea typeface="Arial"/>
                <a:cs typeface="Arial"/>
              </a:defRPr>
            </a:lvl7pPr>
            <a:lvl8pPr algn="l">
              <a:defRPr sz="3300" b="1">
                <a:solidFill>
                  <a:srgbClr val="182F44"/>
                </a:solidFill>
                <a:latin typeface="Arial"/>
                <a:ea typeface="Arial"/>
                <a:cs typeface="Arial"/>
              </a:defRPr>
            </a:lvl8pPr>
            <a:lvl9pPr algn="l">
              <a:defRPr sz="3300" b="1">
                <a:solidFill>
                  <a:srgbClr val="182F44"/>
                </a:solidFill>
                <a:latin typeface="Arial"/>
                <a:ea typeface="Arial"/>
                <a:cs typeface="Arial"/>
              </a:defRPr>
            </a:lvl9pPr>
          </a:lstStyle>
          <a:p xmlns:a="http://schemas.openxmlformats.org/drawingml/2006/main">
            <a:pPr algn="l">
              <a:defRPr sz="3300" b="1">
                <a:solidFill>
                  <a:srgbClr val="182F44"/>
                </a:solidFill>
                <a:latin typeface="Arial"/>
                <a:ea typeface="Arial"/>
                <a:cs typeface="Arial"/>
              </a:defRPr>
            </a:pPr>
            <a:r>
              <a:rPr sz="3300" b="1">
                <a:solidFill>
                  <a:srgbClr val="182F44"/>
                </a:solidFill>
                <a:latin typeface="Arial"/>
                <a:ea typeface="Arial"/>
                <a:cs typeface="Arial"/>
              </a:rPr>
              <a:t>LSP : préserver les garanties du type attendu</a:t>
            </a:r>
          </a:p>
        </p:txBody>
      </p:sp>
      <p:sp>
        <p:nvSpPr>
          <p:cNvPr id="3" name="">
            <a:extLst xmlns:a="http://schemas.openxmlformats.org/drawingml/2006/main">
              <a:ext uri="{FF2B5EF4-FFF2-40B4-BE49-F238E27FC236}">
                <a16:creationId xmlns:a16="http://schemas.microsoft.com/office/drawing/2014/main" id="{993BC9F2-5DF5-4134-9328-22C6ACE1FBCA}"/>
              </a:ext>
            </a:extLst>
          </p:cNvPr>
          <p:cNvSpPr>
            <a:spLocks xmlns:a="http://schemas.openxmlformats.org/drawingml/2006/main" noGrp="1"/>
          </p:cNvSpPr>
          <p:nvPr/>
        </p:nvSpPr>
        <p:spPr>
          <a:xfrm xmlns:a="http://schemas.openxmlformats.org/drawingml/2006/main">
            <a:off x="619125" y="81438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516575"/>
                </a:solidFill>
                <a:latin typeface="Arial"/>
                <a:ea typeface="Arial"/>
                <a:cs typeface="Arial"/>
              </a:defRPr>
            </a:defPPr>
            <a:lvl1pPr algn="l">
              <a:defRPr sz="1275" b="0">
                <a:solidFill>
                  <a:srgbClr val="516575"/>
                </a:solidFill>
                <a:latin typeface="Arial"/>
                <a:ea typeface="Arial"/>
                <a:cs typeface="Arial"/>
              </a:defRPr>
            </a:lvl1pPr>
            <a:lvl2pPr algn="l">
              <a:defRPr sz="1275" b="0">
                <a:solidFill>
                  <a:srgbClr val="516575"/>
                </a:solidFill>
                <a:latin typeface="Arial"/>
                <a:ea typeface="Arial"/>
                <a:cs typeface="Arial"/>
              </a:defRPr>
            </a:lvl2pPr>
            <a:lvl3pPr algn="l">
              <a:defRPr sz="1275" b="0">
                <a:solidFill>
                  <a:srgbClr val="516575"/>
                </a:solidFill>
                <a:latin typeface="Arial"/>
                <a:ea typeface="Arial"/>
                <a:cs typeface="Arial"/>
              </a:defRPr>
            </a:lvl3pPr>
            <a:lvl4pPr algn="l">
              <a:defRPr sz="1275" b="0">
                <a:solidFill>
                  <a:srgbClr val="516575"/>
                </a:solidFill>
                <a:latin typeface="Arial"/>
                <a:ea typeface="Arial"/>
                <a:cs typeface="Arial"/>
              </a:defRPr>
            </a:lvl4pPr>
            <a:lvl5pPr algn="l">
              <a:defRPr sz="1275" b="0">
                <a:solidFill>
                  <a:srgbClr val="516575"/>
                </a:solidFill>
                <a:latin typeface="Arial"/>
                <a:ea typeface="Arial"/>
                <a:cs typeface="Arial"/>
              </a:defRPr>
            </a:lvl5pPr>
            <a:lvl6pPr algn="l">
              <a:defRPr sz="1275" b="0">
                <a:solidFill>
                  <a:srgbClr val="516575"/>
                </a:solidFill>
                <a:latin typeface="Arial"/>
                <a:ea typeface="Arial"/>
                <a:cs typeface="Arial"/>
              </a:defRPr>
            </a:lvl6pPr>
            <a:lvl7pPr algn="l">
              <a:defRPr sz="1275" b="0">
                <a:solidFill>
                  <a:srgbClr val="516575"/>
                </a:solidFill>
                <a:latin typeface="Arial"/>
                <a:ea typeface="Arial"/>
                <a:cs typeface="Arial"/>
              </a:defRPr>
            </a:lvl7pPr>
            <a:lvl8pPr algn="l">
              <a:defRPr sz="1275" b="0">
                <a:solidFill>
                  <a:srgbClr val="516575"/>
                </a:solidFill>
                <a:latin typeface="Arial"/>
                <a:ea typeface="Arial"/>
                <a:cs typeface="Arial"/>
              </a:defRPr>
            </a:lvl8pPr>
            <a:lvl9pPr algn="l">
              <a:defRPr sz="1275" b="0">
                <a:solidFill>
                  <a:srgbClr val="516575"/>
                </a:solidFill>
                <a:latin typeface="Arial"/>
                <a:ea typeface="Arial"/>
                <a:cs typeface="Arial"/>
              </a:defRPr>
            </a:lvl9pPr>
          </a:lstStyle>
          <a:p xmlns:a="http://schemas.openxmlformats.org/drawingml/2006/main">
            <a:pPr algn="l">
              <a:defRPr sz="1275" b="0">
                <a:solidFill>
                  <a:srgbClr val="516575"/>
                </a:solidFill>
                <a:latin typeface="Arial"/>
                <a:ea typeface="Arial"/>
                <a:cs typeface="Arial"/>
              </a:defRPr>
            </a:pPr>
            <a:r>
              <a:rPr sz="1275" b="0">
                <a:solidFill>
                  <a:srgbClr val="516575"/>
                </a:solidFill>
                <a:latin typeface="Arial"/>
                <a:ea typeface="Arial"/>
                <a:cs typeface="Arial"/>
              </a:rPr>
              <a:t>R304 • Qualité du développement</a:t>
            </a:r>
          </a:p>
        </p:txBody>
      </p:sp>
      <p:sp>
        <p:nvSpPr>
          <p:cNvPr id="4" name="">
            <a:extLst xmlns:a="http://schemas.openxmlformats.org/drawingml/2006/main">
              <a:ext uri="{FF2B5EF4-FFF2-40B4-BE49-F238E27FC236}">
                <a16:creationId xmlns:a16="http://schemas.microsoft.com/office/drawing/2014/main" id="{7238B38A-B5FF-4580-88DB-E9F8D1D878E6}"/>
              </a:ext>
            </a:extLst>
          </p:cNvPr>
          <p:cNvSpPr>
            <a:spLocks xmlns:a="http://schemas.openxmlformats.org/drawingml/2006/main" noGrp="1"/>
          </p:cNvSpPr>
          <p:nvPr/>
        </p:nvSpPr>
        <p:spPr>
          <a:xfrm xmlns:a="http://schemas.openxmlformats.org/drawingml/2006/main">
            <a:off x="13335000" y="8143875"/>
            <a:ext cx="1285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575"/>
                </a:solidFill>
                <a:latin typeface="Arial"/>
                <a:ea typeface="Arial"/>
                <a:cs typeface="Arial"/>
              </a:defRPr>
            </a:defPPr>
            <a:lvl1pPr algn="r">
              <a:defRPr sz="1275" b="0">
                <a:solidFill>
                  <a:srgbClr val="516575"/>
                </a:solidFill>
                <a:latin typeface="Arial"/>
                <a:ea typeface="Arial"/>
                <a:cs typeface="Arial"/>
              </a:defRPr>
            </a:lvl1pPr>
            <a:lvl2pPr algn="r">
              <a:defRPr sz="1275" b="0">
                <a:solidFill>
                  <a:srgbClr val="516575"/>
                </a:solidFill>
                <a:latin typeface="Arial"/>
                <a:ea typeface="Arial"/>
                <a:cs typeface="Arial"/>
              </a:defRPr>
            </a:lvl2pPr>
            <a:lvl3pPr algn="r">
              <a:defRPr sz="1275" b="0">
                <a:solidFill>
                  <a:srgbClr val="516575"/>
                </a:solidFill>
                <a:latin typeface="Arial"/>
                <a:ea typeface="Arial"/>
                <a:cs typeface="Arial"/>
              </a:defRPr>
            </a:lvl3pPr>
            <a:lvl4pPr algn="r">
              <a:defRPr sz="1275" b="0">
                <a:solidFill>
                  <a:srgbClr val="516575"/>
                </a:solidFill>
                <a:latin typeface="Arial"/>
                <a:ea typeface="Arial"/>
                <a:cs typeface="Arial"/>
              </a:defRPr>
            </a:lvl4pPr>
            <a:lvl5pPr algn="r">
              <a:defRPr sz="1275" b="0">
                <a:solidFill>
                  <a:srgbClr val="516575"/>
                </a:solidFill>
                <a:latin typeface="Arial"/>
                <a:ea typeface="Arial"/>
                <a:cs typeface="Arial"/>
              </a:defRPr>
            </a:lvl5pPr>
            <a:lvl6pPr algn="r">
              <a:defRPr sz="1275" b="0">
                <a:solidFill>
                  <a:srgbClr val="516575"/>
                </a:solidFill>
                <a:latin typeface="Arial"/>
                <a:ea typeface="Arial"/>
                <a:cs typeface="Arial"/>
              </a:defRPr>
            </a:lvl6pPr>
            <a:lvl7pPr algn="r">
              <a:defRPr sz="1275" b="0">
                <a:solidFill>
                  <a:srgbClr val="516575"/>
                </a:solidFill>
                <a:latin typeface="Arial"/>
                <a:ea typeface="Arial"/>
                <a:cs typeface="Arial"/>
              </a:defRPr>
            </a:lvl7pPr>
            <a:lvl8pPr algn="r">
              <a:defRPr sz="1275" b="0">
                <a:solidFill>
                  <a:srgbClr val="516575"/>
                </a:solidFill>
                <a:latin typeface="Arial"/>
                <a:ea typeface="Arial"/>
                <a:cs typeface="Arial"/>
              </a:defRPr>
            </a:lvl8pPr>
            <a:lvl9pPr algn="r">
              <a:defRPr sz="1275" b="0">
                <a:solidFill>
                  <a:srgbClr val="516575"/>
                </a:solidFill>
                <a:latin typeface="Arial"/>
                <a:ea typeface="Arial"/>
                <a:cs typeface="Arial"/>
              </a:defRPr>
            </a:lvl9pPr>
          </a:lstStyle>
          <a:p xmlns:a="http://schemas.openxmlformats.org/drawingml/2006/main">
            <a:pPr algn="r">
              <a:defRPr sz="1275" b="0">
                <a:solidFill>
                  <a:srgbClr val="516575"/>
                </a:solidFill>
                <a:latin typeface="Arial"/>
                <a:ea typeface="Arial"/>
                <a:cs typeface="Arial"/>
              </a:defRPr>
            </a:pPr>
            <a:r>
              <a:rPr sz="1275" b="0">
                <a:solidFill>
                  <a:srgbClr val="516575"/>
                </a:solidFill>
                <a:latin typeface="Arial"/>
                <a:ea typeface="Arial"/>
                <a:cs typeface="Arial"/>
              </a:rPr>
              <a:t>01 / 16</a:t>
            </a:r>
          </a:p>
        </p:txBody>
      </p:sp>
      <p:sp>
        <p:nvSpPr>
          <p:cNvPr id="5" name="">
            <a:extLst xmlns:a="http://schemas.openxmlformats.org/drawingml/2006/main">
              <a:ext uri="{FF2B5EF4-FFF2-40B4-BE49-F238E27FC236}">
                <a16:creationId xmlns:a16="http://schemas.microsoft.com/office/drawing/2014/main" id="{FBDF18CF-5CBC-4D18-9102-2FCB210AE851}"/>
              </a:ext>
            </a:extLst>
          </p:cNvPr>
          <p:cNvSpPr>
            <a:spLocks xmlns:a="http://schemas.openxmlformats.org/drawingml/2006/main" noGrp="1"/>
          </p:cNvSpPr>
          <p:nvPr/>
        </p:nvSpPr>
        <p:spPr>
          <a:xfrm xmlns:a="http://schemas.openxmlformats.org/drawingml/2006/main">
            <a:off x="619125" y="1809750"/>
            <a:ext cx="13906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850" b="1">
                <a:solidFill>
                  <a:srgbClr val="176B91"/>
                </a:solidFill>
                <a:latin typeface="Arial"/>
                <a:ea typeface="Arial"/>
                <a:cs typeface="Arial"/>
              </a:defRPr>
            </a:defPPr>
            <a:lvl1pPr algn="l">
              <a:defRPr sz="2850" b="1">
                <a:solidFill>
                  <a:srgbClr val="176B91"/>
                </a:solidFill>
                <a:latin typeface="Arial"/>
                <a:ea typeface="Arial"/>
                <a:cs typeface="Arial"/>
              </a:defRPr>
            </a:lvl1pPr>
            <a:lvl2pPr algn="l">
              <a:defRPr sz="2850" b="1">
                <a:solidFill>
                  <a:srgbClr val="176B91"/>
                </a:solidFill>
                <a:latin typeface="Arial"/>
                <a:ea typeface="Arial"/>
                <a:cs typeface="Arial"/>
              </a:defRPr>
            </a:lvl2pPr>
            <a:lvl3pPr algn="l">
              <a:defRPr sz="2850" b="1">
                <a:solidFill>
                  <a:srgbClr val="176B91"/>
                </a:solidFill>
                <a:latin typeface="Arial"/>
                <a:ea typeface="Arial"/>
                <a:cs typeface="Arial"/>
              </a:defRPr>
            </a:lvl3pPr>
            <a:lvl4pPr algn="l">
              <a:defRPr sz="2850" b="1">
                <a:solidFill>
                  <a:srgbClr val="176B91"/>
                </a:solidFill>
                <a:latin typeface="Arial"/>
                <a:ea typeface="Arial"/>
                <a:cs typeface="Arial"/>
              </a:defRPr>
            </a:lvl4pPr>
            <a:lvl5pPr algn="l">
              <a:defRPr sz="2850" b="1">
                <a:solidFill>
                  <a:srgbClr val="176B91"/>
                </a:solidFill>
                <a:latin typeface="Arial"/>
                <a:ea typeface="Arial"/>
                <a:cs typeface="Arial"/>
              </a:defRPr>
            </a:lvl5pPr>
            <a:lvl6pPr algn="l">
              <a:defRPr sz="2850" b="1">
                <a:solidFill>
                  <a:srgbClr val="176B91"/>
                </a:solidFill>
                <a:latin typeface="Arial"/>
                <a:ea typeface="Arial"/>
                <a:cs typeface="Arial"/>
              </a:defRPr>
            </a:lvl6pPr>
            <a:lvl7pPr algn="l">
              <a:defRPr sz="2850" b="1">
                <a:solidFill>
                  <a:srgbClr val="176B91"/>
                </a:solidFill>
                <a:latin typeface="Arial"/>
                <a:ea typeface="Arial"/>
                <a:cs typeface="Arial"/>
              </a:defRPr>
            </a:lvl7pPr>
            <a:lvl8pPr algn="l">
              <a:defRPr sz="2850" b="1">
                <a:solidFill>
                  <a:srgbClr val="176B91"/>
                </a:solidFill>
                <a:latin typeface="Arial"/>
                <a:ea typeface="Arial"/>
                <a:cs typeface="Arial"/>
              </a:defRPr>
            </a:lvl8pPr>
            <a:lvl9pPr algn="l">
              <a:defRPr sz="2850" b="1">
                <a:solidFill>
                  <a:srgbClr val="176B91"/>
                </a:solidFill>
                <a:latin typeface="Arial"/>
                <a:ea typeface="Arial"/>
                <a:cs typeface="Arial"/>
              </a:defRPr>
            </a:lvl9pPr>
          </a:lstStyle>
          <a:p xmlns:a="http://schemas.openxmlformats.org/drawingml/2006/main">
            <a:pPr algn="l">
              <a:defRPr sz="2850" b="1">
                <a:solidFill>
                  <a:srgbClr val="176B91"/>
                </a:solidFill>
                <a:latin typeface="Arial"/>
                <a:ea typeface="Arial"/>
                <a:cs typeface="Arial"/>
              </a:defRPr>
            </a:pPr>
            <a:r>
              <a:rPr sz="2850" b="1">
                <a:solidFill>
                  <a:srgbClr val="176B91"/>
                </a:solidFill>
                <a:latin typeface="Arial"/>
                <a:ea typeface="Arial"/>
                <a:cs typeface="Arial"/>
              </a:rPr>
              <a:t>Un objet d’un sous-type doit pouvoir remplacer un objet</a:t>
            </a:r>
          </a:p>
          <a:p xmlns:a="http://schemas.openxmlformats.org/drawingml/2006/main">
            <a:pPr algn="l">
              <a:defRPr sz="2850" b="1">
                <a:solidFill>
                  <a:srgbClr val="176B91"/>
                </a:solidFill>
                <a:latin typeface="Arial"/>
                <a:ea typeface="Arial"/>
                <a:cs typeface="Arial"/>
              </a:defRPr>
            </a:pPr>
            <a:r>
              <a:rPr sz="2850" b="1">
                <a:solidFill>
                  <a:srgbClr val="176B91"/>
                </a:solidFill>
                <a:latin typeface="Arial"/>
                <a:ea typeface="Arial"/>
                <a:cs typeface="Arial"/>
              </a:rPr>
              <a:t>du type attendu en préservant les propriétés promises.</a:t>
            </a:r>
          </a:p>
        </p:txBody>
      </p:sp>
      <p:sp>
        <p:nvSpPr>
          <p:cNvPr id="6" name="">
            <a:extLst xmlns:a="http://schemas.openxmlformats.org/drawingml/2006/main">
              <a:ext uri="{FF2B5EF4-FFF2-40B4-BE49-F238E27FC236}">
                <a16:creationId xmlns:a16="http://schemas.microsoft.com/office/drawing/2014/main" id="{4AAD58D5-114F-4E35-8401-29CFEBA0F140}"/>
              </a:ext>
            </a:extLst>
          </p:cNvPr>
          <p:cNvSpPr>
            <a:spLocks xmlns:a="http://schemas.openxmlformats.org/drawingml/2006/main" noGrp="1"/>
          </p:cNvSpPr>
          <p:nvPr/>
        </p:nvSpPr>
        <p:spPr>
          <a:xfrm xmlns:a="http://schemas.openxmlformats.org/drawingml/2006/main">
            <a:off x="619125" y="3429000"/>
            <a:ext cx="13716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182F44"/>
                </a:solidFill>
                <a:latin typeface="Arial"/>
                <a:ea typeface="Arial"/>
                <a:cs typeface="Arial"/>
              </a:defRPr>
            </a:defPPr>
            <a:lvl1pPr algn="l">
              <a:defRPr sz="2250" b="0">
                <a:solidFill>
                  <a:srgbClr val="182F44"/>
                </a:solidFill>
                <a:latin typeface="Arial"/>
                <a:ea typeface="Arial"/>
                <a:cs typeface="Arial"/>
              </a:defRPr>
            </a:lvl1pPr>
            <a:lvl2pPr algn="l">
              <a:defRPr sz="2250" b="0">
                <a:solidFill>
                  <a:srgbClr val="182F44"/>
                </a:solidFill>
                <a:latin typeface="Arial"/>
                <a:ea typeface="Arial"/>
                <a:cs typeface="Arial"/>
              </a:defRPr>
            </a:lvl2pPr>
            <a:lvl3pPr algn="l">
              <a:defRPr sz="2250" b="0">
                <a:solidFill>
                  <a:srgbClr val="182F44"/>
                </a:solidFill>
                <a:latin typeface="Arial"/>
                <a:ea typeface="Arial"/>
                <a:cs typeface="Arial"/>
              </a:defRPr>
            </a:lvl3pPr>
            <a:lvl4pPr algn="l">
              <a:defRPr sz="2250" b="0">
                <a:solidFill>
                  <a:srgbClr val="182F44"/>
                </a:solidFill>
                <a:latin typeface="Arial"/>
                <a:ea typeface="Arial"/>
                <a:cs typeface="Arial"/>
              </a:defRPr>
            </a:lvl4pPr>
            <a:lvl5pPr algn="l">
              <a:defRPr sz="2250" b="0">
                <a:solidFill>
                  <a:srgbClr val="182F44"/>
                </a:solidFill>
                <a:latin typeface="Arial"/>
                <a:ea typeface="Arial"/>
                <a:cs typeface="Arial"/>
              </a:defRPr>
            </a:lvl5pPr>
            <a:lvl6pPr algn="l">
              <a:defRPr sz="2250" b="0">
                <a:solidFill>
                  <a:srgbClr val="182F44"/>
                </a:solidFill>
                <a:latin typeface="Arial"/>
                <a:ea typeface="Arial"/>
                <a:cs typeface="Arial"/>
              </a:defRPr>
            </a:lvl6pPr>
            <a:lvl7pPr algn="l">
              <a:defRPr sz="2250" b="0">
                <a:solidFill>
                  <a:srgbClr val="182F44"/>
                </a:solidFill>
                <a:latin typeface="Arial"/>
                <a:ea typeface="Arial"/>
                <a:cs typeface="Arial"/>
              </a:defRPr>
            </a:lvl7pPr>
            <a:lvl8pPr algn="l">
              <a:defRPr sz="2250" b="0">
                <a:solidFill>
                  <a:srgbClr val="182F44"/>
                </a:solidFill>
                <a:latin typeface="Arial"/>
                <a:ea typeface="Arial"/>
                <a:cs typeface="Arial"/>
              </a:defRPr>
            </a:lvl8pPr>
            <a:lvl9pPr algn="l">
              <a:defRPr sz="2250" b="0">
                <a:solidFill>
                  <a:srgbClr val="182F44"/>
                </a:solidFill>
                <a:latin typeface="Arial"/>
                <a:ea typeface="Arial"/>
                <a:cs typeface="Arial"/>
              </a:defRPr>
            </a:lvl9pPr>
          </a:lstStyle>
          <a:p xmlns:a="http://schemas.openxmlformats.org/drawingml/2006/main">
            <a:pPr algn="l">
              <a:defRPr sz="2250" b="0">
                <a:solidFill>
                  <a:srgbClr val="182F44"/>
                </a:solidFill>
                <a:latin typeface="Arial"/>
                <a:ea typeface="Arial"/>
                <a:cs typeface="Arial"/>
              </a:defRPr>
            </a:pPr>
            <a:r>
              <a:rPr sz="2250" b="0">
                <a:solidFill>
                  <a:srgbClr val="182F44"/>
                </a:solidFill>
                <a:latin typeface="Arial"/>
                <a:ea typeface="Arial"/>
                <a:cs typeface="Arial"/>
              </a:rPr>
              <a:t>Le code client est le code qui utilise un objet à travers un type commun. Il doit pouvoir compter sur le contrat de ce type, quelle que soit l’implémentation reçue.</a:t>
            </a:r>
          </a:p>
        </p:txBody>
      </p:sp>
      <p:sp>
        <p:nvSpPr>
          <p:cNvPr id="7" name="">
            <a:extLst xmlns:a="http://schemas.openxmlformats.org/drawingml/2006/main">
              <a:ext uri="{FF2B5EF4-FFF2-40B4-BE49-F238E27FC236}">
                <a16:creationId xmlns:a16="http://schemas.microsoft.com/office/drawing/2014/main" id="{D26147FD-5317-407F-AB4A-D7751FDDA084}"/>
              </a:ext>
            </a:extLst>
          </p:cNvPr>
          <p:cNvSpPr>
            <a:spLocks xmlns:a="http://schemas.openxmlformats.org/drawingml/2006/main" noGrp="1"/>
          </p:cNvSpPr>
          <p:nvPr/>
        </p:nvSpPr>
        <p:spPr>
          <a:xfrm xmlns:a="http://schemas.openxmlformats.org/drawingml/2006/main">
            <a:off x="619125" y="495300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176B91"/>
                </a:solidFill>
                <a:latin typeface="Arial"/>
                <a:ea typeface="Arial"/>
                <a:cs typeface="Arial"/>
              </a:defRPr>
            </a:defPPr>
            <a:lvl1pPr algn="l">
              <a:defRPr sz="2175" b="1">
                <a:solidFill>
                  <a:srgbClr val="176B91"/>
                </a:solidFill>
                <a:latin typeface="Arial"/>
                <a:ea typeface="Arial"/>
                <a:cs typeface="Arial"/>
              </a:defRPr>
            </a:lvl1pPr>
            <a:lvl2pPr algn="l">
              <a:defRPr sz="2175" b="1">
                <a:solidFill>
                  <a:srgbClr val="176B91"/>
                </a:solidFill>
                <a:latin typeface="Arial"/>
                <a:ea typeface="Arial"/>
                <a:cs typeface="Arial"/>
              </a:defRPr>
            </a:lvl2pPr>
            <a:lvl3pPr algn="l">
              <a:defRPr sz="2175" b="1">
                <a:solidFill>
                  <a:srgbClr val="176B91"/>
                </a:solidFill>
                <a:latin typeface="Arial"/>
                <a:ea typeface="Arial"/>
                <a:cs typeface="Arial"/>
              </a:defRPr>
            </a:lvl3pPr>
            <a:lvl4pPr algn="l">
              <a:defRPr sz="2175" b="1">
                <a:solidFill>
                  <a:srgbClr val="176B91"/>
                </a:solidFill>
                <a:latin typeface="Arial"/>
                <a:ea typeface="Arial"/>
                <a:cs typeface="Arial"/>
              </a:defRPr>
            </a:lvl4pPr>
            <a:lvl5pPr algn="l">
              <a:defRPr sz="2175" b="1">
                <a:solidFill>
                  <a:srgbClr val="176B91"/>
                </a:solidFill>
                <a:latin typeface="Arial"/>
                <a:ea typeface="Arial"/>
                <a:cs typeface="Arial"/>
              </a:defRPr>
            </a:lvl5pPr>
            <a:lvl6pPr algn="l">
              <a:defRPr sz="2175" b="1">
                <a:solidFill>
                  <a:srgbClr val="176B91"/>
                </a:solidFill>
                <a:latin typeface="Arial"/>
                <a:ea typeface="Arial"/>
                <a:cs typeface="Arial"/>
              </a:defRPr>
            </a:lvl6pPr>
            <a:lvl7pPr algn="l">
              <a:defRPr sz="2175" b="1">
                <a:solidFill>
                  <a:srgbClr val="176B91"/>
                </a:solidFill>
                <a:latin typeface="Arial"/>
                <a:ea typeface="Arial"/>
                <a:cs typeface="Arial"/>
              </a:defRPr>
            </a:lvl7pPr>
            <a:lvl8pPr algn="l">
              <a:defRPr sz="2175" b="1">
                <a:solidFill>
                  <a:srgbClr val="176B91"/>
                </a:solidFill>
                <a:latin typeface="Arial"/>
                <a:ea typeface="Arial"/>
                <a:cs typeface="Arial"/>
              </a:defRPr>
            </a:lvl8pPr>
            <a:lvl9pPr algn="l">
              <a:defRPr sz="2175" b="1">
                <a:solidFill>
                  <a:srgbClr val="176B91"/>
                </a:solidFill>
                <a:latin typeface="Arial"/>
                <a:ea typeface="Arial"/>
                <a:cs typeface="Arial"/>
              </a:defRPr>
            </a:lvl9pPr>
          </a:lstStyle>
          <a:p xmlns:a="http://schemas.openxmlformats.org/drawingml/2006/main">
            <a:pPr algn="l">
              <a:defRPr sz="2175" b="1">
                <a:solidFill>
                  <a:srgbClr val="176B91"/>
                </a:solidFill>
                <a:latin typeface="Arial"/>
                <a:ea typeface="Arial"/>
                <a:cs typeface="Arial"/>
              </a:defRPr>
            </a:pPr>
            <a:r>
              <a:rPr sz="2175" b="1">
                <a:solidFill>
                  <a:srgbClr val="176B91"/>
                </a:solidFill>
                <a:latin typeface="Arial"/>
                <a:ea typeface="Arial"/>
                <a:cs typeface="Arial"/>
              </a:rPr>
              <a:t>Une compatibilité de comportement</a:t>
            </a:r>
          </a:p>
        </p:txBody>
      </p:sp>
      <p:sp>
        <p:nvSpPr>
          <p:cNvPr id="8" name="">
            <a:extLst xmlns:a="http://schemas.openxmlformats.org/drawingml/2006/main">
              <a:ext uri="{FF2B5EF4-FFF2-40B4-BE49-F238E27FC236}">
                <a16:creationId xmlns:a16="http://schemas.microsoft.com/office/drawing/2014/main" id="{4965E290-B953-448E-BA71-1C35211A3BFC}"/>
              </a:ext>
            </a:extLst>
          </p:cNvPr>
          <p:cNvSpPr>
            <a:spLocks xmlns:a="http://schemas.openxmlformats.org/drawingml/2006/main" noGrp="1"/>
          </p:cNvSpPr>
          <p:nvPr/>
        </p:nvSpPr>
        <p:spPr>
          <a:xfrm xmlns:a="http://schemas.openxmlformats.org/drawingml/2006/main">
            <a:off x="619125" y="5524500"/>
            <a:ext cx="13716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82F44"/>
                </a:solidFill>
                <a:latin typeface="Arial"/>
                <a:ea typeface="Arial"/>
                <a:cs typeface="Arial"/>
              </a:defRPr>
            </a:defPPr>
            <a:lvl1pPr algn="l">
              <a:defRPr sz="2175" b="0">
                <a:solidFill>
                  <a:srgbClr val="182F44"/>
                </a:solidFill>
                <a:latin typeface="Arial"/>
                <a:ea typeface="Arial"/>
                <a:cs typeface="Arial"/>
              </a:defRPr>
            </a:lvl1pPr>
            <a:lvl2pPr algn="l">
              <a:defRPr sz="2175" b="0">
                <a:solidFill>
                  <a:srgbClr val="182F44"/>
                </a:solidFill>
                <a:latin typeface="Arial"/>
                <a:ea typeface="Arial"/>
                <a:cs typeface="Arial"/>
              </a:defRPr>
            </a:lvl2pPr>
            <a:lvl3pPr algn="l">
              <a:defRPr sz="2175" b="0">
                <a:solidFill>
                  <a:srgbClr val="182F44"/>
                </a:solidFill>
                <a:latin typeface="Arial"/>
                <a:ea typeface="Arial"/>
                <a:cs typeface="Arial"/>
              </a:defRPr>
            </a:lvl3pPr>
            <a:lvl4pPr algn="l">
              <a:defRPr sz="2175" b="0">
                <a:solidFill>
                  <a:srgbClr val="182F44"/>
                </a:solidFill>
                <a:latin typeface="Arial"/>
                <a:ea typeface="Arial"/>
                <a:cs typeface="Arial"/>
              </a:defRPr>
            </a:lvl4pPr>
            <a:lvl5pPr algn="l">
              <a:defRPr sz="2175" b="0">
                <a:solidFill>
                  <a:srgbClr val="182F44"/>
                </a:solidFill>
                <a:latin typeface="Arial"/>
                <a:ea typeface="Arial"/>
                <a:cs typeface="Arial"/>
              </a:defRPr>
            </a:lvl5pPr>
            <a:lvl6pPr algn="l">
              <a:defRPr sz="2175" b="0">
                <a:solidFill>
                  <a:srgbClr val="182F44"/>
                </a:solidFill>
                <a:latin typeface="Arial"/>
                <a:ea typeface="Arial"/>
                <a:cs typeface="Arial"/>
              </a:defRPr>
            </a:lvl6pPr>
            <a:lvl7pPr algn="l">
              <a:defRPr sz="2175" b="0">
                <a:solidFill>
                  <a:srgbClr val="182F44"/>
                </a:solidFill>
                <a:latin typeface="Arial"/>
                <a:ea typeface="Arial"/>
                <a:cs typeface="Arial"/>
              </a:defRPr>
            </a:lvl7pPr>
            <a:lvl8pPr algn="l">
              <a:defRPr sz="2175" b="0">
                <a:solidFill>
                  <a:srgbClr val="182F44"/>
                </a:solidFill>
                <a:latin typeface="Arial"/>
                <a:ea typeface="Arial"/>
                <a:cs typeface="Arial"/>
              </a:defRPr>
            </a:lvl8pPr>
            <a:lvl9pPr algn="l">
              <a:defRPr sz="2175" b="0">
                <a:solidFill>
                  <a:srgbClr val="182F44"/>
                </a:solidFill>
                <a:latin typeface="Arial"/>
                <a:ea typeface="Arial"/>
                <a:cs typeface="Arial"/>
              </a:defRPr>
            </a:lvl9pPr>
          </a:lstStyle>
          <a:p xmlns:a="http://schemas.openxmlformats.org/drawingml/2006/main">
            <a:pPr algn="l">
              <a:defRPr sz="2175" b="0">
                <a:solidFill>
                  <a:srgbClr val="182F44"/>
                </a:solidFill>
                <a:latin typeface="Arial"/>
                <a:ea typeface="Arial"/>
                <a:cs typeface="Arial"/>
              </a:defRPr>
            </a:pPr>
            <a:r>
              <a:rPr sz="2175" b="0">
                <a:solidFill>
                  <a:srgbClr val="182F44"/>
                </a:solidFill>
                <a:latin typeface="Arial"/>
                <a:ea typeface="Arial"/>
                <a:cs typeface="Arial"/>
              </a:rPr>
              <a:t>Le compilateur vérifie les types et les signatures. Il ne prouve pas que les résultats, les effets et les conditions d’utilisation respectent les attentes du client. Redéfinir une méthode est permis si ses garanties restent valables.</a:t>
            </a:r>
          </a:p>
        </p:txBody>
      </p:sp>
      <p:sp>
        <p:nvSpPr>
          <p:cNvPr id="9" name="">
            <a:extLst xmlns:a="http://schemas.openxmlformats.org/drawingml/2006/main">
              <a:ext uri="{FF2B5EF4-FFF2-40B4-BE49-F238E27FC236}">
                <a16:creationId xmlns:a16="http://schemas.microsoft.com/office/drawing/2014/main" id="{81B3A974-27CF-4878-97BF-798F8E4E3629}"/>
              </a:ext>
            </a:extLst>
          </p:cNvPr>
          <p:cNvSpPr>
            <a:spLocks xmlns:a="http://schemas.openxmlformats.org/drawingml/2006/main" noGrp="1"/>
          </p:cNvSpPr>
          <p:nvPr/>
        </p:nvSpPr>
        <p:spPr>
          <a:xfrm xmlns:a="http://schemas.openxmlformats.org/drawingml/2006/main">
            <a:off x="619125" y="7315200"/>
            <a:ext cx="1400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087F83"/>
                </a:solidFill>
                <a:latin typeface="Arial"/>
                <a:ea typeface="Arial"/>
                <a:cs typeface="Arial"/>
              </a:defRPr>
            </a:defPPr>
            <a:lvl1pPr algn="l">
              <a:defRPr sz="1950" b="1">
                <a:solidFill>
                  <a:srgbClr val="087F83"/>
                </a:solidFill>
                <a:latin typeface="Arial"/>
                <a:ea typeface="Arial"/>
                <a:cs typeface="Arial"/>
              </a:defRPr>
            </a:lvl1pPr>
            <a:lvl2pPr algn="l">
              <a:defRPr sz="1950" b="1">
                <a:solidFill>
                  <a:srgbClr val="087F83"/>
                </a:solidFill>
                <a:latin typeface="Arial"/>
                <a:ea typeface="Arial"/>
                <a:cs typeface="Arial"/>
              </a:defRPr>
            </a:lvl2pPr>
            <a:lvl3pPr algn="l">
              <a:defRPr sz="1950" b="1">
                <a:solidFill>
                  <a:srgbClr val="087F83"/>
                </a:solidFill>
                <a:latin typeface="Arial"/>
                <a:ea typeface="Arial"/>
                <a:cs typeface="Arial"/>
              </a:defRPr>
            </a:lvl3pPr>
            <a:lvl4pPr algn="l">
              <a:defRPr sz="1950" b="1">
                <a:solidFill>
                  <a:srgbClr val="087F83"/>
                </a:solidFill>
                <a:latin typeface="Arial"/>
                <a:ea typeface="Arial"/>
                <a:cs typeface="Arial"/>
              </a:defRPr>
            </a:lvl4pPr>
            <a:lvl5pPr algn="l">
              <a:defRPr sz="1950" b="1">
                <a:solidFill>
                  <a:srgbClr val="087F83"/>
                </a:solidFill>
                <a:latin typeface="Arial"/>
                <a:ea typeface="Arial"/>
                <a:cs typeface="Arial"/>
              </a:defRPr>
            </a:lvl5pPr>
            <a:lvl6pPr algn="l">
              <a:defRPr sz="1950" b="1">
                <a:solidFill>
                  <a:srgbClr val="087F83"/>
                </a:solidFill>
                <a:latin typeface="Arial"/>
                <a:ea typeface="Arial"/>
                <a:cs typeface="Arial"/>
              </a:defRPr>
            </a:lvl6pPr>
            <a:lvl7pPr algn="l">
              <a:defRPr sz="1950" b="1">
                <a:solidFill>
                  <a:srgbClr val="087F83"/>
                </a:solidFill>
                <a:latin typeface="Arial"/>
                <a:ea typeface="Arial"/>
                <a:cs typeface="Arial"/>
              </a:defRPr>
            </a:lvl7pPr>
            <a:lvl8pPr algn="l">
              <a:defRPr sz="1950" b="1">
                <a:solidFill>
                  <a:srgbClr val="087F83"/>
                </a:solidFill>
                <a:latin typeface="Arial"/>
                <a:ea typeface="Arial"/>
                <a:cs typeface="Arial"/>
              </a:defRPr>
            </a:lvl8pPr>
            <a:lvl9pPr algn="l">
              <a:defRPr sz="1950" b="1">
                <a:solidFill>
                  <a:srgbClr val="087F83"/>
                </a:solidFill>
                <a:latin typeface="Arial"/>
                <a:ea typeface="Arial"/>
                <a:cs typeface="Arial"/>
              </a:defRPr>
            </a:lvl9pPr>
          </a:lstStyle>
          <a:p xmlns:a="http://schemas.openxmlformats.org/drawingml/2006/main">
            <a:pPr algn="l">
              <a:defRPr sz="1950" b="1">
                <a:solidFill>
                  <a:srgbClr val="087F83"/>
                </a:solidFill>
                <a:latin typeface="Arial"/>
                <a:ea typeface="Arial"/>
                <a:cs typeface="Arial"/>
              </a:defRPr>
            </a:pPr>
            <a:r>
              <a:rPr sz="1950" b="1">
                <a:solidFill>
                  <a:srgbClr val="087F83"/>
                </a:solidFill>
                <a:latin typeface="Arial"/>
                <a:ea typeface="Arial"/>
                <a:cs typeface="Arial"/>
              </a:rPr>
              <a:t>Une réalisation différente peut être substituable. Une promesse retirée ne l’est plus.</a:t>
            </a:r>
          </a:p>
        </p:txBody>
      </p:sp>
      <p:sp>
        <p:nvSpPr>
          <p:cNvPr id="10" name="">
            <a:extLst xmlns:a="http://schemas.openxmlformats.org/drawingml/2006/main">
              <a:ext uri="{FF2B5EF4-FFF2-40B4-BE49-F238E27FC236}">
                <a16:creationId xmlns:a16="http://schemas.microsoft.com/office/drawing/2014/main" id="{A2A392AC-C9F9-4994-82B3-FB21B1EE01BE}"/>
              </a:ext>
            </a:extLst>
          </p:cNvPr>
          <p:cNvSpPr>
            <a:spLocks xmlns:a="http://schemas.openxmlformats.org/drawingml/2006/main" noGrp="1"/>
          </p:cNvSpPr>
          <p:nvPr/>
        </p:nvSpPr>
        <p:spPr>
          <a:xfrm xmlns:a="http://schemas.openxmlformats.org/drawingml/2006/main">
            <a:off x="619125" y="7791450"/>
            <a:ext cx="13716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516575"/>
                </a:solidFill>
                <a:latin typeface="Arial"/>
                <a:ea typeface="Arial"/>
                <a:cs typeface="Arial"/>
              </a:defRPr>
            </a:defPPr>
            <a:lvl1pPr algn="l">
              <a:defRPr sz="1425" b="0">
                <a:solidFill>
                  <a:srgbClr val="516575"/>
                </a:solidFill>
                <a:latin typeface="Arial"/>
                <a:ea typeface="Arial"/>
                <a:cs typeface="Arial"/>
              </a:defRPr>
            </a:lvl1pPr>
            <a:lvl2pPr algn="l">
              <a:defRPr sz="1425" b="0">
                <a:solidFill>
                  <a:srgbClr val="516575"/>
                </a:solidFill>
                <a:latin typeface="Arial"/>
                <a:ea typeface="Arial"/>
                <a:cs typeface="Arial"/>
              </a:defRPr>
            </a:lvl2pPr>
            <a:lvl3pPr algn="l">
              <a:defRPr sz="1425" b="0">
                <a:solidFill>
                  <a:srgbClr val="516575"/>
                </a:solidFill>
                <a:latin typeface="Arial"/>
                <a:ea typeface="Arial"/>
                <a:cs typeface="Arial"/>
              </a:defRPr>
            </a:lvl3pPr>
            <a:lvl4pPr algn="l">
              <a:defRPr sz="1425" b="0">
                <a:solidFill>
                  <a:srgbClr val="516575"/>
                </a:solidFill>
                <a:latin typeface="Arial"/>
                <a:ea typeface="Arial"/>
                <a:cs typeface="Arial"/>
              </a:defRPr>
            </a:lvl4pPr>
            <a:lvl5pPr algn="l">
              <a:defRPr sz="1425" b="0">
                <a:solidFill>
                  <a:srgbClr val="516575"/>
                </a:solidFill>
                <a:latin typeface="Arial"/>
                <a:ea typeface="Arial"/>
                <a:cs typeface="Arial"/>
              </a:defRPr>
            </a:lvl5pPr>
            <a:lvl6pPr algn="l">
              <a:defRPr sz="1425" b="0">
                <a:solidFill>
                  <a:srgbClr val="516575"/>
                </a:solidFill>
                <a:latin typeface="Arial"/>
                <a:ea typeface="Arial"/>
                <a:cs typeface="Arial"/>
              </a:defRPr>
            </a:lvl6pPr>
            <a:lvl7pPr algn="l">
              <a:defRPr sz="1425" b="0">
                <a:solidFill>
                  <a:srgbClr val="516575"/>
                </a:solidFill>
                <a:latin typeface="Arial"/>
                <a:ea typeface="Arial"/>
                <a:cs typeface="Arial"/>
              </a:defRPr>
            </a:lvl7pPr>
            <a:lvl8pPr algn="l">
              <a:defRPr sz="1425" b="0">
                <a:solidFill>
                  <a:srgbClr val="516575"/>
                </a:solidFill>
                <a:latin typeface="Arial"/>
                <a:ea typeface="Arial"/>
                <a:cs typeface="Arial"/>
              </a:defRPr>
            </a:lvl8pPr>
            <a:lvl9pPr algn="l">
              <a:defRPr sz="1425" b="0">
                <a:solidFill>
                  <a:srgbClr val="516575"/>
                </a:solidFill>
                <a:latin typeface="Arial"/>
                <a:ea typeface="Arial"/>
                <a:cs typeface="Arial"/>
              </a:defRPr>
            </a:lvl9pPr>
          </a:lstStyle>
          <a:p xmlns:a="http://schemas.openxmlformats.org/drawingml/2006/main">
            <a:pPr algn="l">
              <a:defRPr sz="1425" b="0">
                <a:solidFill>
                  <a:srgbClr val="516575"/>
                </a:solidFill>
                <a:latin typeface="Arial"/>
                <a:ea typeface="Arial"/>
                <a:cs typeface="Arial"/>
              </a:defRPr>
            </a:pPr>
            <a:r>
              <a:rPr sz="1425" b="0">
                <a:solidFill>
                  <a:srgbClr val="516575"/>
                </a:solidFill>
                <a:latin typeface="Arial"/>
                <a:ea typeface="Arial"/>
                <a:cs typeface="Arial"/>
              </a:rPr>
              <a:t>Origine : travaux de Barbara Liskov, formalisés avec Jeannette Wing en 1994.</a:t>
            </a:r>
          </a:p>
        </p:txBody>
      </p:sp>
    </p:spTree>
    <p:extLst>
      <p:ext uri="{BB962C8B-B14F-4D97-AF65-F5344CB8AC3E}">
        <p14:creationId xmlns:p14="http://schemas.microsoft.com/office/powerpoint/2010/main" val="1531522604"/>
      </p:ext>
    </p:extLst>
  </p:cSld>
</p:sld>
</file>

<file path=ppt/slides/slide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8F32293-2E2D-4100-849D-D6438481E180}"/>
              </a:ext>
            </a:extLst>
          </p:cNvPr>
          <p:cNvSpPr>
            <a:spLocks xmlns:a="http://schemas.openxmlformats.org/drawingml/2006/main" noGrp="1"/>
          </p:cNvSpPr>
          <p:nvPr/>
        </p:nvSpPr>
        <p:spPr>
          <a:xfrm xmlns:a="http://schemas.openxmlformats.org/drawingml/2006/main">
            <a:off x="619125" y="304800"/>
            <a:ext cx="1333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087F83"/>
                </a:solidFill>
                <a:latin typeface="Arial"/>
                <a:ea typeface="Arial"/>
                <a:cs typeface="Arial"/>
              </a:defRPr>
            </a:defPPr>
            <a:lvl1pPr algn="l">
              <a:defRPr sz="1350" b="1">
                <a:solidFill>
                  <a:srgbClr val="087F83"/>
                </a:solidFill>
                <a:latin typeface="Arial"/>
                <a:ea typeface="Arial"/>
                <a:cs typeface="Arial"/>
              </a:defRPr>
            </a:lvl1pPr>
            <a:lvl2pPr algn="l">
              <a:defRPr sz="1350" b="1">
                <a:solidFill>
                  <a:srgbClr val="087F83"/>
                </a:solidFill>
                <a:latin typeface="Arial"/>
                <a:ea typeface="Arial"/>
                <a:cs typeface="Arial"/>
              </a:defRPr>
            </a:lvl2pPr>
            <a:lvl3pPr algn="l">
              <a:defRPr sz="1350" b="1">
                <a:solidFill>
                  <a:srgbClr val="087F83"/>
                </a:solidFill>
                <a:latin typeface="Arial"/>
                <a:ea typeface="Arial"/>
                <a:cs typeface="Arial"/>
              </a:defRPr>
            </a:lvl3pPr>
            <a:lvl4pPr algn="l">
              <a:defRPr sz="1350" b="1">
                <a:solidFill>
                  <a:srgbClr val="087F83"/>
                </a:solidFill>
                <a:latin typeface="Arial"/>
                <a:ea typeface="Arial"/>
                <a:cs typeface="Arial"/>
              </a:defRPr>
            </a:lvl4pPr>
            <a:lvl5pPr algn="l">
              <a:defRPr sz="1350" b="1">
                <a:solidFill>
                  <a:srgbClr val="087F83"/>
                </a:solidFill>
                <a:latin typeface="Arial"/>
                <a:ea typeface="Arial"/>
                <a:cs typeface="Arial"/>
              </a:defRPr>
            </a:lvl5pPr>
            <a:lvl6pPr algn="l">
              <a:defRPr sz="1350" b="1">
                <a:solidFill>
                  <a:srgbClr val="087F83"/>
                </a:solidFill>
                <a:latin typeface="Arial"/>
                <a:ea typeface="Arial"/>
                <a:cs typeface="Arial"/>
              </a:defRPr>
            </a:lvl6pPr>
            <a:lvl7pPr algn="l">
              <a:defRPr sz="1350" b="1">
                <a:solidFill>
                  <a:srgbClr val="087F83"/>
                </a:solidFill>
                <a:latin typeface="Arial"/>
                <a:ea typeface="Arial"/>
                <a:cs typeface="Arial"/>
              </a:defRPr>
            </a:lvl7pPr>
            <a:lvl8pPr algn="l">
              <a:defRPr sz="1350" b="1">
                <a:solidFill>
                  <a:srgbClr val="087F83"/>
                </a:solidFill>
                <a:latin typeface="Arial"/>
                <a:ea typeface="Arial"/>
                <a:cs typeface="Arial"/>
              </a:defRPr>
            </a:lvl8pPr>
            <a:lvl9pPr algn="l">
              <a:defRPr sz="1350" b="1">
                <a:solidFill>
                  <a:srgbClr val="087F83"/>
                </a:solidFill>
                <a:latin typeface="Arial"/>
                <a:ea typeface="Arial"/>
                <a:cs typeface="Arial"/>
              </a:defRPr>
            </a:lvl9pPr>
          </a:lstStyle>
          <a:p xmlns:a="http://schemas.openxmlformats.org/drawingml/2006/main">
            <a:pPr algn="l">
              <a:defRPr sz="1350" b="1">
                <a:solidFill>
                  <a:srgbClr val="087F83"/>
                </a:solidFill>
                <a:latin typeface="Arial"/>
                <a:ea typeface="Arial"/>
                <a:cs typeface="Arial"/>
              </a:defRPr>
            </a:pPr>
            <a:r>
              <a:rPr sz="1350" b="1">
                <a:solidFill>
                  <a:srgbClr val="087F83"/>
                </a:solidFill>
                <a:latin typeface="Arial"/>
                <a:ea typeface="Arial"/>
                <a:cs typeface="Arial"/>
              </a:rPr>
              <a:t>LSP • COMPRENDRE CE QUE LE CLIENT PEUT ATTENDRE</a:t>
            </a:r>
          </a:p>
        </p:txBody>
      </p:sp>
      <p:sp>
        <p:nvSpPr>
          <p:cNvPr id="2" name="">
            <a:extLst xmlns:a="http://schemas.openxmlformats.org/drawingml/2006/main">
              <a:ext uri="{FF2B5EF4-FFF2-40B4-BE49-F238E27FC236}">
                <a16:creationId xmlns:a16="http://schemas.microsoft.com/office/drawing/2014/main" id="{3CF181BB-40D0-4EF7-B615-CABCAEA20A0C}"/>
              </a:ext>
            </a:extLst>
          </p:cNvPr>
          <p:cNvSpPr>
            <a:spLocks xmlns:a="http://schemas.openxmlformats.org/drawingml/2006/main" noGrp="1"/>
          </p:cNvSpPr>
          <p:nvPr/>
        </p:nvSpPr>
        <p:spPr>
          <a:xfrm xmlns:a="http://schemas.openxmlformats.org/drawingml/2006/main">
            <a:off x="619125" y="723900"/>
            <a:ext cx="1390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82F44"/>
                </a:solidFill>
                <a:latin typeface="Arial"/>
                <a:ea typeface="Arial"/>
                <a:cs typeface="Arial"/>
              </a:defRPr>
            </a:defPPr>
            <a:lvl1pPr algn="l">
              <a:defRPr sz="3300" b="1">
                <a:solidFill>
                  <a:srgbClr val="182F44"/>
                </a:solidFill>
                <a:latin typeface="Arial"/>
                <a:ea typeface="Arial"/>
                <a:cs typeface="Arial"/>
              </a:defRPr>
            </a:lvl1pPr>
            <a:lvl2pPr algn="l">
              <a:defRPr sz="3300" b="1">
                <a:solidFill>
                  <a:srgbClr val="182F44"/>
                </a:solidFill>
                <a:latin typeface="Arial"/>
                <a:ea typeface="Arial"/>
                <a:cs typeface="Arial"/>
              </a:defRPr>
            </a:lvl2pPr>
            <a:lvl3pPr algn="l">
              <a:defRPr sz="3300" b="1">
                <a:solidFill>
                  <a:srgbClr val="182F44"/>
                </a:solidFill>
                <a:latin typeface="Arial"/>
                <a:ea typeface="Arial"/>
                <a:cs typeface="Arial"/>
              </a:defRPr>
            </a:lvl3pPr>
            <a:lvl4pPr algn="l">
              <a:defRPr sz="3300" b="1">
                <a:solidFill>
                  <a:srgbClr val="182F44"/>
                </a:solidFill>
                <a:latin typeface="Arial"/>
                <a:ea typeface="Arial"/>
                <a:cs typeface="Arial"/>
              </a:defRPr>
            </a:lvl4pPr>
            <a:lvl5pPr algn="l">
              <a:defRPr sz="3300" b="1">
                <a:solidFill>
                  <a:srgbClr val="182F44"/>
                </a:solidFill>
                <a:latin typeface="Arial"/>
                <a:ea typeface="Arial"/>
                <a:cs typeface="Arial"/>
              </a:defRPr>
            </a:lvl5pPr>
            <a:lvl6pPr algn="l">
              <a:defRPr sz="3300" b="1">
                <a:solidFill>
                  <a:srgbClr val="182F44"/>
                </a:solidFill>
                <a:latin typeface="Arial"/>
                <a:ea typeface="Arial"/>
                <a:cs typeface="Arial"/>
              </a:defRPr>
            </a:lvl6pPr>
            <a:lvl7pPr algn="l">
              <a:defRPr sz="3300" b="1">
                <a:solidFill>
                  <a:srgbClr val="182F44"/>
                </a:solidFill>
                <a:latin typeface="Arial"/>
                <a:ea typeface="Arial"/>
                <a:cs typeface="Arial"/>
              </a:defRPr>
            </a:lvl7pPr>
            <a:lvl8pPr algn="l">
              <a:defRPr sz="3300" b="1">
                <a:solidFill>
                  <a:srgbClr val="182F44"/>
                </a:solidFill>
                <a:latin typeface="Arial"/>
                <a:ea typeface="Arial"/>
                <a:cs typeface="Arial"/>
              </a:defRPr>
            </a:lvl8pPr>
            <a:lvl9pPr algn="l">
              <a:defRPr sz="3300" b="1">
                <a:solidFill>
                  <a:srgbClr val="182F44"/>
                </a:solidFill>
                <a:latin typeface="Arial"/>
                <a:ea typeface="Arial"/>
                <a:cs typeface="Arial"/>
              </a:defRPr>
            </a:lvl9pPr>
          </a:lstStyle>
          <a:p xmlns:a="http://schemas.openxmlformats.org/drawingml/2006/main">
            <a:pPr algn="l">
              <a:defRPr sz="3300" b="1">
                <a:solidFill>
                  <a:srgbClr val="182F44"/>
                </a:solidFill>
                <a:latin typeface="Arial"/>
                <a:ea typeface="Arial"/>
                <a:cs typeface="Arial"/>
              </a:defRPr>
            </a:pPr>
            <a:r>
              <a:rPr sz="3300" b="1">
                <a:solidFill>
                  <a:srgbClr val="182F44"/>
                </a:solidFill>
                <a:latin typeface="Arial"/>
                <a:ea typeface="Arial"/>
                <a:cs typeface="Arial"/>
              </a:rPr>
              <a:t>Le contrat : conditions et garanties</a:t>
            </a:r>
          </a:p>
        </p:txBody>
      </p:sp>
      <p:sp>
        <p:nvSpPr>
          <p:cNvPr id="3" name="">
            <a:extLst xmlns:a="http://schemas.openxmlformats.org/drawingml/2006/main">
              <a:ext uri="{FF2B5EF4-FFF2-40B4-BE49-F238E27FC236}">
                <a16:creationId xmlns:a16="http://schemas.microsoft.com/office/drawing/2014/main" id="{6D0CB33F-10C9-4156-9E04-74141F60380F}"/>
              </a:ext>
            </a:extLst>
          </p:cNvPr>
          <p:cNvSpPr>
            <a:spLocks xmlns:a="http://schemas.openxmlformats.org/drawingml/2006/main" noGrp="1"/>
          </p:cNvSpPr>
          <p:nvPr/>
        </p:nvSpPr>
        <p:spPr>
          <a:xfrm xmlns:a="http://schemas.openxmlformats.org/drawingml/2006/main">
            <a:off x="619125" y="81438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516575"/>
                </a:solidFill>
                <a:latin typeface="Arial"/>
                <a:ea typeface="Arial"/>
                <a:cs typeface="Arial"/>
              </a:defRPr>
            </a:defPPr>
            <a:lvl1pPr algn="l">
              <a:defRPr sz="1275" b="0">
                <a:solidFill>
                  <a:srgbClr val="516575"/>
                </a:solidFill>
                <a:latin typeface="Arial"/>
                <a:ea typeface="Arial"/>
                <a:cs typeface="Arial"/>
              </a:defRPr>
            </a:lvl1pPr>
            <a:lvl2pPr algn="l">
              <a:defRPr sz="1275" b="0">
                <a:solidFill>
                  <a:srgbClr val="516575"/>
                </a:solidFill>
                <a:latin typeface="Arial"/>
                <a:ea typeface="Arial"/>
                <a:cs typeface="Arial"/>
              </a:defRPr>
            </a:lvl2pPr>
            <a:lvl3pPr algn="l">
              <a:defRPr sz="1275" b="0">
                <a:solidFill>
                  <a:srgbClr val="516575"/>
                </a:solidFill>
                <a:latin typeface="Arial"/>
                <a:ea typeface="Arial"/>
                <a:cs typeface="Arial"/>
              </a:defRPr>
            </a:lvl3pPr>
            <a:lvl4pPr algn="l">
              <a:defRPr sz="1275" b="0">
                <a:solidFill>
                  <a:srgbClr val="516575"/>
                </a:solidFill>
                <a:latin typeface="Arial"/>
                <a:ea typeface="Arial"/>
                <a:cs typeface="Arial"/>
              </a:defRPr>
            </a:lvl4pPr>
            <a:lvl5pPr algn="l">
              <a:defRPr sz="1275" b="0">
                <a:solidFill>
                  <a:srgbClr val="516575"/>
                </a:solidFill>
                <a:latin typeface="Arial"/>
                <a:ea typeface="Arial"/>
                <a:cs typeface="Arial"/>
              </a:defRPr>
            </a:lvl5pPr>
            <a:lvl6pPr algn="l">
              <a:defRPr sz="1275" b="0">
                <a:solidFill>
                  <a:srgbClr val="516575"/>
                </a:solidFill>
                <a:latin typeface="Arial"/>
                <a:ea typeface="Arial"/>
                <a:cs typeface="Arial"/>
              </a:defRPr>
            </a:lvl6pPr>
            <a:lvl7pPr algn="l">
              <a:defRPr sz="1275" b="0">
                <a:solidFill>
                  <a:srgbClr val="516575"/>
                </a:solidFill>
                <a:latin typeface="Arial"/>
                <a:ea typeface="Arial"/>
                <a:cs typeface="Arial"/>
              </a:defRPr>
            </a:lvl7pPr>
            <a:lvl8pPr algn="l">
              <a:defRPr sz="1275" b="0">
                <a:solidFill>
                  <a:srgbClr val="516575"/>
                </a:solidFill>
                <a:latin typeface="Arial"/>
                <a:ea typeface="Arial"/>
                <a:cs typeface="Arial"/>
              </a:defRPr>
            </a:lvl8pPr>
            <a:lvl9pPr algn="l">
              <a:defRPr sz="1275" b="0">
                <a:solidFill>
                  <a:srgbClr val="516575"/>
                </a:solidFill>
                <a:latin typeface="Arial"/>
                <a:ea typeface="Arial"/>
                <a:cs typeface="Arial"/>
              </a:defRPr>
            </a:lvl9pPr>
          </a:lstStyle>
          <a:p xmlns:a="http://schemas.openxmlformats.org/drawingml/2006/main">
            <a:pPr algn="l">
              <a:defRPr sz="1275" b="0">
                <a:solidFill>
                  <a:srgbClr val="516575"/>
                </a:solidFill>
                <a:latin typeface="Arial"/>
                <a:ea typeface="Arial"/>
                <a:cs typeface="Arial"/>
              </a:defRPr>
            </a:pPr>
            <a:r>
              <a:rPr sz="1275" b="0">
                <a:solidFill>
                  <a:srgbClr val="516575"/>
                </a:solidFill>
                <a:latin typeface="Arial"/>
                <a:ea typeface="Arial"/>
                <a:cs typeface="Arial"/>
              </a:rPr>
              <a:t>R304 • Qualité du développement</a:t>
            </a:r>
          </a:p>
        </p:txBody>
      </p:sp>
      <p:sp>
        <p:nvSpPr>
          <p:cNvPr id="4" name="">
            <a:extLst xmlns:a="http://schemas.openxmlformats.org/drawingml/2006/main">
              <a:ext uri="{FF2B5EF4-FFF2-40B4-BE49-F238E27FC236}">
                <a16:creationId xmlns:a16="http://schemas.microsoft.com/office/drawing/2014/main" id="{DDAF55EF-98B8-445E-BBAD-2C1868835F7F}"/>
              </a:ext>
            </a:extLst>
          </p:cNvPr>
          <p:cNvSpPr>
            <a:spLocks xmlns:a="http://schemas.openxmlformats.org/drawingml/2006/main" noGrp="1"/>
          </p:cNvSpPr>
          <p:nvPr/>
        </p:nvSpPr>
        <p:spPr>
          <a:xfrm xmlns:a="http://schemas.openxmlformats.org/drawingml/2006/main">
            <a:off x="13335000" y="8143875"/>
            <a:ext cx="1285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575"/>
                </a:solidFill>
                <a:latin typeface="Arial"/>
                <a:ea typeface="Arial"/>
                <a:cs typeface="Arial"/>
              </a:defRPr>
            </a:defPPr>
            <a:lvl1pPr algn="r">
              <a:defRPr sz="1275" b="0">
                <a:solidFill>
                  <a:srgbClr val="516575"/>
                </a:solidFill>
                <a:latin typeface="Arial"/>
                <a:ea typeface="Arial"/>
                <a:cs typeface="Arial"/>
              </a:defRPr>
            </a:lvl1pPr>
            <a:lvl2pPr algn="r">
              <a:defRPr sz="1275" b="0">
                <a:solidFill>
                  <a:srgbClr val="516575"/>
                </a:solidFill>
                <a:latin typeface="Arial"/>
                <a:ea typeface="Arial"/>
                <a:cs typeface="Arial"/>
              </a:defRPr>
            </a:lvl2pPr>
            <a:lvl3pPr algn="r">
              <a:defRPr sz="1275" b="0">
                <a:solidFill>
                  <a:srgbClr val="516575"/>
                </a:solidFill>
                <a:latin typeface="Arial"/>
                <a:ea typeface="Arial"/>
                <a:cs typeface="Arial"/>
              </a:defRPr>
            </a:lvl3pPr>
            <a:lvl4pPr algn="r">
              <a:defRPr sz="1275" b="0">
                <a:solidFill>
                  <a:srgbClr val="516575"/>
                </a:solidFill>
                <a:latin typeface="Arial"/>
                <a:ea typeface="Arial"/>
                <a:cs typeface="Arial"/>
              </a:defRPr>
            </a:lvl4pPr>
            <a:lvl5pPr algn="r">
              <a:defRPr sz="1275" b="0">
                <a:solidFill>
                  <a:srgbClr val="516575"/>
                </a:solidFill>
                <a:latin typeface="Arial"/>
                <a:ea typeface="Arial"/>
                <a:cs typeface="Arial"/>
              </a:defRPr>
            </a:lvl5pPr>
            <a:lvl6pPr algn="r">
              <a:defRPr sz="1275" b="0">
                <a:solidFill>
                  <a:srgbClr val="516575"/>
                </a:solidFill>
                <a:latin typeface="Arial"/>
                <a:ea typeface="Arial"/>
                <a:cs typeface="Arial"/>
              </a:defRPr>
            </a:lvl6pPr>
            <a:lvl7pPr algn="r">
              <a:defRPr sz="1275" b="0">
                <a:solidFill>
                  <a:srgbClr val="516575"/>
                </a:solidFill>
                <a:latin typeface="Arial"/>
                <a:ea typeface="Arial"/>
                <a:cs typeface="Arial"/>
              </a:defRPr>
            </a:lvl7pPr>
            <a:lvl8pPr algn="r">
              <a:defRPr sz="1275" b="0">
                <a:solidFill>
                  <a:srgbClr val="516575"/>
                </a:solidFill>
                <a:latin typeface="Arial"/>
                <a:ea typeface="Arial"/>
                <a:cs typeface="Arial"/>
              </a:defRPr>
            </a:lvl8pPr>
            <a:lvl9pPr algn="r">
              <a:defRPr sz="1275" b="0">
                <a:solidFill>
                  <a:srgbClr val="516575"/>
                </a:solidFill>
                <a:latin typeface="Arial"/>
                <a:ea typeface="Arial"/>
                <a:cs typeface="Arial"/>
              </a:defRPr>
            </a:lvl9pPr>
          </a:lstStyle>
          <a:p xmlns:a="http://schemas.openxmlformats.org/drawingml/2006/main">
            <a:pPr algn="r">
              <a:defRPr sz="1275" b="0">
                <a:solidFill>
                  <a:srgbClr val="516575"/>
                </a:solidFill>
                <a:latin typeface="Arial"/>
                <a:ea typeface="Arial"/>
                <a:cs typeface="Arial"/>
              </a:defRPr>
            </a:pPr>
            <a:r>
              <a:rPr sz="1275" b="0">
                <a:solidFill>
                  <a:srgbClr val="516575"/>
                </a:solidFill>
                <a:latin typeface="Arial"/>
                <a:ea typeface="Arial"/>
                <a:cs typeface="Arial"/>
              </a:rPr>
              <a:t>02 / 16</a:t>
            </a:r>
          </a:p>
        </p:txBody>
      </p:sp>
      <p:sp>
        <p:nvSpPr>
          <p:cNvPr id="5" name="">
            <a:extLst xmlns:a="http://schemas.openxmlformats.org/drawingml/2006/main">
              <a:ext uri="{FF2B5EF4-FFF2-40B4-BE49-F238E27FC236}">
                <a16:creationId xmlns:a16="http://schemas.microsoft.com/office/drawing/2014/main" id="{A527A09A-D8EF-4180-B212-76511925379C}"/>
              </a:ext>
            </a:extLst>
          </p:cNvPr>
          <p:cNvSpPr>
            <a:spLocks xmlns:a="http://schemas.openxmlformats.org/drawingml/2006/main" noGrp="1"/>
          </p:cNvSpPr>
          <p:nvPr/>
        </p:nvSpPr>
        <p:spPr>
          <a:xfrm xmlns:a="http://schemas.openxmlformats.org/drawingml/2006/main">
            <a:off x="619125" y="171450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82F44"/>
                </a:solidFill>
                <a:latin typeface="Arial"/>
                <a:ea typeface="Arial"/>
                <a:cs typeface="Arial"/>
              </a:defRPr>
            </a:defPPr>
            <a:lvl1pPr algn="l">
              <a:defRPr sz="2175" b="0">
                <a:solidFill>
                  <a:srgbClr val="182F44"/>
                </a:solidFill>
                <a:latin typeface="Arial"/>
                <a:ea typeface="Arial"/>
                <a:cs typeface="Arial"/>
              </a:defRPr>
            </a:lvl1pPr>
            <a:lvl2pPr algn="l">
              <a:defRPr sz="2175" b="0">
                <a:solidFill>
                  <a:srgbClr val="182F44"/>
                </a:solidFill>
                <a:latin typeface="Arial"/>
                <a:ea typeface="Arial"/>
                <a:cs typeface="Arial"/>
              </a:defRPr>
            </a:lvl2pPr>
            <a:lvl3pPr algn="l">
              <a:defRPr sz="2175" b="0">
                <a:solidFill>
                  <a:srgbClr val="182F44"/>
                </a:solidFill>
                <a:latin typeface="Arial"/>
                <a:ea typeface="Arial"/>
                <a:cs typeface="Arial"/>
              </a:defRPr>
            </a:lvl3pPr>
            <a:lvl4pPr algn="l">
              <a:defRPr sz="2175" b="0">
                <a:solidFill>
                  <a:srgbClr val="182F44"/>
                </a:solidFill>
                <a:latin typeface="Arial"/>
                <a:ea typeface="Arial"/>
                <a:cs typeface="Arial"/>
              </a:defRPr>
            </a:lvl4pPr>
            <a:lvl5pPr algn="l">
              <a:defRPr sz="2175" b="0">
                <a:solidFill>
                  <a:srgbClr val="182F44"/>
                </a:solidFill>
                <a:latin typeface="Arial"/>
                <a:ea typeface="Arial"/>
                <a:cs typeface="Arial"/>
              </a:defRPr>
            </a:lvl5pPr>
            <a:lvl6pPr algn="l">
              <a:defRPr sz="2175" b="0">
                <a:solidFill>
                  <a:srgbClr val="182F44"/>
                </a:solidFill>
                <a:latin typeface="Arial"/>
                <a:ea typeface="Arial"/>
                <a:cs typeface="Arial"/>
              </a:defRPr>
            </a:lvl6pPr>
            <a:lvl7pPr algn="l">
              <a:defRPr sz="2175" b="0">
                <a:solidFill>
                  <a:srgbClr val="182F44"/>
                </a:solidFill>
                <a:latin typeface="Arial"/>
                <a:ea typeface="Arial"/>
                <a:cs typeface="Arial"/>
              </a:defRPr>
            </a:lvl7pPr>
            <a:lvl8pPr algn="l">
              <a:defRPr sz="2175" b="0">
                <a:solidFill>
                  <a:srgbClr val="182F44"/>
                </a:solidFill>
                <a:latin typeface="Arial"/>
                <a:ea typeface="Arial"/>
                <a:cs typeface="Arial"/>
              </a:defRPr>
            </a:lvl8pPr>
            <a:lvl9pPr algn="l">
              <a:defRPr sz="2175" b="0">
                <a:solidFill>
                  <a:srgbClr val="182F44"/>
                </a:solidFill>
                <a:latin typeface="Arial"/>
                <a:ea typeface="Arial"/>
                <a:cs typeface="Arial"/>
              </a:defRPr>
            </a:lvl9pPr>
          </a:lstStyle>
          <a:p xmlns:a="http://schemas.openxmlformats.org/drawingml/2006/main">
            <a:pPr algn="l">
              <a:defRPr sz="2175" b="0">
                <a:solidFill>
                  <a:srgbClr val="182F44"/>
                </a:solidFill>
                <a:latin typeface="Arial"/>
                <a:ea typeface="Arial"/>
                <a:cs typeface="Arial"/>
              </a:defRPr>
            </a:pPr>
            <a:r>
              <a:rPr sz="2175" b="0">
                <a:solidFill>
                  <a:srgbClr val="182F44"/>
                </a:solidFill>
                <a:latin typeface="Arial"/>
                <a:ea typeface="Arial"/>
                <a:cs typeface="Arial"/>
              </a:rPr>
              <a:t>Un contrat décrit davantage que les noms et les paramètres des méthodes. Il précise les conditions d’appel, les effets attendus et les propriétés à conserver.</a:t>
            </a:r>
          </a:p>
        </p:txBody>
      </p:sp>
      <p:graphicFrame>
        <p:nvGraphicFramePr>
          <p:cNvPr id="6" name="">
            <a:extLst xmlns:a="http://schemas.openxmlformats.org/drawingml/2006/main">
              <a:ext uri="{FF2B5EF4-FFF2-40B4-BE49-F238E27FC236}">
                <a16:creationId xmlns:a16="http://schemas.microsoft.com/office/drawing/2014/main" id="{482E79CD-2AB0-42B6-B453-01F3209B7C15}"/>
              </a:ext>
            </a:extLst>
          </p:cNvPr>
          <p:cNvGraphicFramePr/>
          <p:nvPr/>
        </p:nvGraphicFramePr>
        <p:xfrm>
          <a:off xmlns:a="http://schemas.openxmlformats.org/drawingml/2006/main" x="619125" y="2952750"/>
          <a:ext xmlns:a="http://schemas.openxmlformats.org/drawingml/2006/main" cx="14001750" cy="2952750"/>
        </p:xfrm>
        <a:graphic xmlns:a="http://schemas.openxmlformats.org/drawingml/2006/main">
          <a:graphicData uri="http://schemas.openxmlformats.org/drawingml/2006/table">
            <a:tbl>
              <a:tblPr/>
              <a:tblGrid>
                <a:gridCol w="2667000"/>
                <a:gridCol w="4667250"/>
                <a:gridCol w="6667500"/>
              </a:tblGrid>
              <a:tr h="738188">
                <a:tc>
                  <a:txBody>
                    <a:bodyPr/>
                    <a:lstStyle/>
                    <a:p>
                      <a:r>
                        <a:rPr sz="1875" b="1">
                          <a:solidFill>
                            <a:srgbClr val="FFFFFF"/>
                          </a:solidFill>
                          <a:latin typeface="Arial"/>
                          <a:ea typeface="Arial"/>
                          <a:cs typeface="Arial"/>
                        </a:rPr>
                        <a:t>Notion</a:t>
                      </a:r>
                    </a:p>
                  </a:txBody>
                  <a:tcPr marL="152400" marR="152400" marT="114300" marB="114300" anchor="ctr">
                    <a:lnL w="9525">
                      <a:solidFill>
                        <a:srgbClr val="CFD9DE"/>
                      </a:solidFill>
                    </a:lnL>
                    <a:lnR w="9525">
                      <a:solidFill>
                        <a:srgbClr val="CFD9DE"/>
                      </a:solidFill>
                    </a:lnR>
                    <a:lnT w="9525">
                      <a:solidFill>
                        <a:srgbClr val="CFD9DE"/>
                      </a:solidFill>
                    </a:lnT>
                    <a:lnB w="9525">
                      <a:solidFill>
                        <a:srgbClr val="CFD9DE"/>
                      </a:solidFill>
                    </a:lnB>
                    <a:solidFill>
                      <a:srgbClr val="182F44"/>
                    </a:solidFill>
                  </a:tcPr>
                </a:tc>
                <a:tc>
                  <a:txBody>
                    <a:bodyPr/>
                    <a:lstStyle/>
                    <a:p>
                      <a:r>
                        <a:rPr sz="1875" b="1">
                          <a:solidFill>
                            <a:srgbClr val="FFFFFF"/>
                          </a:solidFill>
                          <a:latin typeface="Arial"/>
                          <a:ea typeface="Arial"/>
                          <a:cs typeface="Arial"/>
                        </a:rPr>
                        <a:t>Sens</a:t>
                      </a:r>
                    </a:p>
                  </a:txBody>
                  <a:tcPr marL="152400" marR="152400" marT="114300" marB="114300" anchor="ctr">
                    <a:lnR w="9525">
                      <a:solidFill>
                        <a:srgbClr val="CFD9DE"/>
                      </a:solidFill>
                    </a:lnR>
                    <a:lnT w="9525">
                      <a:solidFill>
                        <a:srgbClr val="CFD9DE"/>
                      </a:solidFill>
                    </a:lnT>
                    <a:lnB w="9525">
                      <a:solidFill>
                        <a:srgbClr val="CFD9DE"/>
                      </a:solidFill>
                    </a:lnB>
                    <a:solidFill>
                      <a:srgbClr val="182F44"/>
                    </a:solidFill>
                  </a:tcPr>
                </a:tc>
                <a:tc>
                  <a:txBody>
                    <a:bodyPr/>
                    <a:lstStyle/>
                    <a:p>
                      <a:r>
                        <a:rPr sz="1875" b="1">
                          <a:solidFill>
                            <a:srgbClr val="FFFFFF"/>
                          </a:solidFill>
                          <a:latin typeface="Arial"/>
                          <a:ea typeface="Arial"/>
                          <a:cs typeface="Arial"/>
                        </a:rPr>
                        <a:t>Exemple de contrat de stockage</a:t>
                      </a:r>
                    </a:p>
                  </a:txBody>
                  <a:tcPr marL="152400" marR="152400" marT="114300" marB="114300" anchor="ctr">
                    <a:lnR w="9525">
                      <a:solidFill>
                        <a:srgbClr val="CFD9DE"/>
                      </a:solidFill>
                    </a:lnR>
                    <a:lnT w="9525">
                      <a:solidFill>
                        <a:srgbClr val="CFD9DE"/>
                      </a:solidFill>
                    </a:lnT>
                    <a:lnB w="9525">
                      <a:solidFill>
                        <a:srgbClr val="CFD9DE"/>
                      </a:solidFill>
                    </a:lnB>
                    <a:solidFill>
                      <a:srgbClr val="182F44"/>
                    </a:solidFill>
                  </a:tcPr>
                </a:tc>
              </a:tr>
              <a:tr h="738188">
                <a:tc>
                  <a:txBody>
                    <a:bodyPr/>
                    <a:lstStyle/>
                    <a:p>
                      <a:r>
                        <a:rPr sz="1875" b="0">
                          <a:solidFill>
                            <a:srgbClr val="182F44"/>
                          </a:solidFill>
                          <a:latin typeface="Arial"/>
                          <a:ea typeface="Arial"/>
                          <a:cs typeface="Arial"/>
                        </a:rPr>
                        <a:t>Précondition</a:t>
                      </a:r>
                    </a:p>
                  </a:txBody>
                  <a:tcPr marL="152400" marR="152400" marT="114300" marB="114300" anchor="ctr">
                    <a:lnL w="9525">
                      <a:solidFill>
                        <a:srgbClr val="CFD9DE"/>
                      </a:solidFill>
                    </a:lnL>
                    <a:lnR w="9525">
                      <a:solidFill>
                        <a:srgbClr val="CFD9DE"/>
                      </a:solidFill>
                    </a:lnR>
                    <a:lnB w="9525">
                      <a:solidFill>
                        <a:srgbClr val="CFD9DE"/>
                      </a:solidFill>
                    </a:lnB>
                    <a:solidFill>
                      <a:srgbClr val="FFFFFF"/>
                    </a:solidFill>
                  </a:tcPr>
                </a:tc>
                <a:tc>
                  <a:txBody>
                    <a:bodyPr/>
                    <a:lstStyle/>
                    <a:p>
                      <a:r>
                        <a:rPr sz="1875" b="0">
                          <a:solidFill>
                            <a:srgbClr val="182F44"/>
                          </a:solidFill>
                          <a:latin typeface="Arial"/>
                          <a:ea typeface="Arial"/>
                          <a:cs typeface="Arial"/>
                        </a:rPr>
                        <a:t>Condition à remplir avant l’appel.</a:t>
                      </a:r>
                    </a:p>
                  </a:txBody>
                  <a:tcPr marL="152400" marR="152400" marT="114300" marB="114300" anchor="ctr">
                    <a:lnR w="9525">
                      <a:solidFill>
                        <a:srgbClr val="CFD9DE"/>
                      </a:solidFill>
                    </a:lnR>
                    <a:lnB w="9525">
                      <a:solidFill>
                        <a:srgbClr val="CFD9DE"/>
                      </a:solidFill>
                    </a:lnB>
                    <a:solidFill>
                      <a:srgbClr val="FFFFFF"/>
                    </a:solidFill>
                  </a:tcPr>
                </a:tc>
                <a:tc>
                  <a:txBody>
                    <a:bodyPr/>
                    <a:lstStyle/>
                    <a:p>
                      <a:r>
                        <a:rPr sz="1875" b="0">
                          <a:solidFill>
                            <a:srgbClr val="182F44"/>
                          </a:solidFill>
                          <a:latin typeface="Arial"/>
                          <a:ea typeface="Arial"/>
                          <a:cs typeface="Arial"/>
                        </a:rPr>
                        <a:t>La commande est valide et possède un identifiant.</a:t>
                      </a:r>
                    </a:p>
                  </a:txBody>
                  <a:tcPr marL="152400" marR="152400" marT="114300" marB="114300" anchor="ctr">
                    <a:lnR w="9525">
                      <a:solidFill>
                        <a:srgbClr val="CFD9DE"/>
                      </a:solidFill>
                    </a:lnR>
                    <a:lnB w="9525">
                      <a:solidFill>
                        <a:srgbClr val="CFD9DE"/>
                      </a:solidFill>
                    </a:lnB>
                    <a:solidFill>
                      <a:srgbClr val="FFFFFF"/>
                    </a:solidFill>
                  </a:tcPr>
                </a:tc>
              </a:tr>
              <a:tr h="738188">
                <a:tc>
                  <a:txBody>
                    <a:bodyPr/>
                    <a:lstStyle/>
                    <a:p>
                      <a:r>
                        <a:rPr sz="1875" b="0">
                          <a:solidFill>
                            <a:srgbClr val="182F44"/>
                          </a:solidFill>
                          <a:latin typeface="Arial"/>
                          <a:ea typeface="Arial"/>
                          <a:cs typeface="Arial"/>
                        </a:rPr>
                        <a:t>Postcondition</a:t>
                      </a:r>
                    </a:p>
                  </a:txBody>
                  <a:tcPr marL="152400" marR="152400" marT="114300" marB="114300" anchor="ctr">
                    <a:lnL w="9525">
                      <a:solidFill>
                        <a:srgbClr val="CFD9DE"/>
                      </a:solidFill>
                    </a:lnL>
                    <a:lnR w="9525">
                      <a:solidFill>
                        <a:srgbClr val="CFD9DE"/>
                      </a:solidFill>
                    </a:lnR>
                    <a:lnB w="9525">
                      <a:solidFill>
                        <a:srgbClr val="CFD9DE"/>
                      </a:solidFill>
                    </a:lnB>
                    <a:solidFill>
                      <a:srgbClr val="EFF4F6"/>
                    </a:solidFill>
                  </a:tcPr>
                </a:tc>
                <a:tc>
                  <a:txBody>
                    <a:bodyPr/>
                    <a:lstStyle/>
                    <a:p>
                      <a:r>
                        <a:rPr sz="1875" b="0">
                          <a:solidFill>
                            <a:srgbClr val="182F44"/>
                          </a:solidFill>
                          <a:latin typeface="Arial"/>
                          <a:ea typeface="Arial"/>
                          <a:cs typeface="Arial"/>
                        </a:rPr>
                        <a:t>Garantie après un retour normal.</a:t>
                      </a:r>
                    </a:p>
                  </a:txBody>
                  <a:tcPr marL="152400" marR="152400" marT="114300" marB="114300" anchor="ctr">
                    <a:lnR w="9525">
                      <a:solidFill>
                        <a:srgbClr val="CFD9DE"/>
                      </a:solidFill>
                    </a:lnR>
                    <a:lnB w="9525">
                      <a:solidFill>
                        <a:srgbClr val="CFD9DE"/>
                      </a:solidFill>
                    </a:lnB>
                    <a:solidFill>
                      <a:srgbClr val="EFF4F6"/>
                    </a:solidFill>
                  </a:tcPr>
                </a:tc>
                <a:tc>
                  <a:txBody>
                    <a:bodyPr/>
                    <a:lstStyle/>
                    <a:p>
                      <a:r>
                        <a:rPr sz="1875" b="0">
                          <a:solidFill>
                            <a:srgbClr val="182F44"/>
                          </a:solidFill>
                          <a:latin typeface="Arial"/>
                          <a:ea typeface="Arial"/>
                          <a:cs typeface="Arial"/>
                        </a:rPr>
                        <a:t>La commande est enregistrée et peut être relue.</a:t>
                      </a:r>
                    </a:p>
                  </a:txBody>
                  <a:tcPr marL="152400" marR="152400" marT="114300" marB="114300" anchor="ctr">
                    <a:lnR w="9525">
                      <a:solidFill>
                        <a:srgbClr val="CFD9DE"/>
                      </a:solidFill>
                    </a:lnR>
                    <a:lnB w="9525">
                      <a:solidFill>
                        <a:srgbClr val="CFD9DE"/>
                      </a:solidFill>
                    </a:lnB>
                    <a:solidFill>
                      <a:srgbClr val="EFF4F6"/>
                    </a:solidFill>
                  </a:tcPr>
                </a:tc>
              </a:tr>
              <a:tr h="738188">
                <a:tc>
                  <a:txBody>
                    <a:bodyPr/>
                    <a:lstStyle/>
                    <a:p>
                      <a:r>
                        <a:rPr sz="1875" b="0">
                          <a:solidFill>
                            <a:srgbClr val="182F44"/>
                          </a:solidFill>
                          <a:latin typeface="Arial"/>
                          <a:ea typeface="Arial"/>
                          <a:cs typeface="Arial"/>
                        </a:rPr>
                        <a:t>Invariant</a:t>
                      </a:r>
                    </a:p>
                  </a:txBody>
                  <a:tcPr marL="152400" marR="152400" marT="114300" marB="114300" anchor="ctr">
                    <a:lnL w="9525">
                      <a:solidFill>
                        <a:srgbClr val="CFD9DE"/>
                      </a:solidFill>
                    </a:lnL>
                    <a:lnR w="9525">
                      <a:solidFill>
                        <a:srgbClr val="CFD9DE"/>
                      </a:solidFill>
                    </a:lnR>
                    <a:lnB w="9525">
                      <a:solidFill>
                        <a:srgbClr val="CFD9DE"/>
                      </a:solidFill>
                    </a:lnB>
                    <a:solidFill>
                      <a:srgbClr val="FFFFFF"/>
                    </a:solidFill>
                  </a:tcPr>
                </a:tc>
                <a:tc>
                  <a:txBody>
                    <a:bodyPr/>
                    <a:lstStyle/>
                    <a:p>
                      <a:r>
                        <a:rPr sz="1875" b="0">
                          <a:solidFill>
                            <a:srgbClr val="182F44"/>
                          </a:solidFill>
                          <a:latin typeface="Arial"/>
                          <a:ea typeface="Arial"/>
                          <a:cs typeface="Arial"/>
                        </a:rPr>
                        <a:t>Propriété conservée aux états observables.</a:t>
                      </a:r>
                    </a:p>
                  </a:txBody>
                  <a:tcPr marL="152400" marR="152400" marT="114300" marB="114300" anchor="ctr">
                    <a:lnR w="9525">
                      <a:solidFill>
                        <a:srgbClr val="CFD9DE"/>
                      </a:solidFill>
                    </a:lnR>
                    <a:lnB w="9525">
                      <a:solidFill>
                        <a:srgbClr val="CFD9DE"/>
                      </a:solidFill>
                    </a:lnB>
                    <a:solidFill>
                      <a:srgbClr val="FFFFFF"/>
                    </a:solidFill>
                  </a:tcPr>
                </a:tc>
                <a:tc>
                  <a:txBody>
                    <a:bodyPr/>
                    <a:lstStyle/>
                    <a:p>
                      <a:r>
                        <a:rPr sz="1875" b="0">
                          <a:solidFill>
                            <a:srgbClr val="182F44"/>
                          </a:solidFill>
                          <a:latin typeface="Arial"/>
                          <a:ea typeface="Arial"/>
                          <a:cs typeface="Arial"/>
                        </a:rPr>
                        <a:t>Un identifiant désigne au plus une commande.</a:t>
                      </a:r>
                    </a:p>
                  </a:txBody>
                  <a:tcPr marL="152400" marR="152400" marT="114300" marB="114300" anchor="ctr">
                    <a:lnR w="9525">
                      <a:solidFill>
                        <a:srgbClr val="CFD9DE"/>
                      </a:solidFill>
                    </a:lnR>
                    <a:lnB w="9525">
                      <a:solidFill>
                        <a:srgbClr val="CFD9DE"/>
                      </a:solidFill>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21C0E127-1FD4-469E-98A1-A306F0A9374D}"/>
              </a:ext>
            </a:extLst>
          </p:cNvPr>
          <p:cNvSpPr>
            <a:spLocks xmlns:a="http://schemas.openxmlformats.org/drawingml/2006/main" noGrp="1"/>
          </p:cNvSpPr>
          <p:nvPr/>
        </p:nvSpPr>
        <p:spPr>
          <a:xfrm xmlns:a="http://schemas.openxmlformats.org/drawingml/2006/main">
            <a:off x="619125" y="6381750"/>
            <a:ext cx="13716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F44"/>
                </a:solidFill>
                <a:latin typeface="Arial"/>
                <a:ea typeface="Arial"/>
                <a:cs typeface="Arial"/>
              </a:defRPr>
            </a:defPPr>
            <a:lvl1pPr algn="l">
              <a:defRPr sz="2100" b="0">
                <a:solidFill>
                  <a:srgbClr val="182F44"/>
                </a:solidFill>
                <a:latin typeface="Arial"/>
                <a:ea typeface="Arial"/>
                <a:cs typeface="Arial"/>
              </a:defRPr>
            </a:lvl1pPr>
            <a:lvl2pPr algn="l">
              <a:defRPr sz="2100" b="0">
                <a:solidFill>
                  <a:srgbClr val="182F44"/>
                </a:solidFill>
                <a:latin typeface="Arial"/>
                <a:ea typeface="Arial"/>
                <a:cs typeface="Arial"/>
              </a:defRPr>
            </a:lvl2pPr>
            <a:lvl3pPr algn="l">
              <a:defRPr sz="2100" b="0">
                <a:solidFill>
                  <a:srgbClr val="182F44"/>
                </a:solidFill>
                <a:latin typeface="Arial"/>
                <a:ea typeface="Arial"/>
                <a:cs typeface="Arial"/>
              </a:defRPr>
            </a:lvl3pPr>
            <a:lvl4pPr algn="l">
              <a:defRPr sz="2100" b="0">
                <a:solidFill>
                  <a:srgbClr val="182F44"/>
                </a:solidFill>
                <a:latin typeface="Arial"/>
                <a:ea typeface="Arial"/>
                <a:cs typeface="Arial"/>
              </a:defRPr>
            </a:lvl4pPr>
            <a:lvl5pPr algn="l">
              <a:defRPr sz="2100" b="0">
                <a:solidFill>
                  <a:srgbClr val="182F44"/>
                </a:solidFill>
                <a:latin typeface="Arial"/>
                <a:ea typeface="Arial"/>
                <a:cs typeface="Arial"/>
              </a:defRPr>
            </a:lvl5pPr>
            <a:lvl6pPr algn="l">
              <a:defRPr sz="2100" b="0">
                <a:solidFill>
                  <a:srgbClr val="182F44"/>
                </a:solidFill>
                <a:latin typeface="Arial"/>
                <a:ea typeface="Arial"/>
                <a:cs typeface="Arial"/>
              </a:defRPr>
            </a:lvl6pPr>
            <a:lvl7pPr algn="l">
              <a:defRPr sz="2100" b="0">
                <a:solidFill>
                  <a:srgbClr val="182F44"/>
                </a:solidFill>
                <a:latin typeface="Arial"/>
                <a:ea typeface="Arial"/>
                <a:cs typeface="Arial"/>
              </a:defRPr>
            </a:lvl7pPr>
            <a:lvl8pPr algn="l">
              <a:defRPr sz="2100" b="0">
                <a:solidFill>
                  <a:srgbClr val="182F44"/>
                </a:solidFill>
                <a:latin typeface="Arial"/>
                <a:ea typeface="Arial"/>
                <a:cs typeface="Arial"/>
              </a:defRPr>
            </a:lvl8pPr>
            <a:lvl9pPr algn="l">
              <a:defRPr sz="2100" b="0">
                <a:solidFill>
                  <a:srgbClr val="182F44"/>
                </a:solidFill>
                <a:latin typeface="Arial"/>
                <a:ea typeface="Arial"/>
                <a:cs typeface="Arial"/>
              </a:defRPr>
            </a:lvl9pPr>
          </a:lstStyle>
          <a:p xmlns:a="http://schemas.openxmlformats.org/drawingml/2006/main">
            <a:pPr algn="l">
              <a:defRPr sz="2100" b="0">
                <a:solidFill>
                  <a:srgbClr val="182F44"/>
                </a:solidFill>
                <a:latin typeface="Arial"/>
                <a:ea typeface="Arial"/>
                <a:cs typeface="Arial"/>
              </a:defRPr>
            </a:pPr>
            <a:r>
              <a:rPr sz="2100" b="0">
                <a:solidFill>
                  <a:srgbClr val="182F44"/>
                </a:solidFill>
                <a:latin typeface="Arial"/>
                <a:ea typeface="Arial"/>
                <a:cs typeface="Arial"/>
              </a:rPr>
              <a:t>Un sous-type ne doit pas exiger davantage du client, réduire les garanties de résultat ou rompre les invariants. Il doit aussi préserver les contraintes d’évolution de l’état promises par le type.</a:t>
            </a:r>
          </a:p>
        </p:txBody>
      </p:sp>
      <p:sp>
        <p:nvSpPr>
          <p:cNvPr id="8" name="">
            <a:extLst xmlns:a="http://schemas.openxmlformats.org/drawingml/2006/main">
              <a:ext uri="{FF2B5EF4-FFF2-40B4-BE49-F238E27FC236}">
                <a16:creationId xmlns:a16="http://schemas.microsoft.com/office/drawing/2014/main" id="{CF07568F-831E-4796-BF54-B7DBD68C60A1}"/>
              </a:ext>
            </a:extLst>
          </p:cNvPr>
          <p:cNvSpPr>
            <a:spLocks xmlns:a="http://schemas.openxmlformats.org/drawingml/2006/main" noGrp="1"/>
          </p:cNvSpPr>
          <p:nvPr/>
        </p:nvSpPr>
        <p:spPr>
          <a:xfrm xmlns:a="http://schemas.openxmlformats.org/drawingml/2006/main">
            <a:off x="619125" y="7686675"/>
            <a:ext cx="1371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516575"/>
                </a:solidFill>
                <a:latin typeface="Arial"/>
                <a:ea typeface="Arial"/>
                <a:cs typeface="Arial"/>
              </a:defRPr>
            </a:defPPr>
            <a:lvl1pPr algn="l">
              <a:defRPr sz="1575" b="0">
                <a:solidFill>
                  <a:srgbClr val="516575"/>
                </a:solidFill>
                <a:latin typeface="Arial"/>
                <a:ea typeface="Arial"/>
                <a:cs typeface="Arial"/>
              </a:defRPr>
            </a:lvl1pPr>
            <a:lvl2pPr algn="l">
              <a:defRPr sz="1575" b="0">
                <a:solidFill>
                  <a:srgbClr val="516575"/>
                </a:solidFill>
                <a:latin typeface="Arial"/>
                <a:ea typeface="Arial"/>
                <a:cs typeface="Arial"/>
              </a:defRPr>
            </a:lvl2pPr>
            <a:lvl3pPr algn="l">
              <a:defRPr sz="1575" b="0">
                <a:solidFill>
                  <a:srgbClr val="516575"/>
                </a:solidFill>
                <a:latin typeface="Arial"/>
                <a:ea typeface="Arial"/>
                <a:cs typeface="Arial"/>
              </a:defRPr>
            </a:lvl3pPr>
            <a:lvl4pPr algn="l">
              <a:defRPr sz="1575" b="0">
                <a:solidFill>
                  <a:srgbClr val="516575"/>
                </a:solidFill>
                <a:latin typeface="Arial"/>
                <a:ea typeface="Arial"/>
                <a:cs typeface="Arial"/>
              </a:defRPr>
            </a:lvl4pPr>
            <a:lvl5pPr algn="l">
              <a:defRPr sz="1575" b="0">
                <a:solidFill>
                  <a:srgbClr val="516575"/>
                </a:solidFill>
                <a:latin typeface="Arial"/>
                <a:ea typeface="Arial"/>
                <a:cs typeface="Arial"/>
              </a:defRPr>
            </a:lvl5pPr>
            <a:lvl6pPr algn="l">
              <a:defRPr sz="1575" b="0">
                <a:solidFill>
                  <a:srgbClr val="516575"/>
                </a:solidFill>
                <a:latin typeface="Arial"/>
                <a:ea typeface="Arial"/>
                <a:cs typeface="Arial"/>
              </a:defRPr>
            </a:lvl6pPr>
            <a:lvl7pPr algn="l">
              <a:defRPr sz="1575" b="0">
                <a:solidFill>
                  <a:srgbClr val="516575"/>
                </a:solidFill>
                <a:latin typeface="Arial"/>
                <a:ea typeface="Arial"/>
                <a:cs typeface="Arial"/>
              </a:defRPr>
            </a:lvl7pPr>
            <a:lvl8pPr algn="l">
              <a:defRPr sz="1575" b="0">
                <a:solidFill>
                  <a:srgbClr val="516575"/>
                </a:solidFill>
                <a:latin typeface="Arial"/>
                <a:ea typeface="Arial"/>
                <a:cs typeface="Arial"/>
              </a:defRPr>
            </a:lvl8pPr>
            <a:lvl9pPr algn="l">
              <a:defRPr sz="1575" b="0">
                <a:solidFill>
                  <a:srgbClr val="516575"/>
                </a:solidFill>
                <a:latin typeface="Arial"/>
                <a:ea typeface="Arial"/>
                <a:cs typeface="Arial"/>
              </a:defRPr>
            </a:lvl9pPr>
          </a:lstStyle>
          <a:p xmlns:a="http://schemas.openxmlformats.org/drawingml/2006/main">
            <a:pPr algn="l">
              <a:defRPr sz="1575" b="0">
                <a:solidFill>
                  <a:srgbClr val="516575"/>
                </a:solidFill>
                <a:latin typeface="Arial"/>
                <a:ea typeface="Arial"/>
                <a:cs typeface="Arial"/>
              </a:defRPr>
            </a:pPr>
            <a:r>
              <a:rPr sz="1575" b="0">
                <a:solidFill>
                  <a:srgbClr val="516575"/>
                </a:solidFill>
                <a:latin typeface="Arial"/>
                <a:ea typeface="Arial"/>
                <a:cs typeface="Arial"/>
              </a:rPr>
              <a:t>Hypothèse du cours : accès autorisé, stockage disponible et absence d’écritures concurrentes.</a:t>
            </a:r>
          </a:p>
        </p:txBody>
      </p:sp>
    </p:spTree>
    <p:extLst>
      <p:ext uri="{BB962C8B-B14F-4D97-AF65-F5344CB8AC3E}">
        <p14:creationId xmlns:p14="http://schemas.microsoft.com/office/powerpoint/2010/main" val="1701297564"/>
      </p:ext>
    </p:extLst>
  </p:cSld>
</p:sld>
</file>

<file path=ppt/slides/slide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78B921B-D1BA-4AEE-BF72-BDBDCDD7CBE8}"/>
              </a:ext>
            </a:extLst>
          </p:cNvPr>
          <p:cNvSpPr>
            <a:spLocks xmlns:a="http://schemas.openxmlformats.org/drawingml/2006/main" noGrp="1"/>
          </p:cNvSpPr>
          <p:nvPr/>
        </p:nvSpPr>
        <p:spPr>
          <a:xfrm xmlns:a="http://schemas.openxmlformats.org/drawingml/2006/main">
            <a:off x="619125" y="304800"/>
            <a:ext cx="1333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087F83"/>
                </a:solidFill>
                <a:latin typeface="Arial"/>
                <a:ea typeface="Arial"/>
                <a:cs typeface="Arial"/>
              </a:defRPr>
            </a:defPPr>
            <a:lvl1pPr algn="l">
              <a:defRPr sz="1350" b="1">
                <a:solidFill>
                  <a:srgbClr val="087F83"/>
                </a:solidFill>
                <a:latin typeface="Arial"/>
                <a:ea typeface="Arial"/>
                <a:cs typeface="Arial"/>
              </a:defRPr>
            </a:lvl1pPr>
            <a:lvl2pPr algn="l">
              <a:defRPr sz="1350" b="1">
                <a:solidFill>
                  <a:srgbClr val="087F83"/>
                </a:solidFill>
                <a:latin typeface="Arial"/>
                <a:ea typeface="Arial"/>
                <a:cs typeface="Arial"/>
              </a:defRPr>
            </a:lvl2pPr>
            <a:lvl3pPr algn="l">
              <a:defRPr sz="1350" b="1">
                <a:solidFill>
                  <a:srgbClr val="087F83"/>
                </a:solidFill>
                <a:latin typeface="Arial"/>
                <a:ea typeface="Arial"/>
                <a:cs typeface="Arial"/>
              </a:defRPr>
            </a:lvl3pPr>
            <a:lvl4pPr algn="l">
              <a:defRPr sz="1350" b="1">
                <a:solidFill>
                  <a:srgbClr val="087F83"/>
                </a:solidFill>
                <a:latin typeface="Arial"/>
                <a:ea typeface="Arial"/>
                <a:cs typeface="Arial"/>
              </a:defRPr>
            </a:lvl4pPr>
            <a:lvl5pPr algn="l">
              <a:defRPr sz="1350" b="1">
                <a:solidFill>
                  <a:srgbClr val="087F83"/>
                </a:solidFill>
                <a:latin typeface="Arial"/>
                <a:ea typeface="Arial"/>
                <a:cs typeface="Arial"/>
              </a:defRPr>
            </a:lvl5pPr>
            <a:lvl6pPr algn="l">
              <a:defRPr sz="1350" b="1">
                <a:solidFill>
                  <a:srgbClr val="087F83"/>
                </a:solidFill>
                <a:latin typeface="Arial"/>
                <a:ea typeface="Arial"/>
                <a:cs typeface="Arial"/>
              </a:defRPr>
            </a:lvl6pPr>
            <a:lvl7pPr algn="l">
              <a:defRPr sz="1350" b="1">
                <a:solidFill>
                  <a:srgbClr val="087F83"/>
                </a:solidFill>
                <a:latin typeface="Arial"/>
                <a:ea typeface="Arial"/>
                <a:cs typeface="Arial"/>
              </a:defRPr>
            </a:lvl7pPr>
            <a:lvl8pPr algn="l">
              <a:defRPr sz="1350" b="1">
                <a:solidFill>
                  <a:srgbClr val="087F83"/>
                </a:solidFill>
                <a:latin typeface="Arial"/>
                <a:ea typeface="Arial"/>
                <a:cs typeface="Arial"/>
              </a:defRPr>
            </a:lvl8pPr>
            <a:lvl9pPr algn="l">
              <a:defRPr sz="1350" b="1">
                <a:solidFill>
                  <a:srgbClr val="087F83"/>
                </a:solidFill>
                <a:latin typeface="Arial"/>
                <a:ea typeface="Arial"/>
                <a:cs typeface="Arial"/>
              </a:defRPr>
            </a:lvl9pPr>
          </a:lstStyle>
          <a:p xmlns:a="http://schemas.openxmlformats.org/drawingml/2006/main">
            <a:pPr algn="l">
              <a:defRPr sz="1350" b="1">
                <a:solidFill>
                  <a:srgbClr val="087F83"/>
                </a:solidFill>
                <a:latin typeface="Arial"/>
                <a:ea typeface="Arial"/>
                <a:cs typeface="Arial"/>
              </a:defRPr>
            </a:pPr>
            <a:r>
              <a:rPr sz="1350" b="1">
                <a:solidFill>
                  <a:srgbClr val="087F83"/>
                </a:solidFill>
                <a:latin typeface="Arial"/>
                <a:ea typeface="Arial"/>
                <a:cs typeface="Arial"/>
              </a:rPr>
              <a:t>LSP • UNE SPÉCIALISATION INCOMPATIBLE</a:t>
            </a:r>
          </a:p>
        </p:txBody>
      </p:sp>
      <p:sp>
        <p:nvSpPr>
          <p:cNvPr id="2" name="">
            <a:extLst xmlns:a="http://schemas.openxmlformats.org/drawingml/2006/main">
              <a:ext uri="{FF2B5EF4-FFF2-40B4-BE49-F238E27FC236}">
                <a16:creationId xmlns:a16="http://schemas.microsoft.com/office/drawing/2014/main" id="{4AA5FBC7-048B-46DE-8EB1-5453DBEAF64D}"/>
              </a:ext>
            </a:extLst>
          </p:cNvPr>
          <p:cNvSpPr>
            <a:spLocks xmlns:a="http://schemas.openxmlformats.org/drawingml/2006/main" noGrp="1"/>
          </p:cNvSpPr>
          <p:nvPr/>
        </p:nvSpPr>
        <p:spPr>
          <a:xfrm xmlns:a="http://schemas.openxmlformats.org/drawingml/2006/main">
            <a:off x="619125" y="723900"/>
            <a:ext cx="1390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82F44"/>
                </a:solidFill>
                <a:latin typeface="Arial"/>
                <a:ea typeface="Arial"/>
                <a:cs typeface="Arial"/>
              </a:defRPr>
            </a:defPPr>
            <a:lvl1pPr algn="l">
              <a:defRPr sz="3300" b="1">
                <a:solidFill>
                  <a:srgbClr val="182F44"/>
                </a:solidFill>
                <a:latin typeface="Arial"/>
                <a:ea typeface="Arial"/>
                <a:cs typeface="Arial"/>
              </a:defRPr>
            </a:lvl1pPr>
            <a:lvl2pPr algn="l">
              <a:defRPr sz="3300" b="1">
                <a:solidFill>
                  <a:srgbClr val="182F44"/>
                </a:solidFill>
                <a:latin typeface="Arial"/>
                <a:ea typeface="Arial"/>
                <a:cs typeface="Arial"/>
              </a:defRPr>
            </a:lvl2pPr>
            <a:lvl3pPr algn="l">
              <a:defRPr sz="3300" b="1">
                <a:solidFill>
                  <a:srgbClr val="182F44"/>
                </a:solidFill>
                <a:latin typeface="Arial"/>
                <a:ea typeface="Arial"/>
                <a:cs typeface="Arial"/>
              </a:defRPr>
            </a:lvl3pPr>
            <a:lvl4pPr algn="l">
              <a:defRPr sz="3300" b="1">
                <a:solidFill>
                  <a:srgbClr val="182F44"/>
                </a:solidFill>
                <a:latin typeface="Arial"/>
                <a:ea typeface="Arial"/>
                <a:cs typeface="Arial"/>
              </a:defRPr>
            </a:lvl4pPr>
            <a:lvl5pPr algn="l">
              <a:defRPr sz="3300" b="1">
                <a:solidFill>
                  <a:srgbClr val="182F44"/>
                </a:solidFill>
                <a:latin typeface="Arial"/>
                <a:ea typeface="Arial"/>
                <a:cs typeface="Arial"/>
              </a:defRPr>
            </a:lvl5pPr>
            <a:lvl6pPr algn="l">
              <a:defRPr sz="3300" b="1">
                <a:solidFill>
                  <a:srgbClr val="182F44"/>
                </a:solidFill>
                <a:latin typeface="Arial"/>
                <a:ea typeface="Arial"/>
                <a:cs typeface="Arial"/>
              </a:defRPr>
            </a:lvl6pPr>
            <a:lvl7pPr algn="l">
              <a:defRPr sz="3300" b="1">
                <a:solidFill>
                  <a:srgbClr val="182F44"/>
                </a:solidFill>
                <a:latin typeface="Arial"/>
                <a:ea typeface="Arial"/>
                <a:cs typeface="Arial"/>
              </a:defRPr>
            </a:lvl7pPr>
            <a:lvl8pPr algn="l">
              <a:defRPr sz="3300" b="1">
                <a:solidFill>
                  <a:srgbClr val="182F44"/>
                </a:solidFill>
                <a:latin typeface="Arial"/>
                <a:ea typeface="Arial"/>
                <a:cs typeface="Arial"/>
              </a:defRPr>
            </a:lvl8pPr>
            <a:lvl9pPr algn="l">
              <a:defRPr sz="3300" b="1">
                <a:solidFill>
                  <a:srgbClr val="182F44"/>
                </a:solidFill>
                <a:latin typeface="Arial"/>
                <a:ea typeface="Arial"/>
                <a:cs typeface="Arial"/>
              </a:defRPr>
            </a:lvl9pPr>
          </a:lstStyle>
          <a:p xmlns:a="http://schemas.openxmlformats.org/drawingml/2006/main">
            <a:pPr algn="l">
              <a:defRPr sz="3300" b="1">
                <a:solidFill>
                  <a:srgbClr val="182F44"/>
                </a:solidFill>
                <a:latin typeface="Arial"/>
                <a:ea typeface="Arial"/>
                <a:cs typeface="Arial"/>
              </a:defRPr>
            </a:pPr>
            <a:r>
              <a:rPr sz="3300" b="1">
                <a:solidFill>
                  <a:srgbClr val="182F44"/>
                </a:solidFill>
                <a:latin typeface="Arial"/>
                <a:ea typeface="Arial"/>
                <a:cs typeface="Arial"/>
              </a:rPr>
              <a:t>Une sauvegarde promise, puis refusée</a:t>
            </a:r>
          </a:p>
        </p:txBody>
      </p:sp>
      <p:sp>
        <p:nvSpPr>
          <p:cNvPr id="3" name="">
            <a:extLst xmlns:a="http://schemas.openxmlformats.org/drawingml/2006/main">
              <a:ext uri="{FF2B5EF4-FFF2-40B4-BE49-F238E27FC236}">
                <a16:creationId xmlns:a16="http://schemas.microsoft.com/office/drawing/2014/main" id="{68C00008-22AF-4A11-8247-03A947BD6A97}"/>
              </a:ext>
            </a:extLst>
          </p:cNvPr>
          <p:cNvSpPr>
            <a:spLocks xmlns:a="http://schemas.openxmlformats.org/drawingml/2006/main" noGrp="1"/>
          </p:cNvSpPr>
          <p:nvPr/>
        </p:nvSpPr>
        <p:spPr>
          <a:xfrm xmlns:a="http://schemas.openxmlformats.org/drawingml/2006/main">
            <a:off x="619125" y="81438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516575"/>
                </a:solidFill>
                <a:latin typeface="Arial"/>
                <a:ea typeface="Arial"/>
                <a:cs typeface="Arial"/>
              </a:defRPr>
            </a:defPPr>
            <a:lvl1pPr algn="l">
              <a:defRPr sz="1275" b="0">
                <a:solidFill>
                  <a:srgbClr val="516575"/>
                </a:solidFill>
                <a:latin typeface="Arial"/>
                <a:ea typeface="Arial"/>
                <a:cs typeface="Arial"/>
              </a:defRPr>
            </a:lvl1pPr>
            <a:lvl2pPr algn="l">
              <a:defRPr sz="1275" b="0">
                <a:solidFill>
                  <a:srgbClr val="516575"/>
                </a:solidFill>
                <a:latin typeface="Arial"/>
                <a:ea typeface="Arial"/>
                <a:cs typeface="Arial"/>
              </a:defRPr>
            </a:lvl2pPr>
            <a:lvl3pPr algn="l">
              <a:defRPr sz="1275" b="0">
                <a:solidFill>
                  <a:srgbClr val="516575"/>
                </a:solidFill>
                <a:latin typeface="Arial"/>
                <a:ea typeface="Arial"/>
                <a:cs typeface="Arial"/>
              </a:defRPr>
            </a:lvl3pPr>
            <a:lvl4pPr algn="l">
              <a:defRPr sz="1275" b="0">
                <a:solidFill>
                  <a:srgbClr val="516575"/>
                </a:solidFill>
                <a:latin typeface="Arial"/>
                <a:ea typeface="Arial"/>
                <a:cs typeface="Arial"/>
              </a:defRPr>
            </a:lvl4pPr>
            <a:lvl5pPr algn="l">
              <a:defRPr sz="1275" b="0">
                <a:solidFill>
                  <a:srgbClr val="516575"/>
                </a:solidFill>
                <a:latin typeface="Arial"/>
                <a:ea typeface="Arial"/>
                <a:cs typeface="Arial"/>
              </a:defRPr>
            </a:lvl5pPr>
            <a:lvl6pPr algn="l">
              <a:defRPr sz="1275" b="0">
                <a:solidFill>
                  <a:srgbClr val="516575"/>
                </a:solidFill>
                <a:latin typeface="Arial"/>
                <a:ea typeface="Arial"/>
                <a:cs typeface="Arial"/>
              </a:defRPr>
            </a:lvl6pPr>
            <a:lvl7pPr algn="l">
              <a:defRPr sz="1275" b="0">
                <a:solidFill>
                  <a:srgbClr val="516575"/>
                </a:solidFill>
                <a:latin typeface="Arial"/>
                <a:ea typeface="Arial"/>
                <a:cs typeface="Arial"/>
              </a:defRPr>
            </a:lvl7pPr>
            <a:lvl8pPr algn="l">
              <a:defRPr sz="1275" b="0">
                <a:solidFill>
                  <a:srgbClr val="516575"/>
                </a:solidFill>
                <a:latin typeface="Arial"/>
                <a:ea typeface="Arial"/>
                <a:cs typeface="Arial"/>
              </a:defRPr>
            </a:lvl8pPr>
            <a:lvl9pPr algn="l">
              <a:defRPr sz="1275" b="0">
                <a:solidFill>
                  <a:srgbClr val="516575"/>
                </a:solidFill>
                <a:latin typeface="Arial"/>
                <a:ea typeface="Arial"/>
                <a:cs typeface="Arial"/>
              </a:defRPr>
            </a:lvl9pPr>
          </a:lstStyle>
          <a:p xmlns:a="http://schemas.openxmlformats.org/drawingml/2006/main">
            <a:pPr algn="l">
              <a:defRPr sz="1275" b="0">
                <a:solidFill>
                  <a:srgbClr val="516575"/>
                </a:solidFill>
                <a:latin typeface="Arial"/>
                <a:ea typeface="Arial"/>
                <a:cs typeface="Arial"/>
              </a:defRPr>
            </a:pPr>
            <a:r>
              <a:rPr sz="1275" b="0">
                <a:solidFill>
                  <a:srgbClr val="516575"/>
                </a:solidFill>
                <a:latin typeface="Arial"/>
                <a:ea typeface="Arial"/>
                <a:cs typeface="Arial"/>
              </a:rPr>
              <a:t>R304 • Qualité du développement</a:t>
            </a:r>
          </a:p>
        </p:txBody>
      </p:sp>
      <p:sp>
        <p:nvSpPr>
          <p:cNvPr id="4" name="">
            <a:extLst xmlns:a="http://schemas.openxmlformats.org/drawingml/2006/main">
              <a:ext uri="{FF2B5EF4-FFF2-40B4-BE49-F238E27FC236}">
                <a16:creationId xmlns:a16="http://schemas.microsoft.com/office/drawing/2014/main" id="{CD7ECD36-B9B2-4F5F-B3B0-DEAF0934685A}"/>
              </a:ext>
            </a:extLst>
          </p:cNvPr>
          <p:cNvSpPr>
            <a:spLocks xmlns:a="http://schemas.openxmlformats.org/drawingml/2006/main" noGrp="1"/>
          </p:cNvSpPr>
          <p:nvPr/>
        </p:nvSpPr>
        <p:spPr>
          <a:xfrm xmlns:a="http://schemas.openxmlformats.org/drawingml/2006/main">
            <a:off x="13335000" y="8143875"/>
            <a:ext cx="1285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575"/>
                </a:solidFill>
                <a:latin typeface="Arial"/>
                <a:ea typeface="Arial"/>
                <a:cs typeface="Arial"/>
              </a:defRPr>
            </a:defPPr>
            <a:lvl1pPr algn="r">
              <a:defRPr sz="1275" b="0">
                <a:solidFill>
                  <a:srgbClr val="516575"/>
                </a:solidFill>
                <a:latin typeface="Arial"/>
                <a:ea typeface="Arial"/>
                <a:cs typeface="Arial"/>
              </a:defRPr>
            </a:lvl1pPr>
            <a:lvl2pPr algn="r">
              <a:defRPr sz="1275" b="0">
                <a:solidFill>
                  <a:srgbClr val="516575"/>
                </a:solidFill>
                <a:latin typeface="Arial"/>
                <a:ea typeface="Arial"/>
                <a:cs typeface="Arial"/>
              </a:defRPr>
            </a:lvl2pPr>
            <a:lvl3pPr algn="r">
              <a:defRPr sz="1275" b="0">
                <a:solidFill>
                  <a:srgbClr val="516575"/>
                </a:solidFill>
                <a:latin typeface="Arial"/>
                <a:ea typeface="Arial"/>
                <a:cs typeface="Arial"/>
              </a:defRPr>
            </a:lvl3pPr>
            <a:lvl4pPr algn="r">
              <a:defRPr sz="1275" b="0">
                <a:solidFill>
                  <a:srgbClr val="516575"/>
                </a:solidFill>
                <a:latin typeface="Arial"/>
                <a:ea typeface="Arial"/>
                <a:cs typeface="Arial"/>
              </a:defRPr>
            </a:lvl4pPr>
            <a:lvl5pPr algn="r">
              <a:defRPr sz="1275" b="0">
                <a:solidFill>
                  <a:srgbClr val="516575"/>
                </a:solidFill>
                <a:latin typeface="Arial"/>
                <a:ea typeface="Arial"/>
                <a:cs typeface="Arial"/>
              </a:defRPr>
            </a:lvl5pPr>
            <a:lvl6pPr algn="r">
              <a:defRPr sz="1275" b="0">
                <a:solidFill>
                  <a:srgbClr val="516575"/>
                </a:solidFill>
                <a:latin typeface="Arial"/>
                <a:ea typeface="Arial"/>
                <a:cs typeface="Arial"/>
              </a:defRPr>
            </a:lvl6pPr>
            <a:lvl7pPr algn="r">
              <a:defRPr sz="1275" b="0">
                <a:solidFill>
                  <a:srgbClr val="516575"/>
                </a:solidFill>
                <a:latin typeface="Arial"/>
                <a:ea typeface="Arial"/>
                <a:cs typeface="Arial"/>
              </a:defRPr>
            </a:lvl7pPr>
            <a:lvl8pPr algn="r">
              <a:defRPr sz="1275" b="0">
                <a:solidFill>
                  <a:srgbClr val="516575"/>
                </a:solidFill>
                <a:latin typeface="Arial"/>
                <a:ea typeface="Arial"/>
                <a:cs typeface="Arial"/>
              </a:defRPr>
            </a:lvl8pPr>
            <a:lvl9pPr algn="r">
              <a:defRPr sz="1275" b="0">
                <a:solidFill>
                  <a:srgbClr val="516575"/>
                </a:solidFill>
                <a:latin typeface="Arial"/>
                <a:ea typeface="Arial"/>
                <a:cs typeface="Arial"/>
              </a:defRPr>
            </a:lvl9pPr>
          </a:lstStyle>
          <a:p xmlns:a="http://schemas.openxmlformats.org/drawingml/2006/main">
            <a:pPr algn="r">
              <a:defRPr sz="1275" b="0">
                <a:solidFill>
                  <a:srgbClr val="516575"/>
                </a:solidFill>
                <a:latin typeface="Arial"/>
                <a:ea typeface="Arial"/>
                <a:cs typeface="Arial"/>
              </a:defRPr>
            </a:pPr>
            <a:r>
              <a:rPr sz="1275" b="0">
                <a:solidFill>
                  <a:srgbClr val="516575"/>
                </a:solidFill>
                <a:latin typeface="Arial"/>
                <a:ea typeface="Arial"/>
                <a:cs typeface="Arial"/>
              </a:rPr>
              <a:t>03 / 16</a:t>
            </a:r>
          </a:p>
        </p:txBody>
      </p:sp>
      <p:sp>
        <p:nvSpPr>
          <p:cNvPr id="5" name="">
            <a:extLst xmlns:a="http://schemas.openxmlformats.org/drawingml/2006/main">
              <a:ext uri="{FF2B5EF4-FFF2-40B4-BE49-F238E27FC236}">
                <a16:creationId xmlns:a16="http://schemas.microsoft.com/office/drawing/2014/main" id="{40A1101B-F9D1-45CD-94A0-DECB4366C7BB}"/>
              </a:ext>
            </a:extLst>
          </p:cNvPr>
          <p:cNvSpPr>
            <a:spLocks xmlns:a="http://schemas.openxmlformats.org/drawingml/2006/main" noGrp="1"/>
          </p:cNvSpPr>
          <p:nvPr/>
        </p:nvSpPr>
        <p:spPr>
          <a:xfrm xmlns:a="http://schemas.openxmlformats.org/drawingml/2006/main">
            <a:off x="619125" y="1809750"/>
            <a:ext cx="681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176B91"/>
                </a:solidFill>
                <a:latin typeface="Arial"/>
                <a:ea typeface="Arial"/>
                <a:cs typeface="Arial"/>
              </a:defRPr>
            </a:defPPr>
            <a:lvl1pPr algn="l">
              <a:defRPr sz="2175" b="1">
                <a:solidFill>
                  <a:srgbClr val="176B91"/>
                </a:solidFill>
                <a:latin typeface="Arial"/>
                <a:ea typeface="Arial"/>
                <a:cs typeface="Arial"/>
              </a:defRPr>
            </a:lvl1pPr>
            <a:lvl2pPr algn="l">
              <a:defRPr sz="2175" b="1">
                <a:solidFill>
                  <a:srgbClr val="176B91"/>
                </a:solidFill>
                <a:latin typeface="Arial"/>
                <a:ea typeface="Arial"/>
                <a:cs typeface="Arial"/>
              </a:defRPr>
            </a:lvl2pPr>
            <a:lvl3pPr algn="l">
              <a:defRPr sz="2175" b="1">
                <a:solidFill>
                  <a:srgbClr val="176B91"/>
                </a:solidFill>
                <a:latin typeface="Arial"/>
                <a:ea typeface="Arial"/>
                <a:cs typeface="Arial"/>
              </a:defRPr>
            </a:lvl3pPr>
            <a:lvl4pPr algn="l">
              <a:defRPr sz="2175" b="1">
                <a:solidFill>
                  <a:srgbClr val="176B91"/>
                </a:solidFill>
                <a:latin typeface="Arial"/>
                <a:ea typeface="Arial"/>
                <a:cs typeface="Arial"/>
              </a:defRPr>
            </a:lvl4pPr>
            <a:lvl5pPr algn="l">
              <a:defRPr sz="2175" b="1">
                <a:solidFill>
                  <a:srgbClr val="176B91"/>
                </a:solidFill>
                <a:latin typeface="Arial"/>
                <a:ea typeface="Arial"/>
                <a:cs typeface="Arial"/>
              </a:defRPr>
            </a:lvl5pPr>
            <a:lvl6pPr algn="l">
              <a:defRPr sz="2175" b="1">
                <a:solidFill>
                  <a:srgbClr val="176B91"/>
                </a:solidFill>
                <a:latin typeface="Arial"/>
                <a:ea typeface="Arial"/>
                <a:cs typeface="Arial"/>
              </a:defRPr>
            </a:lvl6pPr>
            <a:lvl7pPr algn="l">
              <a:defRPr sz="2175" b="1">
                <a:solidFill>
                  <a:srgbClr val="176B91"/>
                </a:solidFill>
                <a:latin typeface="Arial"/>
                <a:ea typeface="Arial"/>
                <a:cs typeface="Arial"/>
              </a:defRPr>
            </a:lvl7pPr>
            <a:lvl8pPr algn="l">
              <a:defRPr sz="2175" b="1">
                <a:solidFill>
                  <a:srgbClr val="176B91"/>
                </a:solidFill>
                <a:latin typeface="Arial"/>
                <a:ea typeface="Arial"/>
                <a:cs typeface="Arial"/>
              </a:defRPr>
            </a:lvl8pPr>
            <a:lvl9pPr algn="l">
              <a:defRPr sz="2175" b="1">
                <a:solidFill>
                  <a:srgbClr val="176B91"/>
                </a:solidFill>
                <a:latin typeface="Arial"/>
                <a:ea typeface="Arial"/>
                <a:cs typeface="Arial"/>
              </a:defRPr>
            </a:lvl9pPr>
          </a:lstStyle>
          <a:p xmlns:a="http://schemas.openxmlformats.org/drawingml/2006/main">
            <a:pPr algn="l">
              <a:defRPr sz="2175" b="1">
                <a:solidFill>
                  <a:srgbClr val="176B91"/>
                </a:solidFill>
                <a:latin typeface="Arial"/>
                <a:ea typeface="Arial"/>
                <a:cs typeface="Arial"/>
              </a:defRPr>
            </a:pPr>
            <a:r>
              <a:rPr sz="2175" b="1">
                <a:solidFill>
                  <a:srgbClr val="176B91"/>
                </a:solidFill>
                <a:latin typeface="Arial"/>
                <a:ea typeface="Arial"/>
                <a:cs typeface="Arial"/>
              </a:rPr>
              <a:t>Le contrat de la classe de base</a:t>
            </a:r>
          </a:p>
        </p:txBody>
      </p:sp>
      <p:sp>
        <p:nvSpPr>
          <p:cNvPr id="6" name="">
            <a:extLst xmlns:a="http://schemas.openxmlformats.org/drawingml/2006/main">
              <a:ext uri="{FF2B5EF4-FFF2-40B4-BE49-F238E27FC236}">
                <a16:creationId xmlns:a16="http://schemas.microsoft.com/office/drawing/2014/main" id="{59D5C952-588D-428B-BE05-03F6D728F8FE}"/>
              </a:ext>
            </a:extLst>
          </p:cNvPr>
          <p:cNvSpPr>
            <a:spLocks xmlns:a="http://schemas.openxmlformats.org/drawingml/2006/main" noGrp="1"/>
          </p:cNvSpPr>
          <p:nvPr/>
        </p:nvSpPr>
        <p:spPr>
          <a:xfrm xmlns:a="http://schemas.openxmlformats.org/drawingml/2006/main">
            <a:off x="619125" y="2381250"/>
            <a:ext cx="6858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F44"/>
                </a:solidFill>
                <a:latin typeface="Arial"/>
                <a:ea typeface="Arial"/>
                <a:cs typeface="Arial"/>
              </a:defRPr>
            </a:defPPr>
            <a:lvl1pPr algn="l">
              <a:defRPr sz="2100" b="0">
                <a:solidFill>
                  <a:srgbClr val="182F44"/>
                </a:solidFill>
                <a:latin typeface="Arial"/>
                <a:ea typeface="Arial"/>
                <a:cs typeface="Arial"/>
              </a:defRPr>
            </a:lvl1pPr>
            <a:lvl2pPr algn="l">
              <a:defRPr sz="2100" b="0">
                <a:solidFill>
                  <a:srgbClr val="182F44"/>
                </a:solidFill>
                <a:latin typeface="Arial"/>
                <a:ea typeface="Arial"/>
                <a:cs typeface="Arial"/>
              </a:defRPr>
            </a:lvl2pPr>
            <a:lvl3pPr algn="l">
              <a:defRPr sz="2100" b="0">
                <a:solidFill>
                  <a:srgbClr val="182F44"/>
                </a:solidFill>
                <a:latin typeface="Arial"/>
                <a:ea typeface="Arial"/>
                <a:cs typeface="Arial"/>
              </a:defRPr>
            </a:lvl3pPr>
            <a:lvl4pPr algn="l">
              <a:defRPr sz="2100" b="0">
                <a:solidFill>
                  <a:srgbClr val="182F44"/>
                </a:solidFill>
                <a:latin typeface="Arial"/>
                <a:ea typeface="Arial"/>
                <a:cs typeface="Arial"/>
              </a:defRPr>
            </a:lvl4pPr>
            <a:lvl5pPr algn="l">
              <a:defRPr sz="2100" b="0">
                <a:solidFill>
                  <a:srgbClr val="182F44"/>
                </a:solidFill>
                <a:latin typeface="Arial"/>
                <a:ea typeface="Arial"/>
                <a:cs typeface="Arial"/>
              </a:defRPr>
            </a:lvl5pPr>
            <a:lvl6pPr algn="l">
              <a:defRPr sz="2100" b="0">
                <a:solidFill>
                  <a:srgbClr val="182F44"/>
                </a:solidFill>
                <a:latin typeface="Arial"/>
                <a:ea typeface="Arial"/>
                <a:cs typeface="Arial"/>
              </a:defRPr>
            </a:lvl6pPr>
            <a:lvl7pPr algn="l">
              <a:defRPr sz="2100" b="0">
                <a:solidFill>
                  <a:srgbClr val="182F44"/>
                </a:solidFill>
                <a:latin typeface="Arial"/>
                <a:ea typeface="Arial"/>
                <a:cs typeface="Arial"/>
              </a:defRPr>
            </a:lvl7pPr>
            <a:lvl8pPr algn="l">
              <a:defRPr sz="2100" b="0">
                <a:solidFill>
                  <a:srgbClr val="182F44"/>
                </a:solidFill>
                <a:latin typeface="Arial"/>
                <a:ea typeface="Arial"/>
                <a:cs typeface="Arial"/>
              </a:defRPr>
            </a:lvl8pPr>
            <a:lvl9pPr algn="l">
              <a:defRPr sz="2100" b="0">
                <a:solidFill>
                  <a:srgbClr val="182F44"/>
                </a:solidFill>
                <a:latin typeface="Arial"/>
                <a:ea typeface="Arial"/>
                <a:cs typeface="Arial"/>
              </a:defRPr>
            </a:lvl9pPr>
          </a:lstStyle>
          <a:p xmlns:a="http://schemas.openxmlformats.org/drawingml/2006/main">
            <a:pPr algn="l">
              <a:defRPr sz="2100" b="0">
                <a:solidFill>
                  <a:srgbClr val="182F44"/>
                </a:solidFill>
                <a:latin typeface="Arial"/>
                <a:ea typeface="Arial"/>
                <a:cs typeface="Arial"/>
              </a:defRPr>
            </a:pPr>
            <a:r>
              <a:rPr sz="2100" b="0">
                <a:solidFill>
                  <a:srgbClr val="182F44"/>
                </a:solidFill>
                <a:latin typeface="Arial"/>
                <a:ea typeface="Arial"/>
                <a:cs typeface="Arial"/>
              </a:rPr>
              <a:t>class StockageCommandes</a:t>
            </a:r>
          </a:p>
          <a:p xmlns:a="http://schemas.openxmlformats.org/drawingml/2006/main">
            <a:pPr algn="l">
              <a:defRPr sz="2100" b="0">
                <a:solidFill>
                  <a:srgbClr val="182F44"/>
                </a:solidFill>
                <a:latin typeface="Arial"/>
                <a:ea typeface="Arial"/>
                <a:cs typeface="Arial"/>
              </a:defRPr>
            </a:pPr>
            <a:r>
              <a:rPr sz="2100" b="0">
                <a:solidFill>
                  <a:srgbClr val="182F44"/>
                </a:solidFill>
                <a:latin typeface="Arial"/>
                <a:ea typeface="Arial"/>
                <a:cs typeface="Arial"/>
              </a:rPr>
              <a:t>{</a:t>
            </a:r>
          </a:p>
          <a:p xmlns:a="http://schemas.openxmlformats.org/drawingml/2006/main">
            <a:pPr algn="l">
              <a:defRPr sz="2100" b="0">
                <a:solidFill>
                  <a:srgbClr val="182F44"/>
                </a:solidFill>
                <a:latin typeface="Arial"/>
                <a:ea typeface="Arial"/>
                <a:cs typeface="Arial"/>
              </a:defRPr>
            </a:pPr>
            <a:r>
              <a:rPr sz="2100" b="0">
                <a:solidFill>
                  <a:srgbClr val="182F44"/>
                </a:solidFill>
                <a:latin typeface="Arial"/>
                <a:ea typeface="Arial"/>
                <a:cs typeface="Arial"/>
              </a:rPr>
              <a:t>  public virtual void Enregistrer(</a:t>
            </a:r>
          </a:p>
          <a:p xmlns:a="http://schemas.openxmlformats.org/drawingml/2006/main">
            <a:pPr algn="l">
              <a:defRPr sz="2100" b="0">
                <a:solidFill>
                  <a:srgbClr val="182F44"/>
                </a:solidFill>
                <a:latin typeface="Arial"/>
                <a:ea typeface="Arial"/>
                <a:cs typeface="Arial"/>
              </a:defRPr>
            </a:pPr>
            <a:r>
              <a:rPr sz="2100" b="0">
                <a:solidFill>
                  <a:srgbClr val="182F44"/>
                </a:solidFill>
                <a:latin typeface="Arial"/>
                <a:ea typeface="Arial"/>
                <a:cs typeface="Arial"/>
              </a:rPr>
              <a:t>      Commande commande)</a:t>
            </a:r>
          </a:p>
          <a:p xmlns:a="http://schemas.openxmlformats.org/drawingml/2006/main">
            <a:pPr algn="l">
              <a:defRPr sz="2100" b="0">
                <a:solidFill>
                  <a:srgbClr val="182F44"/>
                </a:solidFill>
                <a:latin typeface="Arial"/>
                <a:ea typeface="Arial"/>
                <a:cs typeface="Arial"/>
              </a:defRPr>
            </a:pPr>
            <a:r>
              <a:rPr sz="2100" b="0">
                <a:solidFill>
                  <a:srgbClr val="182F44"/>
                </a:solidFill>
                <a:latin typeface="Arial"/>
                <a:ea typeface="Arial"/>
                <a:cs typeface="Arial"/>
              </a:rPr>
              <a:t>  { /* sauvegarde une commande valide */ }</a:t>
            </a:r>
          </a:p>
          <a:p xmlns:a="http://schemas.openxmlformats.org/drawingml/2006/main">
            <a:pPr algn="l">
              <a:defRPr sz="2100" b="0">
                <a:solidFill>
                  <a:srgbClr val="182F44"/>
                </a:solidFill>
                <a:latin typeface="Arial"/>
                <a:ea typeface="Arial"/>
                <a:cs typeface="Arial"/>
              </a:defRPr>
            </a:pPr>
            <a:r>
              <a:rPr sz="2100" b="0">
                <a:solidFill>
                  <a:srgbClr val="182F44"/>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8270F346-B932-4E9D-85FE-4A6AC0334681}"/>
              </a:ext>
            </a:extLst>
          </p:cNvPr>
          <p:cNvSpPr>
            <a:spLocks xmlns:a="http://schemas.openxmlformats.org/drawingml/2006/main" noGrp="1"/>
          </p:cNvSpPr>
          <p:nvPr/>
        </p:nvSpPr>
        <p:spPr>
          <a:xfrm xmlns:a="http://schemas.openxmlformats.org/drawingml/2006/main">
            <a:off x="619125" y="5238750"/>
            <a:ext cx="647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F44"/>
                </a:solidFill>
                <a:latin typeface="Arial"/>
                <a:ea typeface="Arial"/>
                <a:cs typeface="Arial"/>
              </a:defRPr>
            </a:defPPr>
            <a:lvl1pPr algn="l">
              <a:defRPr sz="2100" b="0">
                <a:solidFill>
                  <a:srgbClr val="182F44"/>
                </a:solidFill>
                <a:latin typeface="Arial"/>
                <a:ea typeface="Arial"/>
                <a:cs typeface="Arial"/>
              </a:defRPr>
            </a:lvl1pPr>
            <a:lvl2pPr algn="l">
              <a:defRPr sz="2100" b="0">
                <a:solidFill>
                  <a:srgbClr val="182F44"/>
                </a:solidFill>
                <a:latin typeface="Arial"/>
                <a:ea typeface="Arial"/>
                <a:cs typeface="Arial"/>
              </a:defRPr>
            </a:lvl2pPr>
            <a:lvl3pPr algn="l">
              <a:defRPr sz="2100" b="0">
                <a:solidFill>
                  <a:srgbClr val="182F44"/>
                </a:solidFill>
                <a:latin typeface="Arial"/>
                <a:ea typeface="Arial"/>
                <a:cs typeface="Arial"/>
              </a:defRPr>
            </a:lvl3pPr>
            <a:lvl4pPr algn="l">
              <a:defRPr sz="2100" b="0">
                <a:solidFill>
                  <a:srgbClr val="182F44"/>
                </a:solidFill>
                <a:latin typeface="Arial"/>
                <a:ea typeface="Arial"/>
                <a:cs typeface="Arial"/>
              </a:defRPr>
            </a:lvl4pPr>
            <a:lvl5pPr algn="l">
              <a:defRPr sz="2100" b="0">
                <a:solidFill>
                  <a:srgbClr val="182F44"/>
                </a:solidFill>
                <a:latin typeface="Arial"/>
                <a:ea typeface="Arial"/>
                <a:cs typeface="Arial"/>
              </a:defRPr>
            </a:lvl5pPr>
            <a:lvl6pPr algn="l">
              <a:defRPr sz="2100" b="0">
                <a:solidFill>
                  <a:srgbClr val="182F44"/>
                </a:solidFill>
                <a:latin typeface="Arial"/>
                <a:ea typeface="Arial"/>
                <a:cs typeface="Arial"/>
              </a:defRPr>
            </a:lvl6pPr>
            <a:lvl7pPr algn="l">
              <a:defRPr sz="2100" b="0">
                <a:solidFill>
                  <a:srgbClr val="182F44"/>
                </a:solidFill>
                <a:latin typeface="Arial"/>
                <a:ea typeface="Arial"/>
                <a:cs typeface="Arial"/>
              </a:defRPr>
            </a:lvl7pPr>
            <a:lvl8pPr algn="l">
              <a:defRPr sz="2100" b="0">
                <a:solidFill>
                  <a:srgbClr val="182F44"/>
                </a:solidFill>
                <a:latin typeface="Arial"/>
                <a:ea typeface="Arial"/>
                <a:cs typeface="Arial"/>
              </a:defRPr>
            </a:lvl8pPr>
            <a:lvl9pPr algn="l">
              <a:defRPr sz="2100" b="0">
                <a:solidFill>
                  <a:srgbClr val="182F44"/>
                </a:solidFill>
                <a:latin typeface="Arial"/>
                <a:ea typeface="Arial"/>
                <a:cs typeface="Arial"/>
              </a:defRPr>
            </a:lvl9pPr>
          </a:lstStyle>
          <a:p xmlns:a="http://schemas.openxmlformats.org/drawingml/2006/main">
            <a:pPr algn="l">
              <a:defRPr sz="2100" b="0">
                <a:solidFill>
                  <a:srgbClr val="182F44"/>
                </a:solidFill>
                <a:latin typeface="Arial"/>
                <a:ea typeface="Arial"/>
                <a:cs typeface="Arial"/>
              </a:defRPr>
            </a:pPr>
            <a:r>
              <a:rPr sz="2100" b="0">
                <a:solidFill>
                  <a:srgbClr val="182F44"/>
                </a:solidFill>
                <a:latin typeface="Arial"/>
                <a:ea typeface="Arial"/>
                <a:cs typeface="Arial"/>
              </a:rPr>
              <a:t>Dans les conditions prévues, ce type prend en charge l’écriture. Le client peut demander une sauvegarde sans tester le type concret.</a:t>
            </a:r>
          </a:p>
        </p:txBody>
      </p:sp>
      <p:sp>
        <p:nvSpPr>
          <p:cNvPr id="8" name="">
            <a:extLst xmlns:a="http://schemas.openxmlformats.org/drawingml/2006/main">
              <a:ext uri="{FF2B5EF4-FFF2-40B4-BE49-F238E27FC236}">
                <a16:creationId xmlns:a16="http://schemas.microsoft.com/office/drawing/2014/main" id="{026D0B26-10AE-432C-B125-1309944840C3}"/>
              </a:ext>
            </a:extLst>
          </p:cNvPr>
          <p:cNvSpPr>
            <a:spLocks xmlns:a="http://schemas.openxmlformats.org/drawingml/2006/main" noGrp="1"/>
          </p:cNvSpPr>
          <p:nvPr/>
        </p:nvSpPr>
        <p:spPr>
          <a:xfrm xmlns:a="http://schemas.openxmlformats.org/drawingml/2006/main">
            <a:off x="8048625" y="180975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176B91"/>
                </a:solidFill>
                <a:latin typeface="Arial"/>
                <a:ea typeface="Arial"/>
                <a:cs typeface="Arial"/>
              </a:defRPr>
            </a:defPPr>
            <a:lvl1pPr algn="l">
              <a:defRPr sz="2175" b="1">
                <a:solidFill>
                  <a:srgbClr val="176B91"/>
                </a:solidFill>
                <a:latin typeface="Arial"/>
                <a:ea typeface="Arial"/>
                <a:cs typeface="Arial"/>
              </a:defRPr>
            </a:lvl1pPr>
            <a:lvl2pPr algn="l">
              <a:defRPr sz="2175" b="1">
                <a:solidFill>
                  <a:srgbClr val="176B91"/>
                </a:solidFill>
                <a:latin typeface="Arial"/>
                <a:ea typeface="Arial"/>
                <a:cs typeface="Arial"/>
              </a:defRPr>
            </a:lvl2pPr>
            <a:lvl3pPr algn="l">
              <a:defRPr sz="2175" b="1">
                <a:solidFill>
                  <a:srgbClr val="176B91"/>
                </a:solidFill>
                <a:latin typeface="Arial"/>
                <a:ea typeface="Arial"/>
                <a:cs typeface="Arial"/>
              </a:defRPr>
            </a:lvl3pPr>
            <a:lvl4pPr algn="l">
              <a:defRPr sz="2175" b="1">
                <a:solidFill>
                  <a:srgbClr val="176B91"/>
                </a:solidFill>
                <a:latin typeface="Arial"/>
                <a:ea typeface="Arial"/>
                <a:cs typeface="Arial"/>
              </a:defRPr>
            </a:lvl4pPr>
            <a:lvl5pPr algn="l">
              <a:defRPr sz="2175" b="1">
                <a:solidFill>
                  <a:srgbClr val="176B91"/>
                </a:solidFill>
                <a:latin typeface="Arial"/>
                <a:ea typeface="Arial"/>
                <a:cs typeface="Arial"/>
              </a:defRPr>
            </a:lvl5pPr>
            <a:lvl6pPr algn="l">
              <a:defRPr sz="2175" b="1">
                <a:solidFill>
                  <a:srgbClr val="176B91"/>
                </a:solidFill>
                <a:latin typeface="Arial"/>
                <a:ea typeface="Arial"/>
                <a:cs typeface="Arial"/>
              </a:defRPr>
            </a:lvl6pPr>
            <a:lvl7pPr algn="l">
              <a:defRPr sz="2175" b="1">
                <a:solidFill>
                  <a:srgbClr val="176B91"/>
                </a:solidFill>
                <a:latin typeface="Arial"/>
                <a:ea typeface="Arial"/>
                <a:cs typeface="Arial"/>
              </a:defRPr>
            </a:lvl7pPr>
            <a:lvl8pPr algn="l">
              <a:defRPr sz="2175" b="1">
                <a:solidFill>
                  <a:srgbClr val="176B91"/>
                </a:solidFill>
                <a:latin typeface="Arial"/>
                <a:ea typeface="Arial"/>
                <a:cs typeface="Arial"/>
              </a:defRPr>
            </a:lvl8pPr>
            <a:lvl9pPr algn="l">
              <a:defRPr sz="2175" b="1">
                <a:solidFill>
                  <a:srgbClr val="176B91"/>
                </a:solidFill>
                <a:latin typeface="Arial"/>
                <a:ea typeface="Arial"/>
                <a:cs typeface="Arial"/>
              </a:defRPr>
            </a:lvl9pPr>
          </a:lstStyle>
          <a:p xmlns:a="http://schemas.openxmlformats.org/drawingml/2006/main">
            <a:pPr algn="l">
              <a:defRPr sz="2175" b="1">
                <a:solidFill>
                  <a:srgbClr val="176B91"/>
                </a:solidFill>
                <a:latin typeface="Arial"/>
                <a:ea typeface="Arial"/>
                <a:cs typeface="Arial"/>
              </a:defRPr>
            </a:pPr>
            <a:r>
              <a:rPr sz="2175" b="1">
                <a:solidFill>
                  <a:srgbClr val="176B91"/>
                </a:solidFill>
                <a:latin typeface="Arial"/>
                <a:ea typeface="Arial"/>
                <a:cs typeface="Arial"/>
              </a:rPr>
              <a:t>Le sous-type retire cette capacité</a:t>
            </a:r>
          </a:p>
        </p:txBody>
      </p:sp>
      <p:sp>
        <p:nvSpPr>
          <p:cNvPr id="9" name="">
            <a:extLst xmlns:a="http://schemas.openxmlformats.org/drawingml/2006/main">
              <a:ext uri="{FF2B5EF4-FFF2-40B4-BE49-F238E27FC236}">
                <a16:creationId xmlns:a16="http://schemas.microsoft.com/office/drawing/2014/main" id="{CB4C5CB4-BD29-4E58-B1B7-A2E8CA8EC35C}"/>
              </a:ext>
            </a:extLst>
          </p:cNvPr>
          <p:cNvSpPr>
            <a:spLocks xmlns:a="http://schemas.openxmlformats.org/drawingml/2006/main" noGrp="1"/>
          </p:cNvSpPr>
          <p:nvPr/>
        </p:nvSpPr>
        <p:spPr>
          <a:xfrm xmlns:a="http://schemas.openxmlformats.org/drawingml/2006/main">
            <a:off x="8048625" y="2381250"/>
            <a:ext cx="65722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82F44"/>
                </a:solidFill>
                <a:latin typeface="Arial"/>
                <a:ea typeface="Arial"/>
                <a:cs typeface="Arial"/>
              </a:defRPr>
            </a:defPPr>
            <a:lvl1pPr algn="l">
              <a:defRPr sz="2025" b="0">
                <a:solidFill>
                  <a:srgbClr val="182F44"/>
                </a:solidFill>
                <a:latin typeface="Arial"/>
                <a:ea typeface="Arial"/>
                <a:cs typeface="Arial"/>
              </a:defRPr>
            </a:lvl1pPr>
            <a:lvl2pPr algn="l">
              <a:defRPr sz="2025" b="0">
                <a:solidFill>
                  <a:srgbClr val="182F44"/>
                </a:solidFill>
                <a:latin typeface="Arial"/>
                <a:ea typeface="Arial"/>
                <a:cs typeface="Arial"/>
              </a:defRPr>
            </a:lvl2pPr>
            <a:lvl3pPr algn="l">
              <a:defRPr sz="2025" b="0">
                <a:solidFill>
                  <a:srgbClr val="182F44"/>
                </a:solidFill>
                <a:latin typeface="Arial"/>
                <a:ea typeface="Arial"/>
                <a:cs typeface="Arial"/>
              </a:defRPr>
            </a:lvl3pPr>
            <a:lvl4pPr algn="l">
              <a:defRPr sz="2025" b="0">
                <a:solidFill>
                  <a:srgbClr val="182F44"/>
                </a:solidFill>
                <a:latin typeface="Arial"/>
                <a:ea typeface="Arial"/>
                <a:cs typeface="Arial"/>
              </a:defRPr>
            </a:lvl4pPr>
            <a:lvl5pPr algn="l">
              <a:defRPr sz="2025" b="0">
                <a:solidFill>
                  <a:srgbClr val="182F44"/>
                </a:solidFill>
                <a:latin typeface="Arial"/>
                <a:ea typeface="Arial"/>
                <a:cs typeface="Arial"/>
              </a:defRPr>
            </a:lvl5pPr>
            <a:lvl6pPr algn="l">
              <a:defRPr sz="2025" b="0">
                <a:solidFill>
                  <a:srgbClr val="182F44"/>
                </a:solidFill>
                <a:latin typeface="Arial"/>
                <a:ea typeface="Arial"/>
                <a:cs typeface="Arial"/>
              </a:defRPr>
            </a:lvl6pPr>
            <a:lvl7pPr algn="l">
              <a:defRPr sz="2025" b="0">
                <a:solidFill>
                  <a:srgbClr val="182F44"/>
                </a:solidFill>
                <a:latin typeface="Arial"/>
                <a:ea typeface="Arial"/>
                <a:cs typeface="Arial"/>
              </a:defRPr>
            </a:lvl7pPr>
            <a:lvl8pPr algn="l">
              <a:defRPr sz="2025" b="0">
                <a:solidFill>
                  <a:srgbClr val="182F44"/>
                </a:solidFill>
                <a:latin typeface="Arial"/>
                <a:ea typeface="Arial"/>
                <a:cs typeface="Arial"/>
              </a:defRPr>
            </a:lvl8pPr>
            <a:lvl9pPr algn="l">
              <a:defRPr sz="2025" b="0">
                <a:solidFill>
                  <a:srgbClr val="182F44"/>
                </a:solidFill>
                <a:latin typeface="Arial"/>
                <a:ea typeface="Arial"/>
                <a:cs typeface="Arial"/>
              </a:defRPr>
            </a:lvl9pPr>
          </a:lstStyle>
          <a:p xmlns:a="http://schemas.openxmlformats.org/drawingml/2006/main">
            <a:pPr algn="l">
              <a:defRPr sz="2025" b="0">
                <a:solidFill>
                  <a:srgbClr val="182F44"/>
                </a:solidFill>
                <a:latin typeface="Arial"/>
                <a:ea typeface="Arial"/>
                <a:cs typeface="Arial"/>
              </a:defRPr>
            </a:pPr>
            <a:r>
              <a:rPr sz="2025" b="0">
                <a:solidFill>
                  <a:srgbClr val="182F44"/>
                </a:solidFill>
                <a:latin typeface="Arial"/>
                <a:ea typeface="Arial"/>
                <a:cs typeface="Arial"/>
              </a:rPr>
              <a:t>class StockageLectureSeule</a:t>
            </a:r>
          </a:p>
          <a:p xmlns:a="http://schemas.openxmlformats.org/drawingml/2006/main">
            <a:pPr algn="l">
              <a:defRPr sz="2025" b="0">
                <a:solidFill>
                  <a:srgbClr val="182F44"/>
                </a:solidFill>
                <a:latin typeface="Arial"/>
                <a:ea typeface="Arial"/>
                <a:cs typeface="Arial"/>
              </a:defRPr>
            </a:pPr>
            <a:r>
              <a:rPr sz="2025" b="0">
                <a:solidFill>
                  <a:srgbClr val="182F44"/>
                </a:solidFill>
                <a:latin typeface="Arial"/>
                <a:ea typeface="Arial"/>
                <a:cs typeface="Arial"/>
              </a:rPr>
              <a:t>    : StockageCommandes</a:t>
            </a:r>
          </a:p>
          <a:p xmlns:a="http://schemas.openxmlformats.org/drawingml/2006/main">
            <a:pPr algn="l">
              <a:defRPr sz="2025" b="0">
                <a:solidFill>
                  <a:srgbClr val="182F44"/>
                </a:solidFill>
                <a:latin typeface="Arial"/>
                <a:ea typeface="Arial"/>
                <a:cs typeface="Arial"/>
              </a:defRPr>
            </a:pPr>
            <a:r>
              <a:rPr sz="2025" b="0">
                <a:solidFill>
                  <a:srgbClr val="182F44"/>
                </a:solidFill>
                <a:latin typeface="Arial"/>
                <a:ea typeface="Arial"/>
                <a:cs typeface="Arial"/>
              </a:rPr>
              <a:t>{</a:t>
            </a:r>
          </a:p>
          <a:p xmlns:a="http://schemas.openxmlformats.org/drawingml/2006/main">
            <a:pPr algn="l">
              <a:defRPr sz="2025" b="0">
                <a:solidFill>
                  <a:srgbClr val="182F44"/>
                </a:solidFill>
                <a:latin typeface="Arial"/>
                <a:ea typeface="Arial"/>
                <a:cs typeface="Arial"/>
              </a:defRPr>
            </a:pPr>
            <a:r>
              <a:rPr sz="2025" b="0">
                <a:solidFill>
                  <a:srgbClr val="182F44"/>
                </a:solidFill>
                <a:latin typeface="Arial"/>
                <a:ea typeface="Arial"/>
                <a:cs typeface="Arial"/>
              </a:rPr>
              <a:t>  public override void Enregistrer(</a:t>
            </a:r>
          </a:p>
          <a:p xmlns:a="http://schemas.openxmlformats.org/drawingml/2006/main">
            <a:pPr algn="l">
              <a:defRPr sz="2025" b="0">
                <a:solidFill>
                  <a:srgbClr val="182F44"/>
                </a:solidFill>
                <a:latin typeface="Arial"/>
                <a:ea typeface="Arial"/>
                <a:cs typeface="Arial"/>
              </a:defRPr>
            </a:pPr>
            <a:r>
              <a:rPr sz="2025" b="0">
                <a:solidFill>
                  <a:srgbClr val="182F44"/>
                </a:solidFill>
                <a:latin typeface="Arial"/>
                <a:ea typeface="Arial"/>
                <a:cs typeface="Arial"/>
              </a:rPr>
              <a:t>      Commande commande)</a:t>
            </a:r>
          </a:p>
          <a:p xmlns:a="http://schemas.openxmlformats.org/drawingml/2006/main">
            <a:pPr algn="l">
              <a:defRPr sz="2025" b="0">
                <a:solidFill>
                  <a:srgbClr val="182F44"/>
                </a:solidFill>
                <a:latin typeface="Arial"/>
                <a:ea typeface="Arial"/>
                <a:cs typeface="Arial"/>
              </a:defRPr>
            </a:pPr>
            <a:r>
              <a:rPr sz="2025" b="0">
                <a:solidFill>
                  <a:srgbClr val="182F44"/>
                </a:solidFill>
                <a:latin typeface="Arial"/>
                <a:ea typeface="Arial"/>
                <a:cs typeface="Arial"/>
              </a:rPr>
              <a:t>  {</a:t>
            </a:r>
          </a:p>
          <a:p xmlns:a="http://schemas.openxmlformats.org/drawingml/2006/main">
            <a:pPr algn="l">
              <a:defRPr sz="2025" b="0">
                <a:solidFill>
                  <a:srgbClr val="182F44"/>
                </a:solidFill>
                <a:latin typeface="Arial"/>
                <a:ea typeface="Arial"/>
                <a:cs typeface="Arial"/>
              </a:defRPr>
            </a:pPr>
            <a:r>
              <a:rPr sz="2025" b="0">
                <a:solidFill>
                  <a:srgbClr val="182F44"/>
                </a:solidFill>
                <a:latin typeface="Arial"/>
                <a:ea typeface="Arial"/>
                <a:cs typeface="Arial"/>
              </a:rPr>
              <a:t>    throw new NotSupportedException();</a:t>
            </a:r>
          </a:p>
          <a:p xmlns:a="http://schemas.openxmlformats.org/drawingml/2006/main">
            <a:pPr algn="l">
              <a:defRPr sz="2025" b="0">
                <a:solidFill>
                  <a:srgbClr val="182F44"/>
                </a:solidFill>
                <a:latin typeface="Arial"/>
                <a:ea typeface="Arial"/>
                <a:cs typeface="Arial"/>
              </a:defRPr>
            </a:pPr>
            <a:r>
              <a:rPr sz="2025" b="0">
                <a:solidFill>
                  <a:srgbClr val="182F44"/>
                </a:solidFill>
                <a:latin typeface="Arial"/>
                <a:ea typeface="Arial"/>
                <a:cs typeface="Arial"/>
              </a:rPr>
              <a:t>  }</a:t>
            </a:r>
          </a:p>
          <a:p xmlns:a="http://schemas.openxmlformats.org/drawingml/2006/main">
            <a:pPr algn="l">
              <a:defRPr sz="2025" b="0">
                <a:solidFill>
                  <a:srgbClr val="182F44"/>
                </a:solidFill>
                <a:latin typeface="Arial"/>
                <a:ea typeface="Arial"/>
                <a:cs typeface="Arial"/>
              </a:defRPr>
            </a:pPr>
            <a:r>
              <a:rPr sz="2025" b="0">
                <a:solidFill>
                  <a:srgbClr val="182F44"/>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7870D39B-4318-4FC5-9965-6C3B97E0ED83}"/>
              </a:ext>
            </a:extLst>
          </p:cNvPr>
          <p:cNvSpPr>
            <a:spLocks xmlns:a="http://schemas.openxmlformats.org/drawingml/2006/main" noGrp="1"/>
          </p:cNvSpPr>
          <p:nvPr/>
        </p:nvSpPr>
        <p:spPr>
          <a:xfrm xmlns:a="http://schemas.openxmlformats.org/drawingml/2006/main">
            <a:off x="8048625" y="6143625"/>
            <a:ext cx="638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F44"/>
                </a:solidFill>
                <a:latin typeface="Arial"/>
                <a:ea typeface="Arial"/>
                <a:cs typeface="Arial"/>
              </a:defRPr>
            </a:defPPr>
            <a:lvl1pPr algn="l">
              <a:defRPr sz="2100" b="0">
                <a:solidFill>
                  <a:srgbClr val="182F44"/>
                </a:solidFill>
                <a:latin typeface="Arial"/>
                <a:ea typeface="Arial"/>
                <a:cs typeface="Arial"/>
              </a:defRPr>
            </a:lvl1pPr>
            <a:lvl2pPr algn="l">
              <a:defRPr sz="2100" b="0">
                <a:solidFill>
                  <a:srgbClr val="182F44"/>
                </a:solidFill>
                <a:latin typeface="Arial"/>
                <a:ea typeface="Arial"/>
                <a:cs typeface="Arial"/>
              </a:defRPr>
            </a:lvl2pPr>
            <a:lvl3pPr algn="l">
              <a:defRPr sz="2100" b="0">
                <a:solidFill>
                  <a:srgbClr val="182F44"/>
                </a:solidFill>
                <a:latin typeface="Arial"/>
                <a:ea typeface="Arial"/>
                <a:cs typeface="Arial"/>
              </a:defRPr>
            </a:lvl3pPr>
            <a:lvl4pPr algn="l">
              <a:defRPr sz="2100" b="0">
                <a:solidFill>
                  <a:srgbClr val="182F44"/>
                </a:solidFill>
                <a:latin typeface="Arial"/>
                <a:ea typeface="Arial"/>
                <a:cs typeface="Arial"/>
              </a:defRPr>
            </a:lvl4pPr>
            <a:lvl5pPr algn="l">
              <a:defRPr sz="2100" b="0">
                <a:solidFill>
                  <a:srgbClr val="182F44"/>
                </a:solidFill>
                <a:latin typeface="Arial"/>
                <a:ea typeface="Arial"/>
                <a:cs typeface="Arial"/>
              </a:defRPr>
            </a:lvl5pPr>
            <a:lvl6pPr algn="l">
              <a:defRPr sz="2100" b="0">
                <a:solidFill>
                  <a:srgbClr val="182F44"/>
                </a:solidFill>
                <a:latin typeface="Arial"/>
                <a:ea typeface="Arial"/>
                <a:cs typeface="Arial"/>
              </a:defRPr>
            </a:lvl6pPr>
            <a:lvl7pPr algn="l">
              <a:defRPr sz="2100" b="0">
                <a:solidFill>
                  <a:srgbClr val="182F44"/>
                </a:solidFill>
                <a:latin typeface="Arial"/>
                <a:ea typeface="Arial"/>
                <a:cs typeface="Arial"/>
              </a:defRPr>
            </a:lvl7pPr>
            <a:lvl8pPr algn="l">
              <a:defRPr sz="2100" b="0">
                <a:solidFill>
                  <a:srgbClr val="182F44"/>
                </a:solidFill>
                <a:latin typeface="Arial"/>
                <a:ea typeface="Arial"/>
                <a:cs typeface="Arial"/>
              </a:defRPr>
            </a:lvl8pPr>
            <a:lvl9pPr algn="l">
              <a:defRPr sz="2100" b="0">
                <a:solidFill>
                  <a:srgbClr val="182F44"/>
                </a:solidFill>
                <a:latin typeface="Arial"/>
                <a:ea typeface="Arial"/>
                <a:cs typeface="Arial"/>
              </a:defRPr>
            </a:lvl9pPr>
          </a:lstStyle>
          <a:p xmlns:a="http://schemas.openxmlformats.org/drawingml/2006/main">
            <a:pPr algn="l">
              <a:defRPr sz="2100" b="0">
                <a:solidFill>
                  <a:srgbClr val="182F44"/>
                </a:solidFill>
                <a:latin typeface="Arial"/>
                <a:ea typeface="Arial"/>
                <a:cs typeface="Arial"/>
              </a:defRPr>
            </a:pPr>
            <a:r>
              <a:rPr sz="2100" b="0">
                <a:solidFill>
                  <a:srgbClr val="182F44"/>
                </a:solidFill>
                <a:latin typeface="Arial"/>
                <a:ea typeface="Arial"/>
                <a:cs typeface="Arial"/>
              </a:rPr>
              <a:t>La signature est compatible, mais toute demande d’écriture échoue, même avec une commande valide.</a:t>
            </a:r>
          </a:p>
        </p:txBody>
      </p:sp>
      <p:sp>
        <p:nvSpPr>
          <p:cNvPr id="11" name="">
            <a:extLst xmlns:a="http://schemas.openxmlformats.org/drawingml/2006/main">
              <a:ext uri="{FF2B5EF4-FFF2-40B4-BE49-F238E27FC236}">
                <a16:creationId xmlns:a16="http://schemas.microsoft.com/office/drawing/2014/main" id="{FDC08427-3F64-4F00-B3D4-923E605572AC}"/>
              </a:ext>
            </a:extLst>
          </p:cNvPr>
          <p:cNvSpPr>
            <a:spLocks xmlns:a="http://schemas.openxmlformats.org/drawingml/2006/main" noGrp="1"/>
          </p:cNvSpPr>
          <p:nvPr/>
        </p:nvSpPr>
        <p:spPr>
          <a:xfrm xmlns:a="http://schemas.openxmlformats.org/drawingml/2006/main">
            <a:off x="619125" y="7429500"/>
            <a:ext cx="1400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087F83"/>
                </a:solidFill>
                <a:latin typeface="Arial"/>
                <a:ea typeface="Arial"/>
                <a:cs typeface="Arial"/>
              </a:defRPr>
            </a:defPPr>
            <a:lvl1pPr algn="l">
              <a:defRPr sz="1950" b="1">
                <a:solidFill>
                  <a:srgbClr val="087F83"/>
                </a:solidFill>
                <a:latin typeface="Arial"/>
                <a:ea typeface="Arial"/>
                <a:cs typeface="Arial"/>
              </a:defRPr>
            </a:lvl1pPr>
            <a:lvl2pPr algn="l">
              <a:defRPr sz="1950" b="1">
                <a:solidFill>
                  <a:srgbClr val="087F83"/>
                </a:solidFill>
                <a:latin typeface="Arial"/>
                <a:ea typeface="Arial"/>
                <a:cs typeface="Arial"/>
              </a:defRPr>
            </a:lvl2pPr>
            <a:lvl3pPr algn="l">
              <a:defRPr sz="1950" b="1">
                <a:solidFill>
                  <a:srgbClr val="087F83"/>
                </a:solidFill>
                <a:latin typeface="Arial"/>
                <a:ea typeface="Arial"/>
                <a:cs typeface="Arial"/>
              </a:defRPr>
            </a:lvl3pPr>
            <a:lvl4pPr algn="l">
              <a:defRPr sz="1950" b="1">
                <a:solidFill>
                  <a:srgbClr val="087F83"/>
                </a:solidFill>
                <a:latin typeface="Arial"/>
                <a:ea typeface="Arial"/>
                <a:cs typeface="Arial"/>
              </a:defRPr>
            </a:lvl4pPr>
            <a:lvl5pPr algn="l">
              <a:defRPr sz="1950" b="1">
                <a:solidFill>
                  <a:srgbClr val="087F83"/>
                </a:solidFill>
                <a:latin typeface="Arial"/>
                <a:ea typeface="Arial"/>
                <a:cs typeface="Arial"/>
              </a:defRPr>
            </a:lvl5pPr>
            <a:lvl6pPr algn="l">
              <a:defRPr sz="1950" b="1">
                <a:solidFill>
                  <a:srgbClr val="087F83"/>
                </a:solidFill>
                <a:latin typeface="Arial"/>
                <a:ea typeface="Arial"/>
                <a:cs typeface="Arial"/>
              </a:defRPr>
            </a:lvl6pPr>
            <a:lvl7pPr algn="l">
              <a:defRPr sz="1950" b="1">
                <a:solidFill>
                  <a:srgbClr val="087F83"/>
                </a:solidFill>
                <a:latin typeface="Arial"/>
                <a:ea typeface="Arial"/>
                <a:cs typeface="Arial"/>
              </a:defRPr>
            </a:lvl7pPr>
            <a:lvl8pPr algn="l">
              <a:defRPr sz="1950" b="1">
                <a:solidFill>
                  <a:srgbClr val="087F83"/>
                </a:solidFill>
                <a:latin typeface="Arial"/>
                <a:ea typeface="Arial"/>
                <a:cs typeface="Arial"/>
              </a:defRPr>
            </a:lvl8pPr>
            <a:lvl9pPr algn="l">
              <a:defRPr sz="1950" b="1">
                <a:solidFill>
                  <a:srgbClr val="087F83"/>
                </a:solidFill>
                <a:latin typeface="Arial"/>
                <a:ea typeface="Arial"/>
                <a:cs typeface="Arial"/>
              </a:defRPr>
            </a:lvl9pPr>
          </a:lstStyle>
          <a:p xmlns:a="http://schemas.openxmlformats.org/drawingml/2006/main">
            <a:pPr algn="l">
              <a:defRPr sz="1950" b="1">
                <a:solidFill>
                  <a:srgbClr val="087F83"/>
                </a:solidFill>
                <a:latin typeface="Arial"/>
                <a:ea typeface="Arial"/>
                <a:cs typeface="Arial"/>
              </a:defRPr>
            </a:pPr>
            <a:r>
              <a:rPr sz="1950" b="1">
                <a:solidFill>
                  <a:srgbClr val="087F83"/>
                </a:solidFill>
                <a:latin typeface="Arial"/>
                <a:ea typeface="Arial"/>
                <a:cs typeface="Arial"/>
              </a:rPr>
              <a:t>La violation vient du retrait d’une capacité garantie par le type parent.</a:t>
            </a:r>
          </a:p>
        </p:txBody>
      </p:sp>
    </p:spTree>
    <p:extLst>
      <p:ext uri="{BB962C8B-B14F-4D97-AF65-F5344CB8AC3E}">
        <p14:creationId xmlns:p14="http://schemas.microsoft.com/office/powerpoint/2010/main" val="1134339322"/>
      </p:ext>
    </p:extLst>
  </p:cSld>
</p:sld>
</file>

<file path=ppt/slides/slide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2510AEB-1F9C-433D-970B-3C6431E7A8B3}"/>
              </a:ext>
            </a:extLst>
          </p:cNvPr>
          <p:cNvSpPr>
            <a:spLocks xmlns:a="http://schemas.openxmlformats.org/drawingml/2006/main" noGrp="1"/>
          </p:cNvSpPr>
          <p:nvPr/>
        </p:nvSpPr>
        <p:spPr>
          <a:xfrm xmlns:a="http://schemas.openxmlformats.org/drawingml/2006/main">
            <a:off x="619125" y="304800"/>
            <a:ext cx="1333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087F83"/>
                </a:solidFill>
                <a:latin typeface="Arial"/>
                <a:ea typeface="Arial"/>
                <a:cs typeface="Arial"/>
              </a:defRPr>
            </a:defPPr>
            <a:lvl1pPr algn="l">
              <a:defRPr sz="1350" b="1">
                <a:solidFill>
                  <a:srgbClr val="087F83"/>
                </a:solidFill>
                <a:latin typeface="Arial"/>
                <a:ea typeface="Arial"/>
                <a:cs typeface="Arial"/>
              </a:defRPr>
            </a:lvl1pPr>
            <a:lvl2pPr algn="l">
              <a:defRPr sz="1350" b="1">
                <a:solidFill>
                  <a:srgbClr val="087F83"/>
                </a:solidFill>
                <a:latin typeface="Arial"/>
                <a:ea typeface="Arial"/>
                <a:cs typeface="Arial"/>
              </a:defRPr>
            </a:lvl2pPr>
            <a:lvl3pPr algn="l">
              <a:defRPr sz="1350" b="1">
                <a:solidFill>
                  <a:srgbClr val="087F83"/>
                </a:solidFill>
                <a:latin typeface="Arial"/>
                <a:ea typeface="Arial"/>
                <a:cs typeface="Arial"/>
              </a:defRPr>
            </a:lvl3pPr>
            <a:lvl4pPr algn="l">
              <a:defRPr sz="1350" b="1">
                <a:solidFill>
                  <a:srgbClr val="087F83"/>
                </a:solidFill>
                <a:latin typeface="Arial"/>
                <a:ea typeface="Arial"/>
                <a:cs typeface="Arial"/>
              </a:defRPr>
            </a:lvl4pPr>
            <a:lvl5pPr algn="l">
              <a:defRPr sz="1350" b="1">
                <a:solidFill>
                  <a:srgbClr val="087F83"/>
                </a:solidFill>
                <a:latin typeface="Arial"/>
                <a:ea typeface="Arial"/>
                <a:cs typeface="Arial"/>
              </a:defRPr>
            </a:lvl5pPr>
            <a:lvl6pPr algn="l">
              <a:defRPr sz="1350" b="1">
                <a:solidFill>
                  <a:srgbClr val="087F83"/>
                </a:solidFill>
                <a:latin typeface="Arial"/>
                <a:ea typeface="Arial"/>
                <a:cs typeface="Arial"/>
              </a:defRPr>
            </a:lvl6pPr>
            <a:lvl7pPr algn="l">
              <a:defRPr sz="1350" b="1">
                <a:solidFill>
                  <a:srgbClr val="087F83"/>
                </a:solidFill>
                <a:latin typeface="Arial"/>
                <a:ea typeface="Arial"/>
                <a:cs typeface="Arial"/>
              </a:defRPr>
            </a:lvl7pPr>
            <a:lvl8pPr algn="l">
              <a:defRPr sz="1350" b="1">
                <a:solidFill>
                  <a:srgbClr val="087F83"/>
                </a:solidFill>
                <a:latin typeface="Arial"/>
                <a:ea typeface="Arial"/>
                <a:cs typeface="Arial"/>
              </a:defRPr>
            </a:lvl8pPr>
            <a:lvl9pPr algn="l">
              <a:defRPr sz="1350" b="1">
                <a:solidFill>
                  <a:srgbClr val="087F83"/>
                </a:solidFill>
                <a:latin typeface="Arial"/>
                <a:ea typeface="Arial"/>
                <a:cs typeface="Arial"/>
              </a:defRPr>
            </a:lvl9pPr>
          </a:lstStyle>
          <a:p xmlns:a="http://schemas.openxmlformats.org/drawingml/2006/main">
            <a:pPr algn="l">
              <a:defRPr sz="1350" b="1">
                <a:solidFill>
                  <a:srgbClr val="087F83"/>
                </a:solidFill>
                <a:latin typeface="Arial"/>
                <a:ea typeface="Arial"/>
                <a:cs typeface="Arial"/>
              </a:defRPr>
            </a:pPr>
            <a:r>
              <a:rPr sz="1350" b="1">
                <a:solidFill>
                  <a:srgbClr val="087F83"/>
                </a:solidFill>
                <a:latin typeface="Arial"/>
                <a:ea typeface="Arial"/>
                <a:cs typeface="Arial"/>
              </a:rPr>
              <a:t>LSP • LA SUBSTITUTION COMPILE, MAIS ÉCHOUE</a:t>
            </a:r>
          </a:p>
        </p:txBody>
      </p:sp>
      <p:sp>
        <p:nvSpPr>
          <p:cNvPr id="2" name="">
            <a:extLst xmlns:a="http://schemas.openxmlformats.org/drawingml/2006/main">
              <a:ext uri="{FF2B5EF4-FFF2-40B4-BE49-F238E27FC236}">
                <a16:creationId xmlns:a16="http://schemas.microsoft.com/office/drawing/2014/main" id="{63ED2B42-822F-4CC2-BFE2-113D179BB4C2}"/>
              </a:ext>
            </a:extLst>
          </p:cNvPr>
          <p:cNvSpPr>
            <a:spLocks xmlns:a="http://schemas.openxmlformats.org/drawingml/2006/main" noGrp="1"/>
          </p:cNvSpPr>
          <p:nvPr/>
        </p:nvSpPr>
        <p:spPr>
          <a:xfrm xmlns:a="http://schemas.openxmlformats.org/drawingml/2006/main">
            <a:off x="619125" y="723900"/>
            <a:ext cx="1390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82F44"/>
                </a:solidFill>
                <a:latin typeface="Arial"/>
                <a:ea typeface="Arial"/>
                <a:cs typeface="Arial"/>
              </a:defRPr>
            </a:defPPr>
            <a:lvl1pPr algn="l">
              <a:defRPr sz="3300" b="1">
                <a:solidFill>
                  <a:srgbClr val="182F44"/>
                </a:solidFill>
                <a:latin typeface="Arial"/>
                <a:ea typeface="Arial"/>
                <a:cs typeface="Arial"/>
              </a:defRPr>
            </a:lvl1pPr>
            <a:lvl2pPr algn="l">
              <a:defRPr sz="3300" b="1">
                <a:solidFill>
                  <a:srgbClr val="182F44"/>
                </a:solidFill>
                <a:latin typeface="Arial"/>
                <a:ea typeface="Arial"/>
                <a:cs typeface="Arial"/>
              </a:defRPr>
            </a:lvl2pPr>
            <a:lvl3pPr algn="l">
              <a:defRPr sz="3300" b="1">
                <a:solidFill>
                  <a:srgbClr val="182F44"/>
                </a:solidFill>
                <a:latin typeface="Arial"/>
                <a:ea typeface="Arial"/>
                <a:cs typeface="Arial"/>
              </a:defRPr>
            </a:lvl3pPr>
            <a:lvl4pPr algn="l">
              <a:defRPr sz="3300" b="1">
                <a:solidFill>
                  <a:srgbClr val="182F44"/>
                </a:solidFill>
                <a:latin typeface="Arial"/>
                <a:ea typeface="Arial"/>
                <a:cs typeface="Arial"/>
              </a:defRPr>
            </a:lvl4pPr>
            <a:lvl5pPr algn="l">
              <a:defRPr sz="3300" b="1">
                <a:solidFill>
                  <a:srgbClr val="182F44"/>
                </a:solidFill>
                <a:latin typeface="Arial"/>
                <a:ea typeface="Arial"/>
                <a:cs typeface="Arial"/>
              </a:defRPr>
            </a:lvl5pPr>
            <a:lvl6pPr algn="l">
              <a:defRPr sz="3300" b="1">
                <a:solidFill>
                  <a:srgbClr val="182F44"/>
                </a:solidFill>
                <a:latin typeface="Arial"/>
                <a:ea typeface="Arial"/>
                <a:cs typeface="Arial"/>
              </a:defRPr>
            </a:lvl6pPr>
            <a:lvl7pPr algn="l">
              <a:defRPr sz="3300" b="1">
                <a:solidFill>
                  <a:srgbClr val="182F44"/>
                </a:solidFill>
                <a:latin typeface="Arial"/>
                <a:ea typeface="Arial"/>
                <a:cs typeface="Arial"/>
              </a:defRPr>
            </a:lvl7pPr>
            <a:lvl8pPr algn="l">
              <a:defRPr sz="3300" b="1">
                <a:solidFill>
                  <a:srgbClr val="182F44"/>
                </a:solidFill>
                <a:latin typeface="Arial"/>
                <a:ea typeface="Arial"/>
                <a:cs typeface="Arial"/>
              </a:defRPr>
            </a:lvl8pPr>
            <a:lvl9pPr algn="l">
              <a:defRPr sz="3300" b="1">
                <a:solidFill>
                  <a:srgbClr val="182F44"/>
                </a:solidFill>
                <a:latin typeface="Arial"/>
                <a:ea typeface="Arial"/>
                <a:cs typeface="Arial"/>
              </a:defRPr>
            </a:lvl9pPr>
          </a:lstStyle>
          <a:p xmlns:a="http://schemas.openxmlformats.org/drawingml/2006/main">
            <a:pPr algn="l">
              <a:defRPr sz="3300" b="1">
                <a:solidFill>
                  <a:srgbClr val="182F44"/>
                </a:solidFill>
                <a:latin typeface="Arial"/>
                <a:ea typeface="Arial"/>
                <a:cs typeface="Arial"/>
              </a:defRPr>
            </a:pPr>
            <a:r>
              <a:rPr sz="3300" b="1">
                <a:solidFill>
                  <a:srgbClr val="182F44"/>
                </a:solidFill>
                <a:latin typeface="Arial"/>
                <a:ea typeface="Arial"/>
                <a:cs typeface="Arial"/>
              </a:rPr>
              <a:t>La conséquence pour le code client</a:t>
            </a:r>
          </a:p>
        </p:txBody>
      </p:sp>
      <p:sp>
        <p:nvSpPr>
          <p:cNvPr id="3" name="">
            <a:extLst xmlns:a="http://schemas.openxmlformats.org/drawingml/2006/main">
              <a:ext uri="{FF2B5EF4-FFF2-40B4-BE49-F238E27FC236}">
                <a16:creationId xmlns:a16="http://schemas.microsoft.com/office/drawing/2014/main" id="{A09816D7-F3C9-4B6C-82F4-CDABF8A659AF}"/>
              </a:ext>
            </a:extLst>
          </p:cNvPr>
          <p:cNvSpPr>
            <a:spLocks xmlns:a="http://schemas.openxmlformats.org/drawingml/2006/main" noGrp="1"/>
          </p:cNvSpPr>
          <p:nvPr/>
        </p:nvSpPr>
        <p:spPr>
          <a:xfrm xmlns:a="http://schemas.openxmlformats.org/drawingml/2006/main">
            <a:off x="619125" y="81438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516575"/>
                </a:solidFill>
                <a:latin typeface="Arial"/>
                <a:ea typeface="Arial"/>
                <a:cs typeface="Arial"/>
              </a:defRPr>
            </a:defPPr>
            <a:lvl1pPr algn="l">
              <a:defRPr sz="1275" b="0">
                <a:solidFill>
                  <a:srgbClr val="516575"/>
                </a:solidFill>
                <a:latin typeface="Arial"/>
                <a:ea typeface="Arial"/>
                <a:cs typeface="Arial"/>
              </a:defRPr>
            </a:lvl1pPr>
            <a:lvl2pPr algn="l">
              <a:defRPr sz="1275" b="0">
                <a:solidFill>
                  <a:srgbClr val="516575"/>
                </a:solidFill>
                <a:latin typeface="Arial"/>
                <a:ea typeface="Arial"/>
                <a:cs typeface="Arial"/>
              </a:defRPr>
            </a:lvl2pPr>
            <a:lvl3pPr algn="l">
              <a:defRPr sz="1275" b="0">
                <a:solidFill>
                  <a:srgbClr val="516575"/>
                </a:solidFill>
                <a:latin typeface="Arial"/>
                <a:ea typeface="Arial"/>
                <a:cs typeface="Arial"/>
              </a:defRPr>
            </a:lvl3pPr>
            <a:lvl4pPr algn="l">
              <a:defRPr sz="1275" b="0">
                <a:solidFill>
                  <a:srgbClr val="516575"/>
                </a:solidFill>
                <a:latin typeface="Arial"/>
                <a:ea typeface="Arial"/>
                <a:cs typeface="Arial"/>
              </a:defRPr>
            </a:lvl4pPr>
            <a:lvl5pPr algn="l">
              <a:defRPr sz="1275" b="0">
                <a:solidFill>
                  <a:srgbClr val="516575"/>
                </a:solidFill>
                <a:latin typeface="Arial"/>
                <a:ea typeface="Arial"/>
                <a:cs typeface="Arial"/>
              </a:defRPr>
            </a:lvl5pPr>
            <a:lvl6pPr algn="l">
              <a:defRPr sz="1275" b="0">
                <a:solidFill>
                  <a:srgbClr val="516575"/>
                </a:solidFill>
                <a:latin typeface="Arial"/>
                <a:ea typeface="Arial"/>
                <a:cs typeface="Arial"/>
              </a:defRPr>
            </a:lvl6pPr>
            <a:lvl7pPr algn="l">
              <a:defRPr sz="1275" b="0">
                <a:solidFill>
                  <a:srgbClr val="516575"/>
                </a:solidFill>
                <a:latin typeface="Arial"/>
                <a:ea typeface="Arial"/>
                <a:cs typeface="Arial"/>
              </a:defRPr>
            </a:lvl7pPr>
            <a:lvl8pPr algn="l">
              <a:defRPr sz="1275" b="0">
                <a:solidFill>
                  <a:srgbClr val="516575"/>
                </a:solidFill>
                <a:latin typeface="Arial"/>
                <a:ea typeface="Arial"/>
                <a:cs typeface="Arial"/>
              </a:defRPr>
            </a:lvl8pPr>
            <a:lvl9pPr algn="l">
              <a:defRPr sz="1275" b="0">
                <a:solidFill>
                  <a:srgbClr val="516575"/>
                </a:solidFill>
                <a:latin typeface="Arial"/>
                <a:ea typeface="Arial"/>
                <a:cs typeface="Arial"/>
              </a:defRPr>
            </a:lvl9pPr>
          </a:lstStyle>
          <a:p xmlns:a="http://schemas.openxmlformats.org/drawingml/2006/main">
            <a:pPr algn="l">
              <a:defRPr sz="1275" b="0">
                <a:solidFill>
                  <a:srgbClr val="516575"/>
                </a:solidFill>
                <a:latin typeface="Arial"/>
                <a:ea typeface="Arial"/>
                <a:cs typeface="Arial"/>
              </a:defRPr>
            </a:pPr>
            <a:r>
              <a:rPr sz="1275" b="0">
                <a:solidFill>
                  <a:srgbClr val="516575"/>
                </a:solidFill>
                <a:latin typeface="Arial"/>
                <a:ea typeface="Arial"/>
                <a:cs typeface="Arial"/>
              </a:rPr>
              <a:t>R304 • Qualité du développement</a:t>
            </a:r>
          </a:p>
        </p:txBody>
      </p:sp>
      <p:sp>
        <p:nvSpPr>
          <p:cNvPr id="4" name="">
            <a:extLst xmlns:a="http://schemas.openxmlformats.org/drawingml/2006/main">
              <a:ext uri="{FF2B5EF4-FFF2-40B4-BE49-F238E27FC236}">
                <a16:creationId xmlns:a16="http://schemas.microsoft.com/office/drawing/2014/main" id="{1CD9A6F7-A55A-443C-8630-1E79A068F633}"/>
              </a:ext>
            </a:extLst>
          </p:cNvPr>
          <p:cNvSpPr>
            <a:spLocks xmlns:a="http://schemas.openxmlformats.org/drawingml/2006/main" noGrp="1"/>
          </p:cNvSpPr>
          <p:nvPr/>
        </p:nvSpPr>
        <p:spPr>
          <a:xfrm xmlns:a="http://schemas.openxmlformats.org/drawingml/2006/main">
            <a:off x="13335000" y="8143875"/>
            <a:ext cx="1285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575"/>
                </a:solidFill>
                <a:latin typeface="Arial"/>
                <a:ea typeface="Arial"/>
                <a:cs typeface="Arial"/>
              </a:defRPr>
            </a:defPPr>
            <a:lvl1pPr algn="r">
              <a:defRPr sz="1275" b="0">
                <a:solidFill>
                  <a:srgbClr val="516575"/>
                </a:solidFill>
                <a:latin typeface="Arial"/>
                <a:ea typeface="Arial"/>
                <a:cs typeface="Arial"/>
              </a:defRPr>
            </a:lvl1pPr>
            <a:lvl2pPr algn="r">
              <a:defRPr sz="1275" b="0">
                <a:solidFill>
                  <a:srgbClr val="516575"/>
                </a:solidFill>
                <a:latin typeface="Arial"/>
                <a:ea typeface="Arial"/>
                <a:cs typeface="Arial"/>
              </a:defRPr>
            </a:lvl2pPr>
            <a:lvl3pPr algn="r">
              <a:defRPr sz="1275" b="0">
                <a:solidFill>
                  <a:srgbClr val="516575"/>
                </a:solidFill>
                <a:latin typeface="Arial"/>
                <a:ea typeface="Arial"/>
                <a:cs typeface="Arial"/>
              </a:defRPr>
            </a:lvl3pPr>
            <a:lvl4pPr algn="r">
              <a:defRPr sz="1275" b="0">
                <a:solidFill>
                  <a:srgbClr val="516575"/>
                </a:solidFill>
                <a:latin typeface="Arial"/>
                <a:ea typeface="Arial"/>
                <a:cs typeface="Arial"/>
              </a:defRPr>
            </a:lvl4pPr>
            <a:lvl5pPr algn="r">
              <a:defRPr sz="1275" b="0">
                <a:solidFill>
                  <a:srgbClr val="516575"/>
                </a:solidFill>
                <a:latin typeface="Arial"/>
                <a:ea typeface="Arial"/>
                <a:cs typeface="Arial"/>
              </a:defRPr>
            </a:lvl5pPr>
            <a:lvl6pPr algn="r">
              <a:defRPr sz="1275" b="0">
                <a:solidFill>
                  <a:srgbClr val="516575"/>
                </a:solidFill>
                <a:latin typeface="Arial"/>
                <a:ea typeface="Arial"/>
                <a:cs typeface="Arial"/>
              </a:defRPr>
            </a:lvl6pPr>
            <a:lvl7pPr algn="r">
              <a:defRPr sz="1275" b="0">
                <a:solidFill>
                  <a:srgbClr val="516575"/>
                </a:solidFill>
                <a:latin typeface="Arial"/>
                <a:ea typeface="Arial"/>
                <a:cs typeface="Arial"/>
              </a:defRPr>
            </a:lvl7pPr>
            <a:lvl8pPr algn="r">
              <a:defRPr sz="1275" b="0">
                <a:solidFill>
                  <a:srgbClr val="516575"/>
                </a:solidFill>
                <a:latin typeface="Arial"/>
                <a:ea typeface="Arial"/>
                <a:cs typeface="Arial"/>
              </a:defRPr>
            </a:lvl8pPr>
            <a:lvl9pPr algn="r">
              <a:defRPr sz="1275" b="0">
                <a:solidFill>
                  <a:srgbClr val="516575"/>
                </a:solidFill>
                <a:latin typeface="Arial"/>
                <a:ea typeface="Arial"/>
                <a:cs typeface="Arial"/>
              </a:defRPr>
            </a:lvl9pPr>
          </a:lstStyle>
          <a:p xmlns:a="http://schemas.openxmlformats.org/drawingml/2006/main">
            <a:pPr algn="r">
              <a:defRPr sz="1275" b="0">
                <a:solidFill>
                  <a:srgbClr val="516575"/>
                </a:solidFill>
                <a:latin typeface="Arial"/>
                <a:ea typeface="Arial"/>
                <a:cs typeface="Arial"/>
              </a:defRPr>
            </a:pPr>
            <a:r>
              <a:rPr sz="1275" b="0">
                <a:solidFill>
                  <a:srgbClr val="516575"/>
                </a:solidFill>
                <a:latin typeface="Arial"/>
                <a:ea typeface="Arial"/>
                <a:cs typeface="Arial"/>
              </a:rPr>
              <a:t>04 / 16</a:t>
            </a:r>
          </a:p>
        </p:txBody>
      </p:sp>
      <p:sp>
        <p:nvSpPr>
          <p:cNvPr id="5" name="">
            <a:extLst xmlns:a="http://schemas.openxmlformats.org/drawingml/2006/main">
              <a:ext uri="{FF2B5EF4-FFF2-40B4-BE49-F238E27FC236}">
                <a16:creationId xmlns:a16="http://schemas.microsoft.com/office/drawing/2014/main" id="{C768113A-9196-48FE-84A8-5D444061EFEE}"/>
              </a:ext>
            </a:extLst>
          </p:cNvPr>
          <p:cNvSpPr>
            <a:spLocks xmlns:a="http://schemas.openxmlformats.org/drawingml/2006/main" noGrp="1"/>
          </p:cNvSpPr>
          <p:nvPr/>
        </p:nvSpPr>
        <p:spPr>
          <a:xfrm xmlns:a="http://schemas.openxmlformats.org/drawingml/2006/main">
            <a:off x="619125" y="1762125"/>
            <a:ext cx="13811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82F44"/>
                </a:solidFill>
                <a:latin typeface="Arial"/>
                <a:ea typeface="Arial"/>
                <a:cs typeface="Arial"/>
              </a:defRPr>
            </a:defPPr>
            <a:lvl1pPr algn="l">
              <a:defRPr sz="2175" b="0">
                <a:solidFill>
                  <a:srgbClr val="182F44"/>
                </a:solidFill>
                <a:latin typeface="Arial"/>
                <a:ea typeface="Arial"/>
                <a:cs typeface="Arial"/>
              </a:defRPr>
            </a:lvl1pPr>
            <a:lvl2pPr algn="l">
              <a:defRPr sz="2175" b="0">
                <a:solidFill>
                  <a:srgbClr val="182F44"/>
                </a:solidFill>
                <a:latin typeface="Arial"/>
                <a:ea typeface="Arial"/>
                <a:cs typeface="Arial"/>
              </a:defRPr>
            </a:lvl2pPr>
            <a:lvl3pPr algn="l">
              <a:defRPr sz="2175" b="0">
                <a:solidFill>
                  <a:srgbClr val="182F44"/>
                </a:solidFill>
                <a:latin typeface="Arial"/>
                <a:ea typeface="Arial"/>
                <a:cs typeface="Arial"/>
              </a:defRPr>
            </a:lvl3pPr>
            <a:lvl4pPr algn="l">
              <a:defRPr sz="2175" b="0">
                <a:solidFill>
                  <a:srgbClr val="182F44"/>
                </a:solidFill>
                <a:latin typeface="Arial"/>
                <a:ea typeface="Arial"/>
                <a:cs typeface="Arial"/>
              </a:defRPr>
            </a:lvl4pPr>
            <a:lvl5pPr algn="l">
              <a:defRPr sz="2175" b="0">
                <a:solidFill>
                  <a:srgbClr val="182F44"/>
                </a:solidFill>
                <a:latin typeface="Arial"/>
                <a:ea typeface="Arial"/>
                <a:cs typeface="Arial"/>
              </a:defRPr>
            </a:lvl5pPr>
            <a:lvl6pPr algn="l">
              <a:defRPr sz="2175" b="0">
                <a:solidFill>
                  <a:srgbClr val="182F44"/>
                </a:solidFill>
                <a:latin typeface="Arial"/>
                <a:ea typeface="Arial"/>
                <a:cs typeface="Arial"/>
              </a:defRPr>
            </a:lvl6pPr>
            <a:lvl7pPr algn="l">
              <a:defRPr sz="2175" b="0">
                <a:solidFill>
                  <a:srgbClr val="182F44"/>
                </a:solidFill>
                <a:latin typeface="Arial"/>
                <a:ea typeface="Arial"/>
                <a:cs typeface="Arial"/>
              </a:defRPr>
            </a:lvl7pPr>
            <a:lvl8pPr algn="l">
              <a:defRPr sz="2175" b="0">
                <a:solidFill>
                  <a:srgbClr val="182F44"/>
                </a:solidFill>
                <a:latin typeface="Arial"/>
                <a:ea typeface="Arial"/>
                <a:cs typeface="Arial"/>
              </a:defRPr>
            </a:lvl8pPr>
            <a:lvl9pPr algn="l">
              <a:defRPr sz="2175" b="0">
                <a:solidFill>
                  <a:srgbClr val="182F44"/>
                </a:solidFill>
                <a:latin typeface="Arial"/>
                <a:ea typeface="Arial"/>
                <a:cs typeface="Arial"/>
              </a:defRPr>
            </a:lvl9pPr>
          </a:lstStyle>
          <a:p xmlns:a="http://schemas.openxmlformats.org/drawingml/2006/main">
            <a:pPr algn="l">
              <a:defRPr sz="2175" b="0">
                <a:solidFill>
                  <a:srgbClr val="182F44"/>
                </a:solidFill>
                <a:latin typeface="Arial"/>
                <a:ea typeface="Arial"/>
                <a:cs typeface="Arial"/>
              </a:defRPr>
            </a:pPr>
            <a:r>
              <a:rPr sz="2175" b="0">
                <a:solidFill>
                  <a:srgbClr val="182F44"/>
                </a:solidFill>
                <a:latin typeface="Arial"/>
                <a:ea typeface="Arial"/>
                <a:cs typeface="Arial"/>
              </a:rPr>
              <a:t>void ValiderCommande(StockageCommandes stockage, Commande c)</a:t>
            </a:r>
          </a:p>
          <a:p xmlns:a="http://schemas.openxmlformats.org/drawingml/2006/main">
            <a:pPr algn="l">
              <a:defRPr sz="2175" b="0">
                <a:solidFill>
                  <a:srgbClr val="182F44"/>
                </a:solidFill>
                <a:latin typeface="Arial"/>
                <a:ea typeface="Arial"/>
                <a:cs typeface="Arial"/>
              </a:defRPr>
            </a:pPr>
            <a:r>
              <a:rPr sz="2175" b="0">
                <a:solidFill>
                  <a:srgbClr val="182F44"/>
                </a:solidFill>
                <a:latin typeface="Arial"/>
                <a:ea typeface="Arial"/>
                <a:cs typeface="Arial"/>
              </a:rPr>
              <a:t>{</a:t>
            </a:r>
          </a:p>
          <a:p xmlns:a="http://schemas.openxmlformats.org/drawingml/2006/main">
            <a:pPr algn="l">
              <a:defRPr sz="2175" b="0">
                <a:solidFill>
                  <a:srgbClr val="182F44"/>
                </a:solidFill>
                <a:latin typeface="Arial"/>
                <a:ea typeface="Arial"/>
                <a:cs typeface="Arial"/>
              </a:defRPr>
            </a:pPr>
            <a:r>
              <a:rPr sz="2175" b="0">
                <a:solidFill>
                  <a:srgbClr val="182F44"/>
                </a:solidFill>
                <a:latin typeface="Arial"/>
                <a:ea typeface="Arial"/>
                <a:cs typeface="Arial"/>
              </a:rPr>
              <a:t>    stockage.Enregistrer(c);</a:t>
            </a:r>
          </a:p>
          <a:p xmlns:a="http://schemas.openxmlformats.org/drawingml/2006/main">
            <a:pPr algn="l">
              <a:defRPr sz="2175" b="0">
                <a:solidFill>
                  <a:srgbClr val="182F44"/>
                </a:solidFill>
                <a:latin typeface="Arial"/>
                <a:ea typeface="Arial"/>
                <a:cs typeface="Arial"/>
              </a:defRPr>
            </a:pPr>
            <a:r>
              <a:rPr sz="2175" b="0">
                <a:solidFill>
                  <a:srgbClr val="182F44"/>
                </a:solidFill>
                <a:latin typeface="Arial"/>
                <a:ea typeface="Arial"/>
                <a:cs typeface="Arial"/>
              </a:rPr>
              <a:t>    // La suite suppose que la sauvegarde a réussi.</a:t>
            </a:r>
          </a:p>
          <a:p xmlns:a="http://schemas.openxmlformats.org/drawingml/2006/main">
            <a:pPr algn="l">
              <a:defRPr sz="2175" b="0">
                <a:solidFill>
                  <a:srgbClr val="182F44"/>
                </a:solidFill>
                <a:latin typeface="Arial"/>
                <a:ea typeface="Arial"/>
                <a:cs typeface="Arial"/>
              </a:defRPr>
            </a:pPr>
            <a:r>
              <a:rPr sz="2175" b="0">
                <a:solidFill>
                  <a:srgbClr val="182F44"/>
                </a:solidFill>
                <a:latin typeface="Arial"/>
                <a:ea typeface="Arial"/>
                <a:cs typeface="Arial"/>
              </a:rPr>
              <a:t>}</a:t>
            </a:r>
          </a:p>
        </p:txBody>
      </p:sp>
      <p:graphicFrame>
        <p:nvGraphicFramePr>
          <p:cNvPr id="6" name="">
            <a:extLst xmlns:a="http://schemas.openxmlformats.org/drawingml/2006/main">
              <a:ext uri="{FF2B5EF4-FFF2-40B4-BE49-F238E27FC236}">
                <a16:creationId xmlns:a16="http://schemas.microsoft.com/office/drawing/2014/main" id="{B94D6497-E125-472E-AE07-77B8B096E681}"/>
              </a:ext>
            </a:extLst>
          </p:cNvPr>
          <p:cNvGraphicFramePr/>
          <p:nvPr/>
        </p:nvGraphicFramePr>
        <p:xfrm>
          <a:off xmlns:a="http://schemas.openxmlformats.org/drawingml/2006/main" x="619125" y="4048125"/>
          <a:ext xmlns:a="http://schemas.openxmlformats.org/drawingml/2006/main" cx="14001750" cy="2238375"/>
        </p:xfrm>
        <a:graphic xmlns:a="http://schemas.openxmlformats.org/drawingml/2006/main">
          <a:graphicData uri="http://schemas.openxmlformats.org/drawingml/2006/table">
            <a:tbl>
              <a:tblPr/>
              <a:tblGrid>
                <a:gridCol w="4333875"/>
                <a:gridCol w="5238750"/>
                <a:gridCol w="4429125"/>
              </a:tblGrid>
              <a:tr h="746125">
                <a:tc>
                  <a:txBody>
                    <a:bodyPr/>
                    <a:lstStyle/>
                    <a:p>
                      <a:r>
                        <a:rPr sz="1950" b="1">
                          <a:solidFill>
                            <a:srgbClr val="FFFFFF"/>
                          </a:solidFill>
                          <a:latin typeface="Arial"/>
                          <a:ea typeface="Arial"/>
                          <a:cs typeface="Arial"/>
                        </a:rPr>
                        <a:t>Objet fourni au même client</a:t>
                      </a:r>
                    </a:p>
                  </a:txBody>
                  <a:tcPr marL="152400" marR="152400" marT="114300" marB="114300" anchor="ctr">
                    <a:lnL w="9525">
                      <a:solidFill>
                        <a:srgbClr val="CFD9DE"/>
                      </a:solidFill>
                    </a:lnL>
                    <a:lnR w="9525">
                      <a:solidFill>
                        <a:srgbClr val="CFD9DE"/>
                      </a:solidFill>
                    </a:lnR>
                    <a:lnT w="9525">
                      <a:solidFill>
                        <a:srgbClr val="CFD9DE"/>
                      </a:solidFill>
                    </a:lnT>
                    <a:lnB w="9525">
                      <a:solidFill>
                        <a:srgbClr val="CFD9DE"/>
                      </a:solidFill>
                    </a:lnB>
                    <a:solidFill>
                      <a:srgbClr val="182F44"/>
                    </a:solidFill>
                  </a:tcPr>
                </a:tc>
                <a:tc>
                  <a:txBody>
                    <a:bodyPr/>
                    <a:lstStyle/>
                    <a:p>
                      <a:r>
                        <a:rPr sz="1950" b="1">
                          <a:solidFill>
                            <a:srgbClr val="FFFFFF"/>
                          </a:solidFill>
                          <a:latin typeface="Arial"/>
                          <a:ea typeface="Arial"/>
                          <a:cs typeface="Arial"/>
                        </a:rPr>
                        <a:t>Comportement</a:t>
                      </a:r>
                    </a:p>
                  </a:txBody>
                  <a:tcPr marL="152400" marR="152400" marT="114300" marB="114300" anchor="ctr">
                    <a:lnR w="9525">
                      <a:solidFill>
                        <a:srgbClr val="CFD9DE"/>
                      </a:solidFill>
                    </a:lnR>
                    <a:lnT w="9525">
                      <a:solidFill>
                        <a:srgbClr val="CFD9DE"/>
                      </a:solidFill>
                    </a:lnT>
                    <a:lnB w="9525">
                      <a:solidFill>
                        <a:srgbClr val="CFD9DE"/>
                      </a:solidFill>
                    </a:lnB>
                    <a:solidFill>
                      <a:srgbClr val="182F44"/>
                    </a:solidFill>
                  </a:tcPr>
                </a:tc>
                <a:tc>
                  <a:txBody>
                    <a:bodyPr/>
                    <a:lstStyle/>
                    <a:p>
                      <a:r>
                        <a:rPr sz="1950" b="1">
                          <a:solidFill>
                            <a:srgbClr val="FFFFFF"/>
                          </a:solidFill>
                          <a:latin typeface="Arial"/>
                          <a:ea typeface="Arial"/>
                          <a:cs typeface="Arial"/>
                        </a:rPr>
                        <a:t>Respect du contrat</a:t>
                      </a:r>
                    </a:p>
                  </a:txBody>
                  <a:tcPr marL="152400" marR="152400" marT="114300" marB="114300" anchor="ctr">
                    <a:lnR w="9525">
                      <a:solidFill>
                        <a:srgbClr val="CFD9DE"/>
                      </a:solidFill>
                    </a:lnR>
                    <a:lnT w="9525">
                      <a:solidFill>
                        <a:srgbClr val="CFD9DE"/>
                      </a:solidFill>
                    </a:lnT>
                    <a:lnB w="9525">
                      <a:solidFill>
                        <a:srgbClr val="CFD9DE"/>
                      </a:solidFill>
                    </a:lnB>
                    <a:solidFill>
                      <a:srgbClr val="182F44"/>
                    </a:solidFill>
                  </a:tcPr>
                </a:tc>
              </a:tr>
              <a:tr h="746125">
                <a:tc>
                  <a:txBody>
                    <a:bodyPr/>
                    <a:lstStyle/>
                    <a:p>
                      <a:r>
                        <a:rPr sz="1950" b="0">
                          <a:solidFill>
                            <a:srgbClr val="182F44"/>
                          </a:solidFill>
                          <a:latin typeface="Arial"/>
                          <a:ea typeface="Arial"/>
                          <a:cs typeface="Arial"/>
                        </a:rPr>
                        <a:t>Stockage complet</a:t>
                      </a:r>
                    </a:p>
                  </a:txBody>
                  <a:tcPr marL="152400" marR="152400" marT="114300" marB="114300" anchor="ctr">
                    <a:lnL w="9525">
                      <a:solidFill>
                        <a:srgbClr val="CFD9DE"/>
                      </a:solidFill>
                    </a:lnL>
                    <a:lnR w="9525">
                      <a:solidFill>
                        <a:srgbClr val="CFD9DE"/>
                      </a:solidFill>
                    </a:lnR>
                    <a:lnB w="9525">
                      <a:solidFill>
                        <a:srgbClr val="CFD9DE"/>
                      </a:solidFill>
                    </a:lnB>
                    <a:solidFill>
                      <a:srgbClr val="FFFFFF"/>
                    </a:solidFill>
                  </a:tcPr>
                </a:tc>
                <a:tc>
                  <a:txBody>
                    <a:bodyPr/>
                    <a:lstStyle/>
                    <a:p>
                      <a:r>
                        <a:rPr sz="1950" b="0">
                          <a:solidFill>
                            <a:srgbClr val="182F44"/>
                          </a:solidFill>
                          <a:latin typeface="Arial"/>
                          <a:ea typeface="Arial"/>
                          <a:cs typeface="Arial"/>
                        </a:rPr>
                        <a:t>Sauvegarde dans les conditions prévues.</a:t>
                      </a:r>
                    </a:p>
                  </a:txBody>
                  <a:tcPr marL="152400" marR="152400" marT="114300" marB="114300" anchor="ctr">
                    <a:lnR w="9525">
                      <a:solidFill>
                        <a:srgbClr val="CFD9DE"/>
                      </a:solidFill>
                    </a:lnR>
                    <a:lnB w="9525">
                      <a:solidFill>
                        <a:srgbClr val="CFD9DE"/>
                      </a:solidFill>
                    </a:lnB>
                    <a:solidFill>
                      <a:srgbClr val="FFFFFF"/>
                    </a:solidFill>
                  </a:tcPr>
                </a:tc>
                <a:tc>
                  <a:txBody>
                    <a:bodyPr/>
                    <a:lstStyle/>
                    <a:p>
                      <a:r>
                        <a:rPr sz="1950" b="0">
                          <a:solidFill>
                            <a:srgbClr val="182F44"/>
                          </a:solidFill>
                          <a:latin typeface="Arial"/>
                          <a:ea typeface="Arial"/>
                          <a:cs typeface="Arial"/>
                        </a:rPr>
                        <a:t>Oui, si les autres garanties sont tenues.</a:t>
                      </a:r>
                    </a:p>
                  </a:txBody>
                  <a:tcPr marL="152400" marR="152400" marT="114300" marB="114300" anchor="ctr">
                    <a:lnR w="9525">
                      <a:solidFill>
                        <a:srgbClr val="CFD9DE"/>
                      </a:solidFill>
                    </a:lnR>
                    <a:lnB w="9525">
                      <a:solidFill>
                        <a:srgbClr val="CFD9DE"/>
                      </a:solidFill>
                    </a:lnB>
                    <a:solidFill>
                      <a:srgbClr val="FFFFFF"/>
                    </a:solidFill>
                  </a:tcPr>
                </a:tc>
              </a:tr>
              <a:tr h="746125">
                <a:tc>
                  <a:txBody>
                    <a:bodyPr/>
                    <a:lstStyle/>
                    <a:p>
                      <a:r>
                        <a:rPr sz="1950" b="0">
                          <a:solidFill>
                            <a:srgbClr val="182F44"/>
                          </a:solidFill>
                          <a:latin typeface="Arial"/>
                          <a:ea typeface="Arial"/>
                          <a:cs typeface="Arial"/>
                        </a:rPr>
                        <a:t>StockageLectureSeule</a:t>
                      </a:r>
                    </a:p>
                  </a:txBody>
                  <a:tcPr marL="152400" marR="152400" marT="114300" marB="114300" anchor="ctr">
                    <a:lnL w="9525">
                      <a:solidFill>
                        <a:srgbClr val="CFD9DE"/>
                      </a:solidFill>
                    </a:lnL>
                    <a:lnR w="9525">
                      <a:solidFill>
                        <a:srgbClr val="CFD9DE"/>
                      </a:solidFill>
                    </a:lnR>
                    <a:lnB w="9525">
                      <a:solidFill>
                        <a:srgbClr val="CFD9DE"/>
                      </a:solidFill>
                    </a:lnB>
                    <a:solidFill>
                      <a:srgbClr val="EFF4F6"/>
                    </a:solidFill>
                  </a:tcPr>
                </a:tc>
                <a:tc>
                  <a:txBody>
                    <a:bodyPr/>
                    <a:lstStyle/>
                    <a:p>
                      <a:r>
                        <a:rPr sz="1950" b="0">
                          <a:solidFill>
                            <a:srgbClr val="182F44"/>
                          </a:solidFill>
                          <a:latin typeface="Arial"/>
                          <a:ea typeface="Arial"/>
                          <a:cs typeface="Arial"/>
                        </a:rPr>
                        <a:t>Refus systématique de l’écriture.</a:t>
                      </a:r>
                    </a:p>
                  </a:txBody>
                  <a:tcPr marL="152400" marR="152400" marT="114300" marB="114300" anchor="ctr">
                    <a:lnR w="9525">
                      <a:solidFill>
                        <a:srgbClr val="CFD9DE"/>
                      </a:solidFill>
                    </a:lnR>
                    <a:lnB w="9525">
                      <a:solidFill>
                        <a:srgbClr val="CFD9DE"/>
                      </a:solidFill>
                    </a:lnB>
                    <a:solidFill>
                      <a:srgbClr val="EFF4F6"/>
                    </a:solidFill>
                  </a:tcPr>
                </a:tc>
                <a:tc>
                  <a:txBody>
                    <a:bodyPr/>
                    <a:lstStyle/>
                    <a:p>
                      <a:r>
                        <a:rPr sz="1950" b="0">
                          <a:solidFill>
                            <a:srgbClr val="182F44"/>
                          </a:solidFill>
                          <a:latin typeface="Arial"/>
                          <a:ea typeface="Arial"/>
                          <a:cs typeface="Arial"/>
                        </a:rPr>
                        <a:t>Non : une capacité promise a disparu.</a:t>
                      </a:r>
                    </a:p>
                  </a:txBody>
                  <a:tcPr marL="152400" marR="152400" marT="114300" marB="114300" anchor="ctr">
                    <a:lnR w="9525">
                      <a:solidFill>
                        <a:srgbClr val="CFD9DE"/>
                      </a:solidFill>
                    </a:lnR>
                    <a:lnB w="9525">
                      <a:solidFill>
                        <a:srgbClr val="CFD9DE"/>
                      </a:solidFill>
                    </a:lnB>
                    <a:solidFill>
                      <a:srgbClr val="EFF4F6"/>
                    </a:solidFill>
                  </a:tcPr>
                </a:tc>
              </a:tr>
            </a:tbl>
          </a:graphicData>
        </a:graphic>
      </p:graphicFrame>
      <p:sp>
        <p:nvSpPr>
          <p:cNvPr id="7" name="">
            <a:extLst xmlns:a="http://schemas.openxmlformats.org/drawingml/2006/main">
              <a:ext uri="{FF2B5EF4-FFF2-40B4-BE49-F238E27FC236}">
                <a16:creationId xmlns:a16="http://schemas.microsoft.com/office/drawing/2014/main" id="{F21ED9EB-4E4B-419F-8AD3-041A7706ED8C}"/>
              </a:ext>
            </a:extLst>
          </p:cNvPr>
          <p:cNvSpPr>
            <a:spLocks xmlns:a="http://schemas.openxmlformats.org/drawingml/2006/main" noGrp="1"/>
          </p:cNvSpPr>
          <p:nvPr/>
        </p:nvSpPr>
        <p:spPr>
          <a:xfrm xmlns:a="http://schemas.openxmlformats.org/drawingml/2006/main">
            <a:off x="619125" y="6715125"/>
            <a:ext cx="1381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F44"/>
                </a:solidFill>
                <a:latin typeface="Arial"/>
                <a:ea typeface="Arial"/>
                <a:cs typeface="Arial"/>
              </a:defRPr>
            </a:defPPr>
            <a:lvl1pPr algn="l">
              <a:defRPr sz="2100" b="0">
                <a:solidFill>
                  <a:srgbClr val="182F44"/>
                </a:solidFill>
                <a:latin typeface="Arial"/>
                <a:ea typeface="Arial"/>
                <a:cs typeface="Arial"/>
              </a:defRPr>
            </a:lvl1pPr>
            <a:lvl2pPr algn="l">
              <a:defRPr sz="2100" b="0">
                <a:solidFill>
                  <a:srgbClr val="182F44"/>
                </a:solidFill>
                <a:latin typeface="Arial"/>
                <a:ea typeface="Arial"/>
                <a:cs typeface="Arial"/>
              </a:defRPr>
            </a:lvl2pPr>
            <a:lvl3pPr algn="l">
              <a:defRPr sz="2100" b="0">
                <a:solidFill>
                  <a:srgbClr val="182F44"/>
                </a:solidFill>
                <a:latin typeface="Arial"/>
                <a:ea typeface="Arial"/>
                <a:cs typeface="Arial"/>
              </a:defRPr>
            </a:lvl3pPr>
            <a:lvl4pPr algn="l">
              <a:defRPr sz="2100" b="0">
                <a:solidFill>
                  <a:srgbClr val="182F44"/>
                </a:solidFill>
                <a:latin typeface="Arial"/>
                <a:ea typeface="Arial"/>
                <a:cs typeface="Arial"/>
              </a:defRPr>
            </a:lvl4pPr>
            <a:lvl5pPr algn="l">
              <a:defRPr sz="2100" b="0">
                <a:solidFill>
                  <a:srgbClr val="182F44"/>
                </a:solidFill>
                <a:latin typeface="Arial"/>
                <a:ea typeface="Arial"/>
                <a:cs typeface="Arial"/>
              </a:defRPr>
            </a:lvl5pPr>
            <a:lvl6pPr algn="l">
              <a:defRPr sz="2100" b="0">
                <a:solidFill>
                  <a:srgbClr val="182F44"/>
                </a:solidFill>
                <a:latin typeface="Arial"/>
                <a:ea typeface="Arial"/>
                <a:cs typeface="Arial"/>
              </a:defRPr>
            </a:lvl6pPr>
            <a:lvl7pPr algn="l">
              <a:defRPr sz="2100" b="0">
                <a:solidFill>
                  <a:srgbClr val="182F44"/>
                </a:solidFill>
                <a:latin typeface="Arial"/>
                <a:ea typeface="Arial"/>
                <a:cs typeface="Arial"/>
              </a:defRPr>
            </a:lvl7pPr>
            <a:lvl8pPr algn="l">
              <a:defRPr sz="2100" b="0">
                <a:solidFill>
                  <a:srgbClr val="182F44"/>
                </a:solidFill>
                <a:latin typeface="Arial"/>
                <a:ea typeface="Arial"/>
                <a:cs typeface="Arial"/>
              </a:defRPr>
            </a:lvl8pPr>
            <a:lvl9pPr algn="l">
              <a:defRPr sz="2100" b="0">
                <a:solidFill>
                  <a:srgbClr val="182F44"/>
                </a:solidFill>
                <a:latin typeface="Arial"/>
                <a:ea typeface="Arial"/>
                <a:cs typeface="Arial"/>
              </a:defRPr>
            </a:lvl9pPr>
          </a:lstStyle>
          <a:p xmlns:a="http://schemas.openxmlformats.org/drawingml/2006/main">
            <a:pPr algn="l">
              <a:defRPr sz="2100" b="0">
                <a:solidFill>
                  <a:srgbClr val="182F44"/>
                </a:solidFill>
                <a:latin typeface="Arial"/>
                <a:ea typeface="Arial"/>
                <a:cs typeface="Arial"/>
              </a:defRPr>
            </a:pPr>
            <a:r>
              <a:rPr sz="2100" b="0">
                <a:solidFill>
                  <a:srgbClr val="182F44"/>
                </a:solidFill>
                <a:latin typeface="Arial"/>
                <a:ea typeface="Arial"/>
                <a:cs typeface="Arial"/>
              </a:rPr>
              <a:t>Ajouter « si le stockage est en lecture seule » dans chaque client contourne le problème et propage la connaissance des variantes. Le type attendu ne suffit plus à exprimer le besoin.</a:t>
            </a:r>
          </a:p>
        </p:txBody>
      </p:sp>
    </p:spTree>
    <p:extLst>
      <p:ext uri="{BB962C8B-B14F-4D97-AF65-F5344CB8AC3E}">
        <p14:creationId xmlns:p14="http://schemas.microsoft.com/office/powerpoint/2010/main" val="1409413861"/>
      </p:ext>
    </p:extLst>
  </p:cSld>
</p:sld>
</file>

<file path=ppt/slides/slide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C6D6EF16-70B8-4FEC-9C7B-902EE4263EB8}"/>
              </a:ext>
            </a:extLst>
          </p:cNvPr>
          <p:cNvCxnSpPr>
            <a:stCxn xmlns:a="http://schemas.openxmlformats.org/drawingml/2006/main" id="13" idx="0"/>
            <a:endCxn xmlns:a="http://schemas.openxmlformats.org/drawingml/2006/main" id="8" idx="2"/>
          </p:cNvCxnSpPr>
          <p:nvPr/>
        </p:nvCxnSpPr>
        <p:spPr>
          <a:xfrm xmlns:a="http://schemas.openxmlformats.org/drawingml/2006/main" flipV="1">
            <a:off x="11601450" y="3143250"/>
            <a:ext cx="519113" cy="1619250"/>
          </a:xfrm>
          <a:prstGeom xmlns:a="http://schemas.openxmlformats.org/drawingml/2006/main" prst="bentConnector4">
            <a:avLst/>
          </a:prstGeom>
          <a:ln xmlns:a="http://schemas.openxmlformats.org/drawingml/2006/main" w="23813">
            <a:solidFill>
              <a:srgbClr val="176B91"/>
            </a:solidFill>
            <a:prstDash val="dash"/>
            <a:tailEnd type="arrow" w="med" len="med"/>
          </a:ln>
        </p:spPr>
      </p:cxnSp>
      <p:cxnSp>
        <p:nvCxnSpPr>
          <p:cNvPr id="11" name="">
            <a:extLst xmlns:a="http://schemas.openxmlformats.org/drawingml/2006/main">
              <a:ext uri="{FF2B5EF4-FFF2-40B4-BE49-F238E27FC236}">
                <a16:creationId xmlns:a16="http://schemas.microsoft.com/office/drawing/2014/main" id="{E408FE72-1812-4E55-9FB2-2D92C9910630}"/>
              </a:ext>
            </a:extLst>
          </p:cNvPr>
          <p:cNvCxnSpPr>
            <a:stCxn xmlns:a="http://schemas.openxmlformats.org/drawingml/2006/main" id="5" idx="3"/>
            <a:endCxn xmlns:a="http://schemas.openxmlformats.org/drawingml/2006/main" id="8" idx="1"/>
          </p:cNvCxnSpPr>
          <p:nvPr/>
        </p:nvCxnSpPr>
        <p:spPr>
          <a:xfrm xmlns:a="http://schemas.openxmlformats.org/drawingml/2006/main">
            <a:off x="5762625" y="2547938"/>
            <a:ext cx="3857625" cy="42863"/>
          </a:xfrm>
          <a:prstGeom xmlns:a="http://schemas.openxmlformats.org/drawingml/2006/main" prst="bentConnector4">
            <a:avLst/>
          </a:prstGeom>
          <a:ln xmlns:a="http://schemas.openxmlformats.org/drawingml/2006/main" w="23813">
            <a:solidFill>
              <a:srgbClr val="176B91"/>
            </a:solidFill>
            <a:prstDash val="solid"/>
            <a:tailEnd type="arrow" w="med" len="med"/>
          </a:ln>
        </p:spPr>
      </p:cxnSp>
      <p:sp>
        <p:nvSpPr>
          <p:cNvPr id="23" name="">
            <a:extLst xmlns:a="http://schemas.openxmlformats.org/drawingml/2006/main">
              <a:ext uri="{FF2B5EF4-FFF2-40B4-BE49-F238E27FC236}">
                <a16:creationId xmlns:a16="http://schemas.microsoft.com/office/drawing/2014/main" id="{DDB8C042-F716-4953-A0EF-A3DA4A26265E}"/>
              </a:ext>
            </a:extLst>
          </p:cNvPr>
          <p:cNvSpPr>
            <a:spLocks xmlns:a="http://schemas.openxmlformats.org/drawingml/2006/main" noGrp="1"/>
          </p:cNvSpPr>
          <p:nvPr/>
        </p:nvSpPr>
        <p:spPr>
          <a:xfrm xmlns:a="http://schemas.openxmlformats.org/drawingml/2006/main">
            <a:off x="619125" y="304800"/>
            <a:ext cx="1333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087F83"/>
                </a:solidFill>
                <a:latin typeface="Arial"/>
                <a:ea typeface="Arial"/>
                <a:cs typeface="Arial"/>
              </a:defRPr>
            </a:defPPr>
            <a:lvl1pPr algn="l">
              <a:defRPr sz="1350" b="1">
                <a:solidFill>
                  <a:srgbClr val="087F83"/>
                </a:solidFill>
                <a:latin typeface="Arial"/>
                <a:ea typeface="Arial"/>
                <a:cs typeface="Arial"/>
              </a:defRPr>
            </a:lvl1pPr>
            <a:lvl2pPr algn="l">
              <a:defRPr sz="1350" b="1">
                <a:solidFill>
                  <a:srgbClr val="087F83"/>
                </a:solidFill>
                <a:latin typeface="Arial"/>
                <a:ea typeface="Arial"/>
                <a:cs typeface="Arial"/>
              </a:defRPr>
            </a:lvl2pPr>
            <a:lvl3pPr algn="l">
              <a:defRPr sz="1350" b="1">
                <a:solidFill>
                  <a:srgbClr val="087F83"/>
                </a:solidFill>
                <a:latin typeface="Arial"/>
                <a:ea typeface="Arial"/>
                <a:cs typeface="Arial"/>
              </a:defRPr>
            </a:lvl3pPr>
            <a:lvl4pPr algn="l">
              <a:defRPr sz="1350" b="1">
                <a:solidFill>
                  <a:srgbClr val="087F83"/>
                </a:solidFill>
                <a:latin typeface="Arial"/>
                <a:ea typeface="Arial"/>
                <a:cs typeface="Arial"/>
              </a:defRPr>
            </a:lvl4pPr>
            <a:lvl5pPr algn="l">
              <a:defRPr sz="1350" b="1">
                <a:solidFill>
                  <a:srgbClr val="087F83"/>
                </a:solidFill>
                <a:latin typeface="Arial"/>
                <a:ea typeface="Arial"/>
                <a:cs typeface="Arial"/>
              </a:defRPr>
            </a:lvl5pPr>
            <a:lvl6pPr algn="l">
              <a:defRPr sz="1350" b="1">
                <a:solidFill>
                  <a:srgbClr val="087F83"/>
                </a:solidFill>
                <a:latin typeface="Arial"/>
                <a:ea typeface="Arial"/>
                <a:cs typeface="Arial"/>
              </a:defRPr>
            </a:lvl6pPr>
            <a:lvl7pPr algn="l">
              <a:defRPr sz="1350" b="1">
                <a:solidFill>
                  <a:srgbClr val="087F83"/>
                </a:solidFill>
                <a:latin typeface="Arial"/>
                <a:ea typeface="Arial"/>
                <a:cs typeface="Arial"/>
              </a:defRPr>
            </a:lvl7pPr>
            <a:lvl8pPr algn="l">
              <a:defRPr sz="1350" b="1">
                <a:solidFill>
                  <a:srgbClr val="087F83"/>
                </a:solidFill>
                <a:latin typeface="Arial"/>
                <a:ea typeface="Arial"/>
                <a:cs typeface="Arial"/>
              </a:defRPr>
            </a:lvl8pPr>
            <a:lvl9pPr algn="l">
              <a:defRPr sz="1350" b="1">
                <a:solidFill>
                  <a:srgbClr val="087F83"/>
                </a:solidFill>
                <a:latin typeface="Arial"/>
                <a:ea typeface="Arial"/>
                <a:cs typeface="Arial"/>
              </a:defRPr>
            </a:lvl9pPr>
          </a:lstStyle>
          <a:p xmlns:a="http://schemas.openxmlformats.org/drawingml/2006/main">
            <a:pPr algn="l">
              <a:defRPr sz="1350" b="1">
                <a:solidFill>
                  <a:srgbClr val="087F83"/>
                </a:solidFill>
                <a:latin typeface="Arial"/>
                <a:ea typeface="Arial"/>
                <a:cs typeface="Arial"/>
              </a:defRPr>
            </a:pPr>
            <a:r>
              <a:rPr sz="1350" b="1">
                <a:solidFill>
                  <a:srgbClr val="087F83"/>
                </a:solidFill>
                <a:latin typeface="Arial"/>
                <a:ea typeface="Arial"/>
                <a:cs typeface="Arial"/>
              </a:rPr>
              <a:t>LSP • CORRECTION DE LA HIÉRARCHIE</a:t>
            </a:r>
          </a:p>
        </p:txBody>
      </p:sp>
      <p:sp>
        <p:nvSpPr>
          <p:cNvPr id="2" name="">
            <a:extLst xmlns:a="http://schemas.openxmlformats.org/drawingml/2006/main">
              <a:ext uri="{FF2B5EF4-FFF2-40B4-BE49-F238E27FC236}">
                <a16:creationId xmlns:a16="http://schemas.microsoft.com/office/drawing/2014/main" id="{8CD03B53-CC61-40D1-BB37-78F82D466254}"/>
              </a:ext>
            </a:extLst>
          </p:cNvPr>
          <p:cNvSpPr>
            <a:spLocks xmlns:a="http://schemas.openxmlformats.org/drawingml/2006/main" noGrp="1"/>
          </p:cNvSpPr>
          <p:nvPr/>
        </p:nvSpPr>
        <p:spPr>
          <a:xfrm xmlns:a="http://schemas.openxmlformats.org/drawingml/2006/main">
            <a:off x="619125" y="723900"/>
            <a:ext cx="1390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82F44"/>
                </a:solidFill>
                <a:latin typeface="Arial"/>
                <a:ea typeface="Arial"/>
                <a:cs typeface="Arial"/>
              </a:defRPr>
            </a:defPPr>
            <a:lvl1pPr algn="l">
              <a:defRPr sz="3300" b="1">
                <a:solidFill>
                  <a:srgbClr val="182F44"/>
                </a:solidFill>
                <a:latin typeface="Arial"/>
                <a:ea typeface="Arial"/>
                <a:cs typeface="Arial"/>
              </a:defRPr>
            </a:lvl1pPr>
            <a:lvl2pPr algn="l">
              <a:defRPr sz="3300" b="1">
                <a:solidFill>
                  <a:srgbClr val="182F44"/>
                </a:solidFill>
                <a:latin typeface="Arial"/>
                <a:ea typeface="Arial"/>
                <a:cs typeface="Arial"/>
              </a:defRPr>
            </a:lvl2pPr>
            <a:lvl3pPr algn="l">
              <a:defRPr sz="3300" b="1">
                <a:solidFill>
                  <a:srgbClr val="182F44"/>
                </a:solidFill>
                <a:latin typeface="Arial"/>
                <a:ea typeface="Arial"/>
                <a:cs typeface="Arial"/>
              </a:defRPr>
            </a:lvl3pPr>
            <a:lvl4pPr algn="l">
              <a:defRPr sz="3300" b="1">
                <a:solidFill>
                  <a:srgbClr val="182F44"/>
                </a:solidFill>
                <a:latin typeface="Arial"/>
                <a:ea typeface="Arial"/>
                <a:cs typeface="Arial"/>
              </a:defRPr>
            </a:lvl4pPr>
            <a:lvl5pPr algn="l">
              <a:defRPr sz="3300" b="1">
                <a:solidFill>
                  <a:srgbClr val="182F44"/>
                </a:solidFill>
                <a:latin typeface="Arial"/>
                <a:ea typeface="Arial"/>
                <a:cs typeface="Arial"/>
              </a:defRPr>
            </a:lvl5pPr>
            <a:lvl6pPr algn="l">
              <a:defRPr sz="3300" b="1">
                <a:solidFill>
                  <a:srgbClr val="182F44"/>
                </a:solidFill>
                <a:latin typeface="Arial"/>
                <a:ea typeface="Arial"/>
                <a:cs typeface="Arial"/>
              </a:defRPr>
            </a:lvl6pPr>
            <a:lvl7pPr algn="l">
              <a:defRPr sz="3300" b="1">
                <a:solidFill>
                  <a:srgbClr val="182F44"/>
                </a:solidFill>
                <a:latin typeface="Arial"/>
                <a:ea typeface="Arial"/>
                <a:cs typeface="Arial"/>
              </a:defRPr>
            </a:lvl7pPr>
            <a:lvl8pPr algn="l">
              <a:defRPr sz="3300" b="1">
                <a:solidFill>
                  <a:srgbClr val="182F44"/>
                </a:solidFill>
                <a:latin typeface="Arial"/>
                <a:ea typeface="Arial"/>
                <a:cs typeface="Arial"/>
              </a:defRPr>
            </a:lvl8pPr>
            <a:lvl9pPr algn="l">
              <a:defRPr sz="3300" b="1">
                <a:solidFill>
                  <a:srgbClr val="182F44"/>
                </a:solidFill>
                <a:latin typeface="Arial"/>
                <a:ea typeface="Arial"/>
                <a:cs typeface="Arial"/>
              </a:defRPr>
            </a:lvl9pPr>
          </a:lstStyle>
          <a:p xmlns:a="http://schemas.openxmlformats.org/drawingml/2006/main">
            <a:pPr algn="l">
              <a:defRPr sz="3300" b="1">
                <a:solidFill>
                  <a:srgbClr val="182F44"/>
                </a:solidFill>
                <a:latin typeface="Arial"/>
                <a:ea typeface="Arial"/>
                <a:cs typeface="Arial"/>
              </a:defRPr>
            </a:pPr>
            <a:r>
              <a:rPr sz="3300" b="1">
                <a:solidFill>
                  <a:srgbClr val="182F44"/>
                </a:solidFill>
                <a:latin typeface="Arial"/>
                <a:ea typeface="Arial"/>
                <a:cs typeface="Arial"/>
              </a:rPr>
              <a:t>Des capacités explicites pour une substitution correcte</a:t>
            </a:r>
          </a:p>
        </p:txBody>
      </p:sp>
      <p:sp>
        <p:nvSpPr>
          <p:cNvPr id="3" name="">
            <a:extLst xmlns:a="http://schemas.openxmlformats.org/drawingml/2006/main">
              <a:ext uri="{FF2B5EF4-FFF2-40B4-BE49-F238E27FC236}">
                <a16:creationId xmlns:a16="http://schemas.microsoft.com/office/drawing/2014/main" id="{9935E7F5-41EA-4EFE-A81F-C896B267ADD8}"/>
              </a:ext>
            </a:extLst>
          </p:cNvPr>
          <p:cNvSpPr>
            <a:spLocks xmlns:a="http://schemas.openxmlformats.org/drawingml/2006/main" noGrp="1"/>
          </p:cNvSpPr>
          <p:nvPr/>
        </p:nvSpPr>
        <p:spPr>
          <a:xfrm xmlns:a="http://schemas.openxmlformats.org/drawingml/2006/main">
            <a:off x="619125" y="81438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516575"/>
                </a:solidFill>
                <a:latin typeface="Arial"/>
                <a:ea typeface="Arial"/>
                <a:cs typeface="Arial"/>
              </a:defRPr>
            </a:defPPr>
            <a:lvl1pPr algn="l">
              <a:defRPr sz="1275" b="0">
                <a:solidFill>
                  <a:srgbClr val="516575"/>
                </a:solidFill>
                <a:latin typeface="Arial"/>
                <a:ea typeface="Arial"/>
                <a:cs typeface="Arial"/>
              </a:defRPr>
            </a:lvl1pPr>
            <a:lvl2pPr algn="l">
              <a:defRPr sz="1275" b="0">
                <a:solidFill>
                  <a:srgbClr val="516575"/>
                </a:solidFill>
                <a:latin typeface="Arial"/>
                <a:ea typeface="Arial"/>
                <a:cs typeface="Arial"/>
              </a:defRPr>
            </a:lvl2pPr>
            <a:lvl3pPr algn="l">
              <a:defRPr sz="1275" b="0">
                <a:solidFill>
                  <a:srgbClr val="516575"/>
                </a:solidFill>
                <a:latin typeface="Arial"/>
                <a:ea typeface="Arial"/>
                <a:cs typeface="Arial"/>
              </a:defRPr>
            </a:lvl3pPr>
            <a:lvl4pPr algn="l">
              <a:defRPr sz="1275" b="0">
                <a:solidFill>
                  <a:srgbClr val="516575"/>
                </a:solidFill>
                <a:latin typeface="Arial"/>
                <a:ea typeface="Arial"/>
                <a:cs typeface="Arial"/>
              </a:defRPr>
            </a:lvl4pPr>
            <a:lvl5pPr algn="l">
              <a:defRPr sz="1275" b="0">
                <a:solidFill>
                  <a:srgbClr val="516575"/>
                </a:solidFill>
                <a:latin typeface="Arial"/>
                <a:ea typeface="Arial"/>
                <a:cs typeface="Arial"/>
              </a:defRPr>
            </a:lvl5pPr>
            <a:lvl6pPr algn="l">
              <a:defRPr sz="1275" b="0">
                <a:solidFill>
                  <a:srgbClr val="516575"/>
                </a:solidFill>
                <a:latin typeface="Arial"/>
                <a:ea typeface="Arial"/>
                <a:cs typeface="Arial"/>
              </a:defRPr>
            </a:lvl6pPr>
            <a:lvl7pPr algn="l">
              <a:defRPr sz="1275" b="0">
                <a:solidFill>
                  <a:srgbClr val="516575"/>
                </a:solidFill>
                <a:latin typeface="Arial"/>
                <a:ea typeface="Arial"/>
                <a:cs typeface="Arial"/>
              </a:defRPr>
            </a:lvl7pPr>
            <a:lvl8pPr algn="l">
              <a:defRPr sz="1275" b="0">
                <a:solidFill>
                  <a:srgbClr val="516575"/>
                </a:solidFill>
                <a:latin typeface="Arial"/>
                <a:ea typeface="Arial"/>
                <a:cs typeface="Arial"/>
              </a:defRPr>
            </a:lvl8pPr>
            <a:lvl9pPr algn="l">
              <a:defRPr sz="1275" b="0">
                <a:solidFill>
                  <a:srgbClr val="516575"/>
                </a:solidFill>
                <a:latin typeface="Arial"/>
                <a:ea typeface="Arial"/>
                <a:cs typeface="Arial"/>
              </a:defRPr>
            </a:lvl9pPr>
          </a:lstStyle>
          <a:p xmlns:a="http://schemas.openxmlformats.org/drawingml/2006/main">
            <a:pPr algn="l">
              <a:defRPr sz="1275" b="0">
                <a:solidFill>
                  <a:srgbClr val="516575"/>
                </a:solidFill>
                <a:latin typeface="Arial"/>
                <a:ea typeface="Arial"/>
                <a:cs typeface="Arial"/>
              </a:defRPr>
            </a:pPr>
            <a:r>
              <a:rPr sz="1275" b="0">
                <a:solidFill>
                  <a:srgbClr val="516575"/>
                </a:solidFill>
                <a:latin typeface="Arial"/>
                <a:ea typeface="Arial"/>
                <a:cs typeface="Arial"/>
              </a:rPr>
              <a:t>R304 • Qualité du développement</a:t>
            </a:r>
          </a:p>
        </p:txBody>
      </p:sp>
      <p:sp>
        <p:nvSpPr>
          <p:cNvPr id="4" name="">
            <a:extLst xmlns:a="http://schemas.openxmlformats.org/drawingml/2006/main">
              <a:ext uri="{FF2B5EF4-FFF2-40B4-BE49-F238E27FC236}">
                <a16:creationId xmlns:a16="http://schemas.microsoft.com/office/drawing/2014/main" id="{16F7F69F-0C37-4E82-8DD0-66E6C1635019}"/>
              </a:ext>
            </a:extLst>
          </p:cNvPr>
          <p:cNvSpPr>
            <a:spLocks xmlns:a="http://schemas.openxmlformats.org/drawingml/2006/main" noGrp="1"/>
          </p:cNvSpPr>
          <p:nvPr/>
        </p:nvSpPr>
        <p:spPr>
          <a:xfrm xmlns:a="http://schemas.openxmlformats.org/drawingml/2006/main">
            <a:off x="13335000" y="8143875"/>
            <a:ext cx="1285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575"/>
                </a:solidFill>
                <a:latin typeface="Arial"/>
                <a:ea typeface="Arial"/>
                <a:cs typeface="Arial"/>
              </a:defRPr>
            </a:defPPr>
            <a:lvl1pPr algn="r">
              <a:defRPr sz="1275" b="0">
                <a:solidFill>
                  <a:srgbClr val="516575"/>
                </a:solidFill>
                <a:latin typeface="Arial"/>
                <a:ea typeface="Arial"/>
                <a:cs typeface="Arial"/>
              </a:defRPr>
            </a:lvl1pPr>
            <a:lvl2pPr algn="r">
              <a:defRPr sz="1275" b="0">
                <a:solidFill>
                  <a:srgbClr val="516575"/>
                </a:solidFill>
                <a:latin typeface="Arial"/>
                <a:ea typeface="Arial"/>
                <a:cs typeface="Arial"/>
              </a:defRPr>
            </a:lvl2pPr>
            <a:lvl3pPr algn="r">
              <a:defRPr sz="1275" b="0">
                <a:solidFill>
                  <a:srgbClr val="516575"/>
                </a:solidFill>
                <a:latin typeface="Arial"/>
                <a:ea typeface="Arial"/>
                <a:cs typeface="Arial"/>
              </a:defRPr>
            </a:lvl3pPr>
            <a:lvl4pPr algn="r">
              <a:defRPr sz="1275" b="0">
                <a:solidFill>
                  <a:srgbClr val="516575"/>
                </a:solidFill>
                <a:latin typeface="Arial"/>
                <a:ea typeface="Arial"/>
                <a:cs typeface="Arial"/>
              </a:defRPr>
            </a:lvl4pPr>
            <a:lvl5pPr algn="r">
              <a:defRPr sz="1275" b="0">
                <a:solidFill>
                  <a:srgbClr val="516575"/>
                </a:solidFill>
                <a:latin typeface="Arial"/>
                <a:ea typeface="Arial"/>
                <a:cs typeface="Arial"/>
              </a:defRPr>
            </a:lvl5pPr>
            <a:lvl6pPr algn="r">
              <a:defRPr sz="1275" b="0">
                <a:solidFill>
                  <a:srgbClr val="516575"/>
                </a:solidFill>
                <a:latin typeface="Arial"/>
                <a:ea typeface="Arial"/>
                <a:cs typeface="Arial"/>
              </a:defRPr>
            </a:lvl6pPr>
            <a:lvl7pPr algn="r">
              <a:defRPr sz="1275" b="0">
                <a:solidFill>
                  <a:srgbClr val="516575"/>
                </a:solidFill>
                <a:latin typeface="Arial"/>
                <a:ea typeface="Arial"/>
                <a:cs typeface="Arial"/>
              </a:defRPr>
            </a:lvl7pPr>
            <a:lvl8pPr algn="r">
              <a:defRPr sz="1275" b="0">
                <a:solidFill>
                  <a:srgbClr val="516575"/>
                </a:solidFill>
                <a:latin typeface="Arial"/>
                <a:ea typeface="Arial"/>
                <a:cs typeface="Arial"/>
              </a:defRPr>
            </a:lvl8pPr>
            <a:lvl9pPr algn="r">
              <a:defRPr sz="1275" b="0">
                <a:solidFill>
                  <a:srgbClr val="516575"/>
                </a:solidFill>
                <a:latin typeface="Arial"/>
                <a:ea typeface="Arial"/>
                <a:cs typeface="Arial"/>
              </a:defRPr>
            </a:lvl9pPr>
          </a:lstStyle>
          <a:p xmlns:a="http://schemas.openxmlformats.org/drawingml/2006/main">
            <a:pPr algn="r">
              <a:defRPr sz="1275" b="0">
                <a:solidFill>
                  <a:srgbClr val="516575"/>
                </a:solidFill>
                <a:latin typeface="Arial"/>
                <a:ea typeface="Arial"/>
                <a:cs typeface="Arial"/>
              </a:defRPr>
            </a:pPr>
            <a:r>
              <a:rPr sz="1275" b="0">
                <a:solidFill>
                  <a:srgbClr val="516575"/>
                </a:solidFill>
                <a:latin typeface="Arial"/>
                <a:ea typeface="Arial"/>
                <a:cs typeface="Arial"/>
              </a:rPr>
              <a:t>05 / 16</a:t>
            </a:r>
          </a:p>
        </p:txBody>
      </p:sp>
      <p:sp>
        <p:nvSpPr>
          <p:cNvPr id="5" name="">
            <a:extLst xmlns:a="http://schemas.openxmlformats.org/drawingml/2006/main">
              <a:ext uri="{FF2B5EF4-FFF2-40B4-BE49-F238E27FC236}">
                <a16:creationId xmlns:a16="http://schemas.microsoft.com/office/drawing/2014/main" id="{D0384531-E758-4944-819B-328C13496FBF}"/>
              </a:ext>
            </a:extLst>
          </p:cNvPr>
          <p:cNvSpPr>
            <a:spLocks xmlns:a="http://schemas.openxmlformats.org/drawingml/2006/main" noGrp="1"/>
          </p:cNvSpPr>
          <p:nvPr/>
        </p:nvSpPr>
        <p:spPr>
          <a:xfrm xmlns:a="http://schemas.openxmlformats.org/drawingml/2006/main">
            <a:off x="619125" y="1952625"/>
            <a:ext cx="5143500" cy="1190625"/>
          </a:xfrm>
          <a:prstGeom xmlns:a="http://schemas.openxmlformats.org/drawingml/2006/main" prst="rect">
            <a:avLst/>
          </a:prstGeom>
          <a:solidFill xmlns:a="http://schemas.openxmlformats.org/drawingml/2006/main">
            <a:srgbClr val="FFF0DE"/>
          </a:solidFill>
          <a:ln xmlns:a="http://schemas.openxmlformats.org/drawingml/2006/main" w="14288">
            <a:solidFill>
              <a:srgbClr val="A84C0A"/>
            </a:solidFill>
          </a:ln>
        </p:spPr>
      </p:sp>
      <p:sp>
        <p:nvSpPr>
          <p:cNvPr id="6" name="">
            <a:extLst xmlns:a="http://schemas.openxmlformats.org/drawingml/2006/main">
              <a:ext uri="{FF2B5EF4-FFF2-40B4-BE49-F238E27FC236}">
                <a16:creationId xmlns:a16="http://schemas.microsoft.com/office/drawing/2014/main" id="{9E954713-1D70-450D-B0AB-7110B6A8AD2D}"/>
              </a:ext>
            </a:extLst>
          </p:cNvPr>
          <p:cNvSpPr>
            <a:spLocks xmlns:a="http://schemas.openxmlformats.org/drawingml/2006/main" noGrp="1"/>
          </p:cNvSpPr>
          <p:nvPr/>
        </p:nvSpPr>
        <p:spPr>
          <a:xfrm xmlns:a="http://schemas.openxmlformats.org/drawingml/2006/main">
            <a:off x="790575" y="2085975"/>
            <a:ext cx="4800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A84C0A"/>
                </a:solidFill>
                <a:latin typeface="Arial"/>
                <a:ea typeface="Arial"/>
                <a:cs typeface="Arial"/>
              </a:defRPr>
            </a:defPPr>
            <a:lvl1pPr algn="l">
              <a:defRPr sz="2025" b="1">
                <a:solidFill>
                  <a:srgbClr val="A84C0A"/>
                </a:solidFill>
                <a:latin typeface="Arial"/>
                <a:ea typeface="Arial"/>
                <a:cs typeface="Arial"/>
              </a:defRPr>
            </a:lvl1pPr>
            <a:lvl2pPr algn="l">
              <a:defRPr sz="2025" b="1">
                <a:solidFill>
                  <a:srgbClr val="A84C0A"/>
                </a:solidFill>
                <a:latin typeface="Arial"/>
                <a:ea typeface="Arial"/>
                <a:cs typeface="Arial"/>
              </a:defRPr>
            </a:lvl2pPr>
            <a:lvl3pPr algn="l">
              <a:defRPr sz="2025" b="1">
                <a:solidFill>
                  <a:srgbClr val="A84C0A"/>
                </a:solidFill>
                <a:latin typeface="Arial"/>
                <a:ea typeface="Arial"/>
                <a:cs typeface="Arial"/>
              </a:defRPr>
            </a:lvl3pPr>
            <a:lvl4pPr algn="l">
              <a:defRPr sz="2025" b="1">
                <a:solidFill>
                  <a:srgbClr val="A84C0A"/>
                </a:solidFill>
                <a:latin typeface="Arial"/>
                <a:ea typeface="Arial"/>
                <a:cs typeface="Arial"/>
              </a:defRPr>
            </a:lvl4pPr>
            <a:lvl5pPr algn="l">
              <a:defRPr sz="2025" b="1">
                <a:solidFill>
                  <a:srgbClr val="A84C0A"/>
                </a:solidFill>
                <a:latin typeface="Arial"/>
                <a:ea typeface="Arial"/>
                <a:cs typeface="Arial"/>
              </a:defRPr>
            </a:lvl5pPr>
            <a:lvl6pPr algn="l">
              <a:defRPr sz="2025" b="1">
                <a:solidFill>
                  <a:srgbClr val="A84C0A"/>
                </a:solidFill>
                <a:latin typeface="Arial"/>
                <a:ea typeface="Arial"/>
                <a:cs typeface="Arial"/>
              </a:defRPr>
            </a:lvl6pPr>
            <a:lvl7pPr algn="l">
              <a:defRPr sz="2025" b="1">
                <a:solidFill>
                  <a:srgbClr val="A84C0A"/>
                </a:solidFill>
                <a:latin typeface="Arial"/>
                <a:ea typeface="Arial"/>
                <a:cs typeface="Arial"/>
              </a:defRPr>
            </a:lvl7pPr>
            <a:lvl8pPr algn="l">
              <a:defRPr sz="2025" b="1">
                <a:solidFill>
                  <a:srgbClr val="A84C0A"/>
                </a:solidFill>
                <a:latin typeface="Arial"/>
                <a:ea typeface="Arial"/>
                <a:cs typeface="Arial"/>
              </a:defRPr>
            </a:lvl8pPr>
            <a:lvl9pPr algn="l">
              <a:defRPr sz="2025" b="1">
                <a:solidFill>
                  <a:srgbClr val="A84C0A"/>
                </a:solidFill>
                <a:latin typeface="Arial"/>
                <a:ea typeface="Arial"/>
                <a:cs typeface="Arial"/>
              </a:defRPr>
            </a:lvl9pPr>
          </a:lstStyle>
          <a:p xmlns:a="http://schemas.openxmlformats.org/drawingml/2006/main">
            <a:pPr algn="l">
              <a:defRPr sz="2025" b="1">
                <a:solidFill>
                  <a:srgbClr val="A84C0A"/>
                </a:solidFill>
                <a:latin typeface="Arial"/>
                <a:ea typeface="Arial"/>
                <a:cs typeface="Arial"/>
              </a:defRPr>
            </a:pPr>
            <a:r>
              <a:rPr sz="2025" b="1">
                <a:solidFill>
                  <a:srgbClr val="A84C0A"/>
                </a:solidFill>
                <a:latin typeface="Arial"/>
                <a:ea typeface="Arial"/>
                <a:cs typeface="Arial"/>
              </a:rPr>
              <a:t>ValiderCommande</a:t>
            </a:r>
          </a:p>
        </p:txBody>
      </p:sp>
      <p:sp>
        <p:nvSpPr>
          <p:cNvPr id="7" name="">
            <a:extLst xmlns:a="http://schemas.openxmlformats.org/drawingml/2006/main">
              <a:ext uri="{FF2B5EF4-FFF2-40B4-BE49-F238E27FC236}">
                <a16:creationId xmlns:a16="http://schemas.microsoft.com/office/drawing/2014/main" id="{AA10EC07-B60D-4F53-A862-84DBA88224D5}"/>
              </a:ext>
            </a:extLst>
          </p:cNvPr>
          <p:cNvSpPr>
            <a:spLocks xmlns:a="http://schemas.openxmlformats.org/drawingml/2006/main" noGrp="1"/>
          </p:cNvSpPr>
          <p:nvPr/>
        </p:nvSpPr>
        <p:spPr>
          <a:xfrm xmlns:a="http://schemas.openxmlformats.org/drawingml/2006/main">
            <a:off x="790575" y="2495550"/>
            <a:ext cx="4800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F44"/>
                </a:solidFill>
                <a:latin typeface="Arial"/>
                <a:ea typeface="Arial"/>
                <a:cs typeface="Arial"/>
              </a:defRPr>
            </a:defPPr>
            <a:lvl1pPr algn="l">
              <a:defRPr sz="1800" b="0">
                <a:solidFill>
                  <a:srgbClr val="182F44"/>
                </a:solidFill>
                <a:latin typeface="Arial"/>
                <a:ea typeface="Arial"/>
                <a:cs typeface="Arial"/>
              </a:defRPr>
            </a:lvl1pPr>
            <a:lvl2pPr algn="l">
              <a:defRPr sz="1800" b="0">
                <a:solidFill>
                  <a:srgbClr val="182F44"/>
                </a:solidFill>
                <a:latin typeface="Arial"/>
                <a:ea typeface="Arial"/>
                <a:cs typeface="Arial"/>
              </a:defRPr>
            </a:lvl2pPr>
            <a:lvl3pPr algn="l">
              <a:defRPr sz="1800" b="0">
                <a:solidFill>
                  <a:srgbClr val="182F44"/>
                </a:solidFill>
                <a:latin typeface="Arial"/>
                <a:ea typeface="Arial"/>
                <a:cs typeface="Arial"/>
              </a:defRPr>
            </a:lvl3pPr>
            <a:lvl4pPr algn="l">
              <a:defRPr sz="1800" b="0">
                <a:solidFill>
                  <a:srgbClr val="182F44"/>
                </a:solidFill>
                <a:latin typeface="Arial"/>
                <a:ea typeface="Arial"/>
                <a:cs typeface="Arial"/>
              </a:defRPr>
            </a:lvl4pPr>
            <a:lvl5pPr algn="l">
              <a:defRPr sz="1800" b="0">
                <a:solidFill>
                  <a:srgbClr val="182F44"/>
                </a:solidFill>
                <a:latin typeface="Arial"/>
                <a:ea typeface="Arial"/>
                <a:cs typeface="Arial"/>
              </a:defRPr>
            </a:lvl5pPr>
            <a:lvl6pPr algn="l">
              <a:defRPr sz="1800" b="0">
                <a:solidFill>
                  <a:srgbClr val="182F44"/>
                </a:solidFill>
                <a:latin typeface="Arial"/>
                <a:ea typeface="Arial"/>
                <a:cs typeface="Arial"/>
              </a:defRPr>
            </a:lvl6pPr>
            <a:lvl7pPr algn="l">
              <a:defRPr sz="1800" b="0">
                <a:solidFill>
                  <a:srgbClr val="182F44"/>
                </a:solidFill>
                <a:latin typeface="Arial"/>
                <a:ea typeface="Arial"/>
                <a:cs typeface="Arial"/>
              </a:defRPr>
            </a:lvl7pPr>
            <a:lvl8pPr algn="l">
              <a:defRPr sz="1800" b="0">
                <a:solidFill>
                  <a:srgbClr val="182F44"/>
                </a:solidFill>
                <a:latin typeface="Arial"/>
                <a:ea typeface="Arial"/>
                <a:cs typeface="Arial"/>
              </a:defRPr>
            </a:lvl8pPr>
            <a:lvl9pPr algn="l">
              <a:defRPr sz="1800" b="0">
                <a:solidFill>
                  <a:srgbClr val="182F44"/>
                </a:solidFill>
                <a:latin typeface="Arial"/>
                <a:ea typeface="Arial"/>
                <a:cs typeface="Arial"/>
              </a:defRPr>
            </a:lvl9pPr>
          </a:lstStyle>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Demande la capacité d’écriture</a:t>
            </a:r>
          </a:p>
        </p:txBody>
      </p:sp>
      <p:sp>
        <p:nvSpPr>
          <p:cNvPr id="8" name="">
            <a:extLst xmlns:a="http://schemas.openxmlformats.org/drawingml/2006/main">
              <a:ext uri="{FF2B5EF4-FFF2-40B4-BE49-F238E27FC236}">
                <a16:creationId xmlns:a16="http://schemas.microsoft.com/office/drawing/2014/main" id="{09C0CC92-01F9-4ACC-8085-9FDD59BF57CE}"/>
              </a:ext>
            </a:extLst>
          </p:cNvPr>
          <p:cNvSpPr>
            <a:spLocks xmlns:a="http://schemas.openxmlformats.org/drawingml/2006/main" noGrp="1"/>
          </p:cNvSpPr>
          <p:nvPr/>
        </p:nvSpPr>
        <p:spPr>
          <a:xfrm xmlns:a="http://schemas.openxmlformats.org/drawingml/2006/main">
            <a:off x="9620250" y="1952625"/>
            <a:ext cx="5000625" cy="1190625"/>
          </a:xfrm>
          <a:prstGeom xmlns:a="http://schemas.openxmlformats.org/drawingml/2006/main" prst="rect">
            <a:avLst/>
          </a:prstGeom>
          <a:solidFill xmlns:a="http://schemas.openxmlformats.org/drawingml/2006/main">
            <a:srgbClr val="E5F3EA"/>
          </a:solidFill>
          <a:ln xmlns:a="http://schemas.openxmlformats.org/drawingml/2006/main" w="14288">
            <a:solidFill>
              <a:srgbClr val="217046"/>
            </a:solidFill>
          </a:ln>
        </p:spPr>
      </p:sp>
      <p:sp>
        <p:nvSpPr>
          <p:cNvPr id="9" name="">
            <a:extLst xmlns:a="http://schemas.openxmlformats.org/drawingml/2006/main">
              <a:ext uri="{FF2B5EF4-FFF2-40B4-BE49-F238E27FC236}">
                <a16:creationId xmlns:a16="http://schemas.microsoft.com/office/drawing/2014/main" id="{B0CC1D09-23DF-44A1-8BAA-254061D96F62}"/>
              </a:ext>
            </a:extLst>
          </p:cNvPr>
          <p:cNvSpPr>
            <a:spLocks xmlns:a="http://schemas.openxmlformats.org/drawingml/2006/main" noGrp="1"/>
          </p:cNvSpPr>
          <p:nvPr/>
        </p:nvSpPr>
        <p:spPr>
          <a:xfrm xmlns:a="http://schemas.openxmlformats.org/drawingml/2006/main">
            <a:off x="9791700" y="2085975"/>
            <a:ext cx="4657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217046"/>
                </a:solidFill>
                <a:latin typeface="Arial"/>
                <a:ea typeface="Arial"/>
                <a:cs typeface="Arial"/>
              </a:defRPr>
            </a:defPPr>
            <a:lvl1pPr algn="l">
              <a:defRPr sz="2025" b="1">
                <a:solidFill>
                  <a:srgbClr val="217046"/>
                </a:solidFill>
                <a:latin typeface="Arial"/>
                <a:ea typeface="Arial"/>
                <a:cs typeface="Arial"/>
              </a:defRPr>
            </a:lvl1pPr>
            <a:lvl2pPr algn="l">
              <a:defRPr sz="2025" b="1">
                <a:solidFill>
                  <a:srgbClr val="217046"/>
                </a:solidFill>
                <a:latin typeface="Arial"/>
                <a:ea typeface="Arial"/>
                <a:cs typeface="Arial"/>
              </a:defRPr>
            </a:lvl2pPr>
            <a:lvl3pPr algn="l">
              <a:defRPr sz="2025" b="1">
                <a:solidFill>
                  <a:srgbClr val="217046"/>
                </a:solidFill>
                <a:latin typeface="Arial"/>
                <a:ea typeface="Arial"/>
                <a:cs typeface="Arial"/>
              </a:defRPr>
            </a:lvl3pPr>
            <a:lvl4pPr algn="l">
              <a:defRPr sz="2025" b="1">
                <a:solidFill>
                  <a:srgbClr val="217046"/>
                </a:solidFill>
                <a:latin typeface="Arial"/>
                <a:ea typeface="Arial"/>
                <a:cs typeface="Arial"/>
              </a:defRPr>
            </a:lvl4pPr>
            <a:lvl5pPr algn="l">
              <a:defRPr sz="2025" b="1">
                <a:solidFill>
                  <a:srgbClr val="217046"/>
                </a:solidFill>
                <a:latin typeface="Arial"/>
                <a:ea typeface="Arial"/>
                <a:cs typeface="Arial"/>
              </a:defRPr>
            </a:lvl5pPr>
            <a:lvl6pPr algn="l">
              <a:defRPr sz="2025" b="1">
                <a:solidFill>
                  <a:srgbClr val="217046"/>
                </a:solidFill>
                <a:latin typeface="Arial"/>
                <a:ea typeface="Arial"/>
                <a:cs typeface="Arial"/>
              </a:defRPr>
            </a:lvl6pPr>
            <a:lvl7pPr algn="l">
              <a:defRPr sz="2025" b="1">
                <a:solidFill>
                  <a:srgbClr val="217046"/>
                </a:solidFill>
                <a:latin typeface="Arial"/>
                <a:ea typeface="Arial"/>
                <a:cs typeface="Arial"/>
              </a:defRPr>
            </a:lvl7pPr>
            <a:lvl8pPr algn="l">
              <a:defRPr sz="2025" b="1">
                <a:solidFill>
                  <a:srgbClr val="217046"/>
                </a:solidFill>
                <a:latin typeface="Arial"/>
                <a:ea typeface="Arial"/>
                <a:cs typeface="Arial"/>
              </a:defRPr>
            </a:lvl8pPr>
            <a:lvl9pPr algn="l">
              <a:defRPr sz="2025" b="1">
                <a:solidFill>
                  <a:srgbClr val="217046"/>
                </a:solidFill>
                <a:latin typeface="Arial"/>
                <a:ea typeface="Arial"/>
                <a:cs typeface="Arial"/>
              </a:defRPr>
            </a:lvl9pPr>
          </a:lstStyle>
          <a:p xmlns:a="http://schemas.openxmlformats.org/drawingml/2006/main">
            <a:pPr algn="l">
              <a:defRPr sz="2025" b="1">
                <a:solidFill>
                  <a:srgbClr val="217046"/>
                </a:solidFill>
                <a:latin typeface="Arial"/>
                <a:ea typeface="Arial"/>
                <a:cs typeface="Arial"/>
              </a:defRPr>
            </a:pPr>
            <a:r>
              <a:rPr sz="2025" b="1">
                <a:solidFill>
                  <a:srgbClr val="217046"/>
                </a:solidFill>
                <a:latin typeface="Arial"/>
                <a:ea typeface="Arial"/>
                <a:cs typeface="Arial"/>
              </a:rPr>
              <a:t>IEcritureCommandes</a:t>
            </a:r>
          </a:p>
        </p:txBody>
      </p:sp>
      <p:sp>
        <p:nvSpPr>
          <p:cNvPr id="10" name="">
            <a:extLst xmlns:a="http://schemas.openxmlformats.org/drawingml/2006/main">
              <a:ext uri="{FF2B5EF4-FFF2-40B4-BE49-F238E27FC236}">
                <a16:creationId xmlns:a16="http://schemas.microsoft.com/office/drawing/2014/main" id="{5EF0AB62-DFF6-4BB6-8082-088D57A37E1D}"/>
              </a:ext>
            </a:extLst>
          </p:cNvPr>
          <p:cNvSpPr>
            <a:spLocks xmlns:a="http://schemas.openxmlformats.org/drawingml/2006/main" noGrp="1"/>
          </p:cNvSpPr>
          <p:nvPr/>
        </p:nvSpPr>
        <p:spPr>
          <a:xfrm xmlns:a="http://schemas.openxmlformats.org/drawingml/2006/main">
            <a:off x="9791700" y="2495550"/>
            <a:ext cx="46577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F44"/>
                </a:solidFill>
                <a:latin typeface="Arial"/>
                <a:ea typeface="Arial"/>
                <a:cs typeface="Arial"/>
              </a:defRPr>
            </a:defPPr>
            <a:lvl1pPr algn="l">
              <a:defRPr sz="1800" b="0">
                <a:solidFill>
                  <a:srgbClr val="182F44"/>
                </a:solidFill>
                <a:latin typeface="Arial"/>
                <a:ea typeface="Arial"/>
                <a:cs typeface="Arial"/>
              </a:defRPr>
            </a:lvl1pPr>
            <a:lvl2pPr algn="l">
              <a:defRPr sz="1800" b="0">
                <a:solidFill>
                  <a:srgbClr val="182F44"/>
                </a:solidFill>
                <a:latin typeface="Arial"/>
                <a:ea typeface="Arial"/>
                <a:cs typeface="Arial"/>
              </a:defRPr>
            </a:lvl2pPr>
            <a:lvl3pPr algn="l">
              <a:defRPr sz="1800" b="0">
                <a:solidFill>
                  <a:srgbClr val="182F44"/>
                </a:solidFill>
                <a:latin typeface="Arial"/>
                <a:ea typeface="Arial"/>
                <a:cs typeface="Arial"/>
              </a:defRPr>
            </a:lvl3pPr>
            <a:lvl4pPr algn="l">
              <a:defRPr sz="1800" b="0">
                <a:solidFill>
                  <a:srgbClr val="182F44"/>
                </a:solidFill>
                <a:latin typeface="Arial"/>
                <a:ea typeface="Arial"/>
                <a:cs typeface="Arial"/>
              </a:defRPr>
            </a:lvl4pPr>
            <a:lvl5pPr algn="l">
              <a:defRPr sz="1800" b="0">
                <a:solidFill>
                  <a:srgbClr val="182F44"/>
                </a:solidFill>
                <a:latin typeface="Arial"/>
                <a:ea typeface="Arial"/>
                <a:cs typeface="Arial"/>
              </a:defRPr>
            </a:lvl5pPr>
            <a:lvl6pPr algn="l">
              <a:defRPr sz="1800" b="0">
                <a:solidFill>
                  <a:srgbClr val="182F44"/>
                </a:solidFill>
                <a:latin typeface="Arial"/>
                <a:ea typeface="Arial"/>
                <a:cs typeface="Arial"/>
              </a:defRPr>
            </a:lvl6pPr>
            <a:lvl7pPr algn="l">
              <a:defRPr sz="1800" b="0">
                <a:solidFill>
                  <a:srgbClr val="182F44"/>
                </a:solidFill>
                <a:latin typeface="Arial"/>
                <a:ea typeface="Arial"/>
                <a:cs typeface="Arial"/>
              </a:defRPr>
            </a:lvl7pPr>
            <a:lvl8pPr algn="l">
              <a:defRPr sz="1800" b="0">
                <a:solidFill>
                  <a:srgbClr val="182F44"/>
                </a:solidFill>
                <a:latin typeface="Arial"/>
                <a:ea typeface="Arial"/>
                <a:cs typeface="Arial"/>
              </a:defRPr>
            </a:lvl8pPr>
            <a:lvl9pPr algn="l">
              <a:defRPr sz="1800" b="0">
                <a:solidFill>
                  <a:srgbClr val="182F44"/>
                </a:solidFill>
                <a:latin typeface="Arial"/>
                <a:ea typeface="Arial"/>
                <a:cs typeface="Arial"/>
              </a:defRPr>
            </a:lvl9pPr>
          </a:lstStyle>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Enregistrer(commande)</a:t>
            </a:r>
          </a:p>
        </p:txBody>
      </p:sp>
      <p:sp>
        <p:nvSpPr>
          <p:cNvPr id="12" name="">
            <a:extLst xmlns:a="http://schemas.openxmlformats.org/drawingml/2006/main">
              <a:ext uri="{FF2B5EF4-FFF2-40B4-BE49-F238E27FC236}">
                <a16:creationId xmlns:a16="http://schemas.microsoft.com/office/drawing/2014/main" id="{75197B0F-9AC2-468A-B5F5-0A04BCCAD95C}"/>
              </a:ext>
            </a:extLst>
          </p:cNvPr>
          <p:cNvSpPr>
            <a:spLocks xmlns:a="http://schemas.openxmlformats.org/drawingml/2006/main" noGrp="1"/>
          </p:cNvSpPr>
          <p:nvPr/>
        </p:nvSpPr>
        <p:spPr>
          <a:xfrm xmlns:a="http://schemas.openxmlformats.org/drawingml/2006/main">
            <a:off x="7048500" y="2143125"/>
            <a:ext cx="180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76B91"/>
                </a:solidFill>
                <a:latin typeface="Arial"/>
                <a:ea typeface="Arial"/>
                <a:cs typeface="Arial"/>
              </a:defRPr>
            </a:defPPr>
            <a:lvl1pPr algn="l">
              <a:defRPr sz="1800" b="0">
                <a:solidFill>
                  <a:srgbClr val="176B91"/>
                </a:solidFill>
                <a:latin typeface="Arial"/>
                <a:ea typeface="Arial"/>
                <a:cs typeface="Arial"/>
              </a:defRPr>
            </a:lvl1pPr>
            <a:lvl2pPr algn="l">
              <a:defRPr sz="1800" b="0">
                <a:solidFill>
                  <a:srgbClr val="176B91"/>
                </a:solidFill>
                <a:latin typeface="Arial"/>
                <a:ea typeface="Arial"/>
                <a:cs typeface="Arial"/>
              </a:defRPr>
            </a:lvl2pPr>
            <a:lvl3pPr algn="l">
              <a:defRPr sz="1800" b="0">
                <a:solidFill>
                  <a:srgbClr val="176B91"/>
                </a:solidFill>
                <a:latin typeface="Arial"/>
                <a:ea typeface="Arial"/>
                <a:cs typeface="Arial"/>
              </a:defRPr>
            </a:lvl3pPr>
            <a:lvl4pPr algn="l">
              <a:defRPr sz="1800" b="0">
                <a:solidFill>
                  <a:srgbClr val="176B91"/>
                </a:solidFill>
                <a:latin typeface="Arial"/>
                <a:ea typeface="Arial"/>
                <a:cs typeface="Arial"/>
              </a:defRPr>
            </a:lvl4pPr>
            <a:lvl5pPr algn="l">
              <a:defRPr sz="1800" b="0">
                <a:solidFill>
                  <a:srgbClr val="176B91"/>
                </a:solidFill>
                <a:latin typeface="Arial"/>
                <a:ea typeface="Arial"/>
                <a:cs typeface="Arial"/>
              </a:defRPr>
            </a:lvl5pPr>
            <a:lvl6pPr algn="l">
              <a:defRPr sz="1800" b="0">
                <a:solidFill>
                  <a:srgbClr val="176B91"/>
                </a:solidFill>
                <a:latin typeface="Arial"/>
                <a:ea typeface="Arial"/>
                <a:cs typeface="Arial"/>
              </a:defRPr>
            </a:lvl6pPr>
            <a:lvl7pPr algn="l">
              <a:defRPr sz="1800" b="0">
                <a:solidFill>
                  <a:srgbClr val="176B91"/>
                </a:solidFill>
                <a:latin typeface="Arial"/>
                <a:ea typeface="Arial"/>
                <a:cs typeface="Arial"/>
              </a:defRPr>
            </a:lvl7pPr>
            <a:lvl8pPr algn="l">
              <a:defRPr sz="1800" b="0">
                <a:solidFill>
                  <a:srgbClr val="176B91"/>
                </a:solidFill>
                <a:latin typeface="Arial"/>
                <a:ea typeface="Arial"/>
                <a:cs typeface="Arial"/>
              </a:defRPr>
            </a:lvl8pPr>
            <a:lvl9pPr algn="l">
              <a:defRPr sz="1800" b="0">
                <a:solidFill>
                  <a:srgbClr val="176B91"/>
                </a:solidFill>
                <a:latin typeface="Arial"/>
                <a:ea typeface="Arial"/>
                <a:cs typeface="Arial"/>
              </a:defRPr>
            </a:lvl9pPr>
          </a:lstStyle>
          <a:p xmlns:a="http://schemas.openxmlformats.org/drawingml/2006/main">
            <a:pPr algn="l">
              <a:defRPr sz="1800" b="0">
                <a:solidFill>
                  <a:srgbClr val="176B91"/>
                </a:solidFill>
                <a:latin typeface="Arial"/>
                <a:ea typeface="Arial"/>
                <a:cs typeface="Arial"/>
              </a:defRPr>
            </a:pPr>
            <a:r>
              <a:rPr sz="1800" b="0">
                <a:solidFill>
                  <a:srgbClr val="176B91"/>
                </a:solidFill>
                <a:latin typeface="Arial"/>
                <a:ea typeface="Arial"/>
                <a:cs typeface="Arial"/>
              </a:rPr>
              <a:t>utilise</a:t>
            </a:r>
          </a:p>
        </p:txBody>
      </p:sp>
      <p:sp>
        <p:nvSpPr>
          <p:cNvPr id="13" name="">
            <a:extLst xmlns:a="http://schemas.openxmlformats.org/drawingml/2006/main">
              <a:ext uri="{FF2B5EF4-FFF2-40B4-BE49-F238E27FC236}">
                <a16:creationId xmlns:a16="http://schemas.microsoft.com/office/drawing/2014/main" id="{B4771D7E-EFC7-4279-BAAE-7FE0AD8F731E}"/>
              </a:ext>
            </a:extLst>
          </p:cNvPr>
          <p:cNvSpPr>
            <a:spLocks xmlns:a="http://schemas.openxmlformats.org/drawingml/2006/main" noGrp="1"/>
          </p:cNvSpPr>
          <p:nvPr/>
        </p:nvSpPr>
        <p:spPr>
          <a:xfrm xmlns:a="http://schemas.openxmlformats.org/drawingml/2006/main">
            <a:off x="9620250" y="4762500"/>
            <a:ext cx="5000625" cy="1190625"/>
          </a:xfrm>
          <a:prstGeom xmlns:a="http://schemas.openxmlformats.org/drawingml/2006/main" prst="rect">
            <a:avLst/>
          </a:prstGeom>
          <a:solidFill xmlns:a="http://schemas.openxmlformats.org/drawingml/2006/main">
            <a:srgbClr val="E8EDF0"/>
          </a:solidFill>
          <a:ln xmlns:a="http://schemas.openxmlformats.org/drawingml/2006/main" w="14288">
            <a:solidFill>
              <a:srgbClr val="B9C7CF"/>
            </a:solidFill>
          </a:ln>
        </p:spPr>
      </p:sp>
      <p:sp>
        <p:nvSpPr>
          <p:cNvPr id="14" name="">
            <a:extLst xmlns:a="http://schemas.openxmlformats.org/drawingml/2006/main">
              <a:ext uri="{FF2B5EF4-FFF2-40B4-BE49-F238E27FC236}">
                <a16:creationId xmlns:a16="http://schemas.microsoft.com/office/drawing/2014/main" id="{C9A99940-E766-4EB1-92F4-0FF44435D1FB}"/>
              </a:ext>
            </a:extLst>
          </p:cNvPr>
          <p:cNvSpPr>
            <a:spLocks xmlns:a="http://schemas.openxmlformats.org/drawingml/2006/main" noGrp="1"/>
          </p:cNvSpPr>
          <p:nvPr/>
        </p:nvSpPr>
        <p:spPr>
          <a:xfrm xmlns:a="http://schemas.openxmlformats.org/drawingml/2006/main">
            <a:off x="9791700" y="4895850"/>
            <a:ext cx="4657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182F44"/>
                </a:solidFill>
                <a:latin typeface="Arial"/>
                <a:ea typeface="Arial"/>
                <a:cs typeface="Arial"/>
              </a:defRPr>
            </a:defPPr>
            <a:lvl1pPr algn="l">
              <a:defRPr sz="2025" b="1">
                <a:solidFill>
                  <a:srgbClr val="182F44"/>
                </a:solidFill>
                <a:latin typeface="Arial"/>
                <a:ea typeface="Arial"/>
                <a:cs typeface="Arial"/>
              </a:defRPr>
            </a:lvl1pPr>
            <a:lvl2pPr algn="l">
              <a:defRPr sz="2025" b="1">
                <a:solidFill>
                  <a:srgbClr val="182F44"/>
                </a:solidFill>
                <a:latin typeface="Arial"/>
                <a:ea typeface="Arial"/>
                <a:cs typeface="Arial"/>
              </a:defRPr>
            </a:lvl2pPr>
            <a:lvl3pPr algn="l">
              <a:defRPr sz="2025" b="1">
                <a:solidFill>
                  <a:srgbClr val="182F44"/>
                </a:solidFill>
                <a:latin typeface="Arial"/>
                <a:ea typeface="Arial"/>
                <a:cs typeface="Arial"/>
              </a:defRPr>
            </a:lvl3pPr>
            <a:lvl4pPr algn="l">
              <a:defRPr sz="2025" b="1">
                <a:solidFill>
                  <a:srgbClr val="182F44"/>
                </a:solidFill>
                <a:latin typeface="Arial"/>
                <a:ea typeface="Arial"/>
                <a:cs typeface="Arial"/>
              </a:defRPr>
            </a:lvl4pPr>
            <a:lvl5pPr algn="l">
              <a:defRPr sz="2025" b="1">
                <a:solidFill>
                  <a:srgbClr val="182F44"/>
                </a:solidFill>
                <a:latin typeface="Arial"/>
                <a:ea typeface="Arial"/>
                <a:cs typeface="Arial"/>
              </a:defRPr>
            </a:lvl5pPr>
            <a:lvl6pPr algn="l">
              <a:defRPr sz="2025" b="1">
                <a:solidFill>
                  <a:srgbClr val="182F44"/>
                </a:solidFill>
                <a:latin typeface="Arial"/>
                <a:ea typeface="Arial"/>
                <a:cs typeface="Arial"/>
              </a:defRPr>
            </a:lvl6pPr>
            <a:lvl7pPr algn="l">
              <a:defRPr sz="2025" b="1">
                <a:solidFill>
                  <a:srgbClr val="182F44"/>
                </a:solidFill>
                <a:latin typeface="Arial"/>
                <a:ea typeface="Arial"/>
                <a:cs typeface="Arial"/>
              </a:defRPr>
            </a:lvl7pPr>
            <a:lvl8pPr algn="l">
              <a:defRPr sz="2025" b="1">
                <a:solidFill>
                  <a:srgbClr val="182F44"/>
                </a:solidFill>
                <a:latin typeface="Arial"/>
                <a:ea typeface="Arial"/>
                <a:cs typeface="Arial"/>
              </a:defRPr>
            </a:lvl8pPr>
            <a:lvl9pPr algn="l">
              <a:defRPr sz="2025" b="1">
                <a:solidFill>
                  <a:srgbClr val="182F44"/>
                </a:solidFill>
                <a:latin typeface="Arial"/>
                <a:ea typeface="Arial"/>
                <a:cs typeface="Arial"/>
              </a:defRPr>
            </a:lvl9pPr>
          </a:lstStyle>
          <a:p xmlns:a="http://schemas.openxmlformats.org/drawingml/2006/main">
            <a:pPr algn="l">
              <a:defRPr sz="2025" b="1">
                <a:solidFill>
                  <a:srgbClr val="182F44"/>
                </a:solidFill>
                <a:latin typeface="Arial"/>
                <a:ea typeface="Arial"/>
                <a:cs typeface="Arial"/>
              </a:defRPr>
            </a:pPr>
            <a:r>
              <a:rPr sz="2025" b="1">
                <a:solidFill>
                  <a:srgbClr val="182F44"/>
                </a:solidFill>
                <a:latin typeface="Arial"/>
                <a:ea typeface="Arial"/>
                <a:cs typeface="Arial"/>
              </a:rPr>
              <a:t>StockageComplet</a:t>
            </a:r>
          </a:p>
        </p:txBody>
      </p:sp>
      <p:sp>
        <p:nvSpPr>
          <p:cNvPr id="15" name="">
            <a:extLst xmlns:a="http://schemas.openxmlformats.org/drawingml/2006/main">
              <a:ext uri="{FF2B5EF4-FFF2-40B4-BE49-F238E27FC236}">
                <a16:creationId xmlns:a16="http://schemas.microsoft.com/office/drawing/2014/main" id="{EDBC506E-DAF1-4A2D-BCF4-1195E02D69FE}"/>
              </a:ext>
            </a:extLst>
          </p:cNvPr>
          <p:cNvSpPr>
            <a:spLocks xmlns:a="http://schemas.openxmlformats.org/drawingml/2006/main" noGrp="1"/>
          </p:cNvSpPr>
          <p:nvPr/>
        </p:nvSpPr>
        <p:spPr>
          <a:xfrm xmlns:a="http://schemas.openxmlformats.org/drawingml/2006/main">
            <a:off x="9791700" y="5305425"/>
            <a:ext cx="46577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F44"/>
                </a:solidFill>
                <a:latin typeface="Arial"/>
                <a:ea typeface="Arial"/>
                <a:cs typeface="Arial"/>
              </a:defRPr>
            </a:defPPr>
            <a:lvl1pPr algn="l">
              <a:defRPr sz="1800" b="0">
                <a:solidFill>
                  <a:srgbClr val="182F44"/>
                </a:solidFill>
                <a:latin typeface="Arial"/>
                <a:ea typeface="Arial"/>
                <a:cs typeface="Arial"/>
              </a:defRPr>
            </a:lvl1pPr>
            <a:lvl2pPr algn="l">
              <a:defRPr sz="1800" b="0">
                <a:solidFill>
                  <a:srgbClr val="182F44"/>
                </a:solidFill>
                <a:latin typeface="Arial"/>
                <a:ea typeface="Arial"/>
                <a:cs typeface="Arial"/>
              </a:defRPr>
            </a:lvl2pPr>
            <a:lvl3pPr algn="l">
              <a:defRPr sz="1800" b="0">
                <a:solidFill>
                  <a:srgbClr val="182F44"/>
                </a:solidFill>
                <a:latin typeface="Arial"/>
                <a:ea typeface="Arial"/>
                <a:cs typeface="Arial"/>
              </a:defRPr>
            </a:lvl3pPr>
            <a:lvl4pPr algn="l">
              <a:defRPr sz="1800" b="0">
                <a:solidFill>
                  <a:srgbClr val="182F44"/>
                </a:solidFill>
                <a:latin typeface="Arial"/>
                <a:ea typeface="Arial"/>
                <a:cs typeface="Arial"/>
              </a:defRPr>
            </a:lvl4pPr>
            <a:lvl5pPr algn="l">
              <a:defRPr sz="1800" b="0">
                <a:solidFill>
                  <a:srgbClr val="182F44"/>
                </a:solidFill>
                <a:latin typeface="Arial"/>
                <a:ea typeface="Arial"/>
                <a:cs typeface="Arial"/>
              </a:defRPr>
            </a:lvl5pPr>
            <a:lvl6pPr algn="l">
              <a:defRPr sz="1800" b="0">
                <a:solidFill>
                  <a:srgbClr val="182F44"/>
                </a:solidFill>
                <a:latin typeface="Arial"/>
                <a:ea typeface="Arial"/>
                <a:cs typeface="Arial"/>
              </a:defRPr>
            </a:lvl6pPr>
            <a:lvl7pPr algn="l">
              <a:defRPr sz="1800" b="0">
                <a:solidFill>
                  <a:srgbClr val="182F44"/>
                </a:solidFill>
                <a:latin typeface="Arial"/>
                <a:ea typeface="Arial"/>
                <a:cs typeface="Arial"/>
              </a:defRPr>
            </a:lvl7pPr>
            <a:lvl8pPr algn="l">
              <a:defRPr sz="1800" b="0">
                <a:solidFill>
                  <a:srgbClr val="182F44"/>
                </a:solidFill>
                <a:latin typeface="Arial"/>
                <a:ea typeface="Arial"/>
                <a:cs typeface="Arial"/>
              </a:defRPr>
            </a:lvl8pPr>
            <a:lvl9pPr algn="l">
              <a:defRPr sz="1800" b="0">
                <a:solidFill>
                  <a:srgbClr val="182F44"/>
                </a:solidFill>
                <a:latin typeface="Arial"/>
                <a:ea typeface="Arial"/>
                <a:cs typeface="Arial"/>
              </a:defRPr>
            </a:lvl9pPr>
          </a:lstStyle>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Implémente lecture et écriture</a:t>
            </a:r>
          </a:p>
        </p:txBody>
      </p:sp>
      <p:sp>
        <p:nvSpPr>
          <p:cNvPr id="17" name="">
            <a:extLst xmlns:a="http://schemas.openxmlformats.org/drawingml/2006/main">
              <a:ext uri="{FF2B5EF4-FFF2-40B4-BE49-F238E27FC236}">
                <a16:creationId xmlns:a16="http://schemas.microsoft.com/office/drawing/2014/main" id="{92331045-C811-4168-99E7-6AEF7971B9DE}"/>
              </a:ext>
            </a:extLst>
          </p:cNvPr>
          <p:cNvSpPr>
            <a:spLocks xmlns:a="http://schemas.openxmlformats.org/drawingml/2006/main" noGrp="1"/>
          </p:cNvSpPr>
          <p:nvPr/>
        </p:nvSpPr>
        <p:spPr>
          <a:xfrm xmlns:a="http://schemas.openxmlformats.org/drawingml/2006/main">
            <a:off x="11715750" y="3838575"/>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76B91"/>
                </a:solidFill>
                <a:latin typeface="Arial"/>
                <a:ea typeface="Arial"/>
                <a:cs typeface="Arial"/>
              </a:defRPr>
            </a:defPPr>
            <a:lvl1pPr algn="l">
              <a:defRPr sz="1800" b="0">
                <a:solidFill>
                  <a:srgbClr val="176B91"/>
                </a:solidFill>
                <a:latin typeface="Arial"/>
                <a:ea typeface="Arial"/>
                <a:cs typeface="Arial"/>
              </a:defRPr>
            </a:lvl1pPr>
            <a:lvl2pPr algn="l">
              <a:defRPr sz="1800" b="0">
                <a:solidFill>
                  <a:srgbClr val="176B91"/>
                </a:solidFill>
                <a:latin typeface="Arial"/>
                <a:ea typeface="Arial"/>
                <a:cs typeface="Arial"/>
              </a:defRPr>
            </a:lvl2pPr>
            <a:lvl3pPr algn="l">
              <a:defRPr sz="1800" b="0">
                <a:solidFill>
                  <a:srgbClr val="176B91"/>
                </a:solidFill>
                <a:latin typeface="Arial"/>
                <a:ea typeface="Arial"/>
                <a:cs typeface="Arial"/>
              </a:defRPr>
            </a:lvl3pPr>
            <a:lvl4pPr algn="l">
              <a:defRPr sz="1800" b="0">
                <a:solidFill>
                  <a:srgbClr val="176B91"/>
                </a:solidFill>
                <a:latin typeface="Arial"/>
                <a:ea typeface="Arial"/>
                <a:cs typeface="Arial"/>
              </a:defRPr>
            </a:lvl4pPr>
            <a:lvl5pPr algn="l">
              <a:defRPr sz="1800" b="0">
                <a:solidFill>
                  <a:srgbClr val="176B91"/>
                </a:solidFill>
                <a:latin typeface="Arial"/>
                <a:ea typeface="Arial"/>
                <a:cs typeface="Arial"/>
              </a:defRPr>
            </a:lvl5pPr>
            <a:lvl6pPr algn="l">
              <a:defRPr sz="1800" b="0">
                <a:solidFill>
                  <a:srgbClr val="176B91"/>
                </a:solidFill>
                <a:latin typeface="Arial"/>
                <a:ea typeface="Arial"/>
                <a:cs typeface="Arial"/>
              </a:defRPr>
            </a:lvl6pPr>
            <a:lvl7pPr algn="l">
              <a:defRPr sz="1800" b="0">
                <a:solidFill>
                  <a:srgbClr val="176B91"/>
                </a:solidFill>
                <a:latin typeface="Arial"/>
                <a:ea typeface="Arial"/>
                <a:cs typeface="Arial"/>
              </a:defRPr>
            </a:lvl7pPr>
            <a:lvl8pPr algn="l">
              <a:defRPr sz="1800" b="0">
                <a:solidFill>
                  <a:srgbClr val="176B91"/>
                </a:solidFill>
                <a:latin typeface="Arial"/>
                <a:ea typeface="Arial"/>
                <a:cs typeface="Arial"/>
              </a:defRPr>
            </a:lvl8pPr>
            <a:lvl9pPr algn="l">
              <a:defRPr sz="1800" b="0">
                <a:solidFill>
                  <a:srgbClr val="176B91"/>
                </a:solidFill>
                <a:latin typeface="Arial"/>
                <a:ea typeface="Arial"/>
                <a:cs typeface="Arial"/>
              </a:defRPr>
            </a:lvl9pPr>
          </a:lstStyle>
          <a:p xmlns:a="http://schemas.openxmlformats.org/drawingml/2006/main">
            <a:pPr algn="l">
              <a:defRPr sz="1800" b="0">
                <a:solidFill>
                  <a:srgbClr val="176B91"/>
                </a:solidFill>
                <a:latin typeface="Arial"/>
                <a:ea typeface="Arial"/>
                <a:cs typeface="Arial"/>
              </a:defRPr>
            </a:pPr>
            <a:r>
              <a:rPr sz="1800" b="0">
                <a:solidFill>
                  <a:srgbClr val="176B91"/>
                </a:solidFill>
                <a:latin typeface="Arial"/>
                <a:ea typeface="Arial"/>
                <a:cs typeface="Arial"/>
              </a:rPr>
              <a:t>implémente</a:t>
            </a:r>
          </a:p>
        </p:txBody>
      </p:sp>
      <p:sp>
        <p:nvSpPr>
          <p:cNvPr id="18" name="">
            <a:extLst xmlns:a="http://schemas.openxmlformats.org/drawingml/2006/main">
              <a:ext uri="{FF2B5EF4-FFF2-40B4-BE49-F238E27FC236}">
                <a16:creationId xmlns:a16="http://schemas.microsoft.com/office/drawing/2014/main" id="{629C32DD-03CD-4873-A25C-85B4359B1BD1}"/>
              </a:ext>
            </a:extLst>
          </p:cNvPr>
          <p:cNvSpPr>
            <a:spLocks xmlns:a="http://schemas.openxmlformats.org/drawingml/2006/main" noGrp="1"/>
          </p:cNvSpPr>
          <p:nvPr/>
        </p:nvSpPr>
        <p:spPr>
          <a:xfrm xmlns:a="http://schemas.openxmlformats.org/drawingml/2006/main">
            <a:off x="619125" y="4762500"/>
            <a:ext cx="6762750" cy="1190625"/>
          </a:xfrm>
          <a:prstGeom xmlns:a="http://schemas.openxmlformats.org/drawingml/2006/main" prst="rect">
            <a:avLst/>
          </a:prstGeom>
          <a:solidFill xmlns:a="http://schemas.openxmlformats.org/drawingml/2006/main">
            <a:srgbClr val="FFF0DE"/>
          </a:solidFill>
          <a:ln xmlns:a="http://schemas.openxmlformats.org/drawingml/2006/main" w="14288">
            <a:solidFill>
              <a:srgbClr val="A84C0A"/>
            </a:solidFill>
          </a:ln>
        </p:spPr>
      </p:sp>
      <p:sp>
        <p:nvSpPr>
          <p:cNvPr id="19" name="">
            <a:extLst xmlns:a="http://schemas.openxmlformats.org/drawingml/2006/main">
              <a:ext uri="{FF2B5EF4-FFF2-40B4-BE49-F238E27FC236}">
                <a16:creationId xmlns:a16="http://schemas.microsoft.com/office/drawing/2014/main" id="{C916949E-76CE-412A-9F8E-D8DB1777B550}"/>
              </a:ext>
            </a:extLst>
          </p:cNvPr>
          <p:cNvSpPr>
            <a:spLocks xmlns:a="http://schemas.openxmlformats.org/drawingml/2006/main" noGrp="1"/>
          </p:cNvSpPr>
          <p:nvPr/>
        </p:nvSpPr>
        <p:spPr>
          <a:xfrm xmlns:a="http://schemas.openxmlformats.org/drawingml/2006/main">
            <a:off x="790575" y="4895850"/>
            <a:ext cx="6419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A84C0A"/>
                </a:solidFill>
                <a:latin typeface="Arial"/>
                <a:ea typeface="Arial"/>
                <a:cs typeface="Arial"/>
              </a:defRPr>
            </a:defPPr>
            <a:lvl1pPr algn="l">
              <a:defRPr sz="2025" b="1">
                <a:solidFill>
                  <a:srgbClr val="A84C0A"/>
                </a:solidFill>
                <a:latin typeface="Arial"/>
                <a:ea typeface="Arial"/>
                <a:cs typeface="Arial"/>
              </a:defRPr>
            </a:lvl1pPr>
            <a:lvl2pPr algn="l">
              <a:defRPr sz="2025" b="1">
                <a:solidFill>
                  <a:srgbClr val="A84C0A"/>
                </a:solidFill>
                <a:latin typeface="Arial"/>
                <a:ea typeface="Arial"/>
                <a:cs typeface="Arial"/>
              </a:defRPr>
            </a:lvl2pPr>
            <a:lvl3pPr algn="l">
              <a:defRPr sz="2025" b="1">
                <a:solidFill>
                  <a:srgbClr val="A84C0A"/>
                </a:solidFill>
                <a:latin typeface="Arial"/>
                <a:ea typeface="Arial"/>
                <a:cs typeface="Arial"/>
              </a:defRPr>
            </a:lvl3pPr>
            <a:lvl4pPr algn="l">
              <a:defRPr sz="2025" b="1">
                <a:solidFill>
                  <a:srgbClr val="A84C0A"/>
                </a:solidFill>
                <a:latin typeface="Arial"/>
                <a:ea typeface="Arial"/>
                <a:cs typeface="Arial"/>
              </a:defRPr>
            </a:lvl4pPr>
            <a:lvl5pPr algn="l">
              <a:defRPr sz="2025" b="1">
                <a:solidFill>
                  <a:srgbClr val="A84C0A"/>
                </a:solidFill>
                <a:latin typeface="Arial"/>
                <a:ea typeface="Arial"/>
                <a:cs typeface="Arial"/>
              </a:defRPr>
            </a:lvl5pPr>
            <a:lvl6pPr algn="l">
              <a:defRPr sz="2025" b="1">
                <a:solidFill>
                  <a:srgbClr val="A84C0A"/>
                </a:solidFill>
                <a:latin typeface="Arial"/>
                <a:ea typeface="Arial"/>
                <a:cs typeface="Arial"/>
              </a:defRPr>
            </a:lvl6pPr>
            <a:lvl7pPr algn="l">
              <a:defRPr sz="2025" b="1">
                <a:solidFill>
                  <a:srgbClr val="A84C0A"/>
                </a:solidFill>
                <a:latin typeface="Arial"/>
                <a:ea typeface="Arial"/>
                <a:cs typeface="Arial"/>
              </a:defRPr>
            </a:lvl7pPr>
            <a:lvl8pPr algn="l">
              <a:defRPr sz="2025" b="1">
                <a:solidFill>
                  <a:srgbClr val="A84C0A"/>
                </a:solidFill>
                <a:latin typeface="Arial"/>
                <a:ea typeface="Arial"/>
                <a:cs typeface="Arial"/>
              </a:defRPr>
            </a:lvl8pPr>
            <a:lvl9pPr algn="l">
              <a:defRPr sz="2025" b="1">
                <a:solidFill>
                  <a:srgbClr val="A84C0A"/>
                </a:solidFill>
                <a:latin typeface="Arial"/>
                <a:ea typeface="Arial"/>
                <a:cs typeface="Arial"/>
              </a:defRPr>
            </a:lvl9pPr>
          </a:lstStyle>
          <a:p xmlns:a="http://schemas.openxmlformats.org/drawingml/2006/main">
            <a:pPr algn="l">
              <a:defRPr sz="2025" b="1">
                <a:solidFill>
                  <a:srgbClr val="A84C0A"/>
                </a:solidFill>
                <a:latin typeface="Arial"/>
                <a:ea typeface="Arial"/>
                <a:cs typeface="Arial"/>
              </a:defRPr>
            </a:pPr>
            <a:r>
              <a:rPr sz="2025" b="1">
                <a:solidFill>
                  <a:srgbClr val="A84C0A"/>
                </a:solidFill>
                <a:latin typeface="Arial"/>
                <a:ea typeface="Arial"/>
                <a:cs typeface="Arial"/>
              </a:rPr>
              <a:t>StockageLectureSeule</a:t>
            </a:r>
          </a:p>
        </p:txBody>
      </p:sp>
      <p:sp>
        <p:nvSpPr>
          <p:cNvPr id="20" name="">
            <a:extLst xmlns:a="http://schemas.openxmlformats.org/drawingml/2006/main">
              <a:ext uri="{FF2B5EF4-FFF2-40B4-BE49-F238E27FC236}">
                <a16:creationId xmlns:a16="http://schemas.microsoft.com/office/drawing/2014/main" id="{A0AB6161-74DC-4CDC-A43B-D26FFFBC4E0C}"/>
              </a:ext>
            </a:extLst>
          </p:cNvPr>
          <p:cNvSpPr>
            <a:spLocks xmlns:a="http://schemas.openxmlformats.org/drawingml/2006/main" noGrp="1"/>
          </p:cNvSpPr>
          <p:nvPr/>
        </p:nvSpPr>
        <p:spPr>
          <a:xfrm xmlns:a="http://schemas.openxmlformats.org/drawingml/2006/main">
            <a:off x="790575" y="5305425"/>
            <a:ext cx="64198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F44"/>
                </a:solidFill>
                <a:latin typeface="Arial"/>
                <a:ea typeface="Arial"/>
                <a:cs typeface="Arial"/>
              </a:defRPr>
            </a:defPPr>
            <a:lvl1pPr algn="l">
              <a:defRPr sz="1800" b="0">
                <a:solidFill>
                  <a:srgbClr val="182F44"/>
                </a:solidFill>
                <a:latin typeface="Arial"/>
                <a:ea typeface="Arial"/>
                <a:cs typeface="Arial"/>
              </a:defRPr>
            </a:lvl1pPr>
            <a:lvl2pPr algn="l">
              <a:defRPr sz="1800" b="0">
                <a:solidFill>
                  <a:srgbClr val="182F44"/>
                </a:solidFill>
                <a:latin typeface="Arial"/>
                <a:ea typeface="Arial"/>
                <a:cs typeface="Arial"/>
              </a:defRPr>
            </a:lvl2pPr>
            <a:lvl3pPr algn="l">
              <a:defRPr sz="1800" b="0">
                <a:solidFill>
                  <a:srgbClr val="182F44"/>
                </a:solidFill>
                <a:latin typeface="Arial"/>
                <a:ea typeface="Arial"/>
                <a:cs typeface="Arial"/>
              </a:defRPr>
            </a:lvl3pPr>
            <a:lvl4pPr algn="l">
              <a:defRPr sz="1800" b="0">
                <a:solidFill>
                  <a:srgbClr val="182F44"/>
                </a:solidFill>
                <a:latin typeface="Arial"/>
                <a:ea typeface="Arial"/>
                <a:cs typeface="Arial"/>
              </a:defRPr>
            </a:lvl4pPr>
            <a:lvl5pPr algn="l">
              <a:defRPr sz="1800" b="0">
                <a:solidFill>
                  <a:srgbClr val="182F44"/>
                </a:solidFill>
                <a:latin typeface="Arial"/>
                <a:ea typeface="Arial"/>
                <a:cs typeface="Arial"/>
              </a:defRPr>
            </a:lvl5pPr>
            <a:lvl6pPr algn="l">
              <a:defRPr sz="1800" b="0">
                <a:solidFill>
                  <a:srgbClr val="182F44"/>
                </a:solidFill>
                <a:latin typeface="Arial"/>
                <a:ea typeface="Arial"/>
                <a:cs typeface="Arial"/>
              </a:defRPr>
            </a:lvl6pPr>
            <a:lvl7pPr algn="l">
              <a:defRPr sz="1800" b="0">
                <a:solidFill>
                  <a:srgbClr val="182F44"/>
                </a:solidFill>
                <a:latin typeface="Arial"/>
                <a:ea typeface="Arial"/>
                <a:cs typeface="Arial"/>
              </a:defRPr>
            </a:lvl7pPr>
            <a:lvl8pPr algn="l">
              <a:defRPr sz="1800" b="0">
                <a:solidFill>
                  <a:srgbClr val="182F44"/>
                </a:solidFill>
                <a:latin typeface="Arial"/>
                <a:ea typeface="Arial"/>
                <a:cs typeface="Arial"/>
              </a:defRPr>
            </a:lvl8pPr>
            <a:lvl9pPr algn="l">
              <a:defRPr sz="1800" b="0">
                <a:solidFill>
                  <a:srgbClr val="182F44"/>
                </a:solidFill>
                <a:latin typeface="Arial"/>
                <a:ea typeface="Arial"/>
                <a:cs typeface="Arial"/>
              </a:defRPr>
            </a:lvl9pPr>
          </a:lstStyle>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Implémente uniquement ILectureCommandes</a:t>
            </a:r>
          </a:p>
        </p:txBody>
      </p:sp>
      <p:sp>
        <p:nvSpPr>
          <p:cNvPr id="21" name="">
            <a:extLst xmlns:a="http://schemas.openxmlformats.org/drawingml/2006/main">
              <a:ext uri="{FF2B5EF4-FFF2-40B4-BE49-F238E27FC236}">
                <a16:creationId xmlns:a16="http://schemas.microsoft.com/office/drawing/2014/main" id="{D4FC6D68-E18F-4E8F-8658-2FA42F7F8F36}"/>
              </a:ext>
            </a:extLst>
          </p:cNvPr>
          <p:cNvSpPr>
            <a:spLocks xmlns:a="http://schemas.openxmlformats.org/drawingml/2006/main" noGrp="1"/>
          </p:cNvSpPr>
          <p:nvPr/>
        </p:nvSpPr>
        <p:spPr>
          <a:xfrm xmlns:a="http://schemas.openxmlformats.org/drawingml/2006/main">
            <a:off x="619125" y="6429375"/>
            <a:ext cx="1390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82F44"/>
                </a:solidFill>
                <a:latin typeface="Arial"/>
                <a:ea typeface="Arial"/>
                <a:cs typeface="Arial"/>
              </a:defRPr>
            </a:defPPr>
            <a:lvl1pPr algn="l">
              <a:defRPr sz="2025" b="0">
                <a:solidFill>
                  <a:srgbClr val="182F44"/>
                </a:solidFill>
                <a:latin typeface="Arial"/>
                <a:ea typeface="Arial"/>
                <a:cs typeface="Arial"/>
              </a:defRPr>
            </a:lvl1pPr>
            <a:lvl2pPr algn="l">
              <a:defRPr sz="2025" b="0">
                <a:solidFill>
                  <a:srgbClr val="182F44"/>
                </a:solidFill>
                <a:latin typeface="Arial"/>
                <a:ea typeface="Arial"/>
                <a:cs typeface="Arial"/>
              </a:defRPr>
            </a:lvl2pPr>
            <a:lvl3pPr algn="l">
              <a:defRPr sz="2025" b="0">
                <a:solidFill>
                  <a:srgbClr val="182F44"/>
                </a:solidFill>
                <a:latin typeface="Arial"/>
                <a:ea typeface="Arial"/>
                <a:cs typeface="Arial"/>
              </a:defRPr>
            </a:lvl3pPr>
            <a:lvl4pPr algn="l">
              <a:defRPr sz="2025" b="0">
                <a:solidFill>
                  <a:srgbClr val="182F44"/>
                </a:solidFill>
                <a:latin typeface="Arial"/>
                <a:ea typeface="Arial"/>
                <a:cs typeface="Arial"/>
              </a:defRPr>
            </a:lvl4pPr>
            <a:lvl5pPr algn="l">
              <a:defRPr sz="2025" b="0">
                <a:solidFill>
                  <a:srgbClr val="182F44"/>
                </a:solidFill>
                <a:latin typeface="Arial"/>
                <a:ea typeface="Arial"/>
                <a:cs typeface="Arial"/>
              </a:defRPr>
            </a:lvl5pPr>
            <a:lvl6pPr algn="l">
              <a:defRPr sz="2025" b="0">
                <a:solidFill>
                  <a:srgbClr val="182F44"/>
                </a:solidFill>
                <a:latin typeface="Arial"/>
                <a:ea typeface="Arial"/>
                <a:cs typeface="Arial"/>
              </a:defRPr>
            </a:lvl6pPr>
            <a:lvl7pPr algn="l">
              <a:defRPr sz="2025" b="0">
                <a:solidFill>
                  <a:srgbClr val="182F44"/>
                </a:solidFill>
                <a:latin typeface="Arial"/>
                <a:ea typeface="Arial"/>
                <a:cs typeface="Arial"/>
              </a:defRPr>
            </a:lvl7pPr>
            <a:lvl8pPr algn="l">
              <a:defRPr sz="2025" b="0">
                <a:solidFill>
                  <a:srgbClr val="182F44"/>
                </a:solidFill>
                <a:latin typeface="Arial"/>
                <a:ea typeface="Arial"/>
                <a:cs typeface="Arial"/>
              </a:defRPr>
            </a:lvl8pPr>
            <a:lvl9pPr algn="l">
              <a:defRPr sz="2025" b="0">
                <a:solidFill>
                  <a:srgbClr val="182F44"/>
                </a:solidFill>
                <a:latin typeface="Arial"/>
                <a:ea typeface="Arial"/>
                <a:cs typeface="Arial"/>
              </a:defRPr>
            </a:lvl9pPr>
          </a:lstStyle>
          <a:p xmlns:a="http://schemas.openxmlformats.org/drawingml/2006/main">
            <a:pPr algn="l">
              <a:defRPr sz="2025" b="0">
                <a:solidFill>
                  <a:srgbClr val="182F44"/>
                </a:solidFill>
                <a:latin typeface="Arial"/>
                <a:ea typeface="Arial"/>
                <a:cs typeface="Arial"/>
              </a:defRPr>
            </a:pPr>
            <a:r>
              <a:rPr sz="2025" b="0">
                <a:solidFill>
                  <a:srgbClr val="182F44"/>
                </a:solidFill>
                <a:latin typeface="Arial"/>
                <a:ea typeface="Arial"/>
                <a:cs typeface="Arial"/>
              </a:rPr>
              <a:t>ValiderCommande ne peut plus recevoir un stockage qui ne propose que la lecture. Chaque implémentation d’écriture doit encore respecter les garanties du contrat.</a:t>
            </a:r>
          </a:p>
        </p:txBody>
      </p:sp>
      <p:sp>
        <p:nvSpPr>
          <p:cNvPr id="22" name="">
            <a:extLst xmlns:a="http://schemas.openxmlformats.org/drawingml/2006/main">
              <a:ext uri="{FF2B5EF4-FFF2-40B4-BE49-F238E27FC236}">
                <a16:creationId xmlns:a16="http://schemas.microsoft.com/office/drawing/2014/main" id="{A32DBAC7-EFE1-403B-889C-12CE5F32B342}"/>
              </a:ext>
            </a:extLst>
          </p:cNvPr>
          <p:cNvSpPr>
            <a:spLocks xmlns:a="http://schemas.openxmlformats.org/drawingml/2006/main" noGrp="1"/>
          </p:cNvSpPr>
          <p:nvPr/>
        </p:nvSpPr>
        <p:spPr>
          <a:xfrm xmlns:a="http://schemas.openxmlformats.org/drawingml/2006/main">
            <a:off x="619125" y="7467600"/>
            <a:ext cx="1390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087F83"/>
                </a:solidFill>
                <a:latin typeface="Arial"/>
                <a:ea typeface="Arial"/>
                <a:cs typeface="Arial"/>
              </a:defRPr>
            </a:defPPr>
            <a:lvl1pPr algn="l">
              <a:defRPr sz="1800" b="1">
                <a:solidFill>
                  <a:srgbClr val="087F83"/>
                </a:solidFill>
                <a:latin typeface="Arial"/>
                <a:ea typeface="Arial"/>
                <a:cs typeface="Arial"/>
              </a:defRPr>
            </a:lvl1pPr>
            <a:lvl2pPr algn="l">
              <a:defRPr sz="1800" b="1">
                <a:solidFill>
                  <a:srgbClr val="087F83"/>
                </a:solidFill>
                <a:latin typeface="Arial"/>
                <a:ea typeface="Arial"/>
                <a:cs typeface="Arial"/>
              </a:defRPr>
            </a:lvl2pPr>
            <a:lvl3pPr algn="l">
              <a:defRPr sz="1800" b="1">
                <a:solidFill>
                  <a:srgbClr val="087F83"/>
                </a:solidFill>
                <a:latin typeface="Arial"/>
                <a:ea typeface="Arial"/>
                <a:cs typeface="Arial"/>
              </a:defRPr>
            </a:lvl3pPr>
            <a:lvl4pPr algn="l">
              <a:defRPr sz="1800" b="1">
                <a:solidFill>
                  <a:srgbClr val="087F83"/>
                </a:solidFill>
                <a:latin typeface="Arial"/>
                <a:ea typeface="Arial"/>
                <a:cs typeface="Arial"/>
              </a:defRPr>
            </a:lvl4pPr>
            <a:lvl5pPr algn="l">
              <a:defRPr sz="1800" b="1">
                <a:solidFill>
                  <a:srgbClr val="087F83"/>
                </a:solidFill>
                <a:latin typeface="Arial"/>
                <a:ea typeface="Arial"/>
                <a:cs typeface="Arial"/>
              </a:defRPr>
            </a:lvl5pPr>
            <a:lvl6pPr algn="l">
              <a:defRPr sz="1800" b="1">
                <a:solidFill>
                  <a:srgbClr val="087F83"/>
                </a:solidFill>
                <a:latin typeface="Arial"/>
                <a:ea typeface="Arial"/>
                <a:cs typeface="Arial"/>
              </a:defRPr>
            </a:lvl6pPr>
            <a:lvl7pPr algn="l">
              <a:defRPr sz="1800" b="1">
                <a:solidFill>
                  <a:srgbClr val="087F83"/>
                </a:solidFill>
                <a:latin typeface="Arial"/>
                <a:ea typeface="Arial"/>
                <a:cs typeface="Arial"/>
              </a:defRPr>
            </a:lvl7pPr>
            <a:lvl8pPr algn="l">
              <a:defRPr sz="1800" b="1">
                <a:solidFill>
                  <a:srgbClr val="087F83"/>
                </a:solidFill>
                <a:latin typeface="Arial"/>
                <a:ea typeface="Arial"/>
                <a:cs typeface="Arial"/>
              </a:defRPr>
            </a:lvl8pPr>
            <a:lvl9pPr algn="l">
              <a:defRPr sz="1800" b="1">
                <a:solidFill>
                  <a:srgbClr val="087F83"/>
                </a:solidFill>
                <a:latin typeface="Arial"/>
                <a:ea typeface="Arial"/>
                <a:cs typeface="Arial"/>
              </a:defRPr>
            </a:lvl9pPr>
          </a:lstStyle>
          <a:p xmlns:a="http://schemas.openxmlformats.org/drawingml/2006/main">
            <a:pPr algn="l">
              <a:defRPr sz="1800" b="1">
                <a:solidFill>
                  <a:srgbClr val="087F83"/>
                </a:solidFill>
                <a:latin typeface="Arial"/>
                <a:ea typeface="Arial"/>
                <a:cs typeface="Arial"/>
              </a:defRPr>
            </a:pPr>
            <a:r>
              <a:rPr sz="1800" b="1">
                <a:solidFill>
                  <a:srgbClr val="087F83"/>
                </a:solidFill>
                <a:latin typeface="Arial"/>
                <a:ea typeface="Arial"/>
                <a:cs typeface="Arial"/>
              </a:rPr>
              <a:t>Une exception prévue par le contrat n’est pas automatiquement une violation. Ici, le contrat garantit la capacité d’écriture.</a:t>
            </a:r>
          </a:p>
        </p:txBody>
      </p:sp>
    </p:spTree>
    <p:extLst>
      <p:ext uri="{BB962C8B-B14F-4D97-AF65-F5344CB8AC3E}">
        <p14:creationId xmlns:p14="http://schemas.microsoft.com/office/powerpoint/2010/main" val="693183101"/>
      </p:ext>
    </p:extLst>
  </p:cSld>
</p:sld>
</file>

<file path=ppt/slides/slide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25B18D0-6F4B-4707-97BD-F848D26F4555}"/>
              </a:ext>
            </a:extLst>
          </p:cNvPr>
          <p:cNvSpPr>
            <a:spLocks xmlns:a="http://schemas.openxmlformats.org/drawingml/2006/main" noGrp="1"/>
          </p:cNvSpPr>
          <p:nvPr/>
        </p:nvSpPr>
        <p:spPr>
          <a:xfrm xmlns:a="http://schemas.openxmlformats.org/drawingml/2006/main">
            <a:off x="619125" y="304800"/>
            <a:ext cx="1333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087F83"/>
                </a:solidFill>
                <a:latin typeface="Arial"/>
                <a:ea typeface="Arial"/>
                <a:cs typeface="Arial"/>
              </a:defRPr>
            </a:defPPr>
            <a:lvl1pPr algn="l">
              <a:defRPr sz="1350" b="1">
                <a:solidFill>
                  <a:srgbClr val="087F83"/>
                </a:solidFill>
                <a:latin typeface="Arial"/>
                <a:ea typeface="Arial"/>
                <a:cs typeface="Arial"/>
              </a:defRPr>
            </a:lvl1pPr>
            <a:lvl2pPr algn="l">
              <a:defRPr sz="1350" b="1">
                <a:solidFill>
                  <a:srgbClr val="087F83"/>
                </a:solidFill>
                <a:latin typeface="Arial"/>
                <a:ea typeface="Arial"/>
                <a:cs typeface="Arial"/>
              </a:defRPr>
            </a:lvl2pPr>
            <a:lvl3pPr algn="l">
              <a:defRPr sz="1350" b="1">
                <a:solidFill>
                  <a:srgbClr val="087F83"/>
                </a:solidFill>
                <a:latin typeface="Arial"/>
                <a:ea typeface="Arial"/>
                <a:cs typeface="Arial"/>
              </a:defRPr>
            </a:lvl3pPr>
            <a:lvl4pPr algn="l">
              <a:defRPr sz="1350" b="1">
                <a:solidFill>
                  <a:srgbClr val="087F83"/>
                </a:solidFill>
                <a:latin typeface="Arial"/>
                <a:ea typeface="Arial"/>
                <a:cs typeface="Arial"/>
              </a:defRPr>
            </a:lvl4pPr>
            <a:lvl5pPr algn="l">
              <a:defRPr sz="1350" b="1">
                <a:solidFill>
                  <a:srgbClr val="087F83"/>
                </a:solidFill>
                <a:latin typeface="Arial"/>
                <a:ea typeface="Arial"/>
                <a:cs typeface="Arial"/>
              </a:defRPr>
            </a:lvl5pPr>
            <a:lvl6pPr algn="l">
              <a:defRPr sz="1350" b="1">
                <a:solidFill>
                  <a:srgbClr val="087F83"/>
                </a:solidFill>
                <a:latin typeface="Arial"/>
                <a:ea typeface="Arial"/>
                <a:cs typeface="Arial"/>
              </a:defRPr>
            </a:lvl6pPr>
            <a:lvl7pPr algn="l">
              <a:defRPr sz="1350" b="1">
                <a:solidFill>
                  <a:srgbClr val="087F83"/>
                </a:solidFill>
                <a:latin typeface="Arial"/>
                <a:ea typeface="Arial"/>
                <a:cs typeface="Arial"/>
              </a:defRPr>
            </a:lvl7pPr>
            <a:lvl8pPr algn="l">
              <a:defRPr sz="1350" b="1">
                <a:solidFill>
                  <a:srgbClr val="087F83"/>
                </a:solidFill>
                <a:latin typeface="Arial"/>
                <a:ea typeface="Arial"/>
                <a:cs typeface="Arial"/>
              </a:defRPr>
            </a:lvl8pPr>
            <a:lvl9pPr algn="l">
              <a:defRPr sz="1350" b="1">
                <a:solidFill>
                  <a:srgbClr val="087F83"/>
                </a:solidFill>
                <a:latin typeface="Arial"/>
                <a:ea typeface="Arial"/>
                <a:cs typeface="Arial"/>
              </a:defRPr>
            </a:lvl9pPr>
          </a:lstStyle>
          <a:p xmlns:a="http://schemas.openxmlformats.org/drawingml/2006/main">
            <a:pPr algn="l">
              <a:defRPr sz="1350" b="1">
                <a:solidFill>
                  <a:srgbClr val="087F83"/>
                </a:solidFill>
                <a:latin typeface="Arial"/>
                <a:ea typeface="Arial"/>
                <a:cs typeface="Arial"/>
              </a:defRPr>
            </a:pPr>
            <a:r>
              <a:rPr sz="1350" b="1">
                <a:solidFill>
                  <a:srgbClr val="087F83"/>
                </a:solidFill>
                <a:latin typeface="Arial"/>
                <a:ea typeface="Arial"/>
                <a:cs typeface="Arial"/>
              </a:rPr>
              <a:t>INTERFACE SEGREGATION PRINCIPLE</a:t>
            </a:r>
          </a:p>
        </p:txBody>
      </p:sp>
      <p:sp>
        <p:nvSpPr>
          <p:cNvPr id="2" name="">
            <a:extLst xmlns:a="http://schemas.openxmlformats.org/drawingml/2006/main">
              <a:ext uri="{FF2B5EF4-FFF2-40B4-BE49-F238E27FC236}">
                <a16:creationId xmlns:a16="http://schemas.microsoft.com/office/drawing/2014/main" id="{B8A33145-FD7D-46DE-BE91-C199C9747D23}"/>
              </a:ext>
            </a:extLst>
          </p:cNvPr>
          <p:cNvSpPr>
            <a:spLocks xmlns:a="http://schemas.openxmlformats.org/drawingml/2006/main" noGrp="1"/>
          </p:cNvSpPr>
          <p:nvPr/>
        </p:nvSpPr>
        <p:spPr>
          <a:xfrm xmlns:a="http://schemas.openxmlformats.org/drawingml/2006/main">
            <a:off x="619125" y="723900"/>
            <a:ext cx="1390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82F44"/>
                </a:solidFill>
                <a:latin typeface="Arial"/>
                <a:ea typeface="Arial"/>
                <a:cs typeface="Arial"/>
              </a:defRPr>
            </a:defPPr>
            <a:lvl1pPr algn="l">
              <a:defRPr sz="3300" b="1">
                <a:solidFill>
                  <a:srgbClr val="182F44"/>
                </a:solidFill>
                <a:latin typeface="Arial"/>
                <a:ea typeface="Arial"/>
                <a:cs typeface="Arial"/>
              </a:defRPr>
            </a:lvl1pPr>
            <a:lvl2pPr algn="l">
              <a:defRPr sz="3300" b="1">
                <a:solidFill>
                  <a:srgbClr val="182F44"/>
                </a:solidFill>
                <a:latin typeface="Arial"/>
                <a:ea typeface="Arial"/>
                <a:cs typeface="Arial"/>
              </a:defRPr>
            </a:lvl2pPr>
            <a:lvl3pPr algn="l">
              <a:defRPr sz="3300" b="1">
                <a:solidFill>
                  <a:srgbClr val="182F44"/>
                </a:solidFill>
                <a:latin typeface="Arial"/>
                <a:ea typeface="Arial"/>
                <a:cs typeface="Arial"/>
              </a:defRPr>
            </a:lvl3pPr>
            <a:lvl4pPr algn="l">
              <a:defRPr sz="3300" b="1">
                <a:solidFill>
                  <a:srgbClr val="182F44"/>
                </a:solidFill>
                <a:latin typeface="Arial"/>
                <a:ea typeface="Arial"/>
                <a:cs typeface="Arial"/>
              </a:defRPr>
            </a:lvl4pPr>
            <a:lvl5pPr algn="l">
              <a:defRPr sz="3300" b="1">
                <a:solidFill>
                  <a:srgbClr val="182F44"/>
                </a:solidFill>
                <a:latin typeface="Arial"/>
                <a:ea typeface="Arial"/>
                <a:cs typeface="Arial"/>
              </a:defRPr>
            </a:lvl5pPr>
            <a:lvl6pPr algn="l">
              <a:defRPr sz="3300" b="1">
                <a:solidFill>
                  <a:srgbClr val="182F44"/>
                </a:solidFill>
                <a:latin typeface="Arial"/>
                <a:ea typeface="Arial"/>
                <a:cs typeface="Arial"/>
              </a:defRPr>
            </a:lvl6pPr>
            <a:lvl7pPr algn="l">
              <a:defRPr sz="3300" b="1">
                <a:solidFill>
                  <a:srgbClr val="182F44"/>
                </a:solidFill>
                <a:latin typeface="Arial"/>
                <a:ea typeface="Arial"/>
                <a:cs typeface="Arial"/>
              </a:defRPr>
            </a:lvl7pPr>
            <a:lvl8pPr algn="l">
              <a:defRPr sz="3300" b="1">
                <a:solidFill>
                  <a:srgbClr val="182F44"/>
                </a:solidFill>
                <a:latin typeface="Arial"/>
                <a:ea typeface="Arial"/>
                <a:cs typeface="Arial"/>
              </a:defRPr>
            </a:lvl8pPr>
            <a:lvl9pPr algn="l">
              <a:defRPr sz="3300" b="1">
                <a:solidFill>
                  <a:srgbClr val="182F44"/>
                </a:solidFill>
                <a:latin typeface="Arial"/>
                <a:ea typeface="Arial"/>
                <a:cs typeface="Arial"/>
              </a:defRPr>
            </a:lvl9pPr>
          </a:lstStyle>
          <a:p xmlns:a="http://schemas.openxmlformats.org/drawingml/2006/main">
            <a:pPr algn="l">
              <a:defRPr sz="3300" b="1">
                <a:solidFill>
                  <a:srgbClr val="182F44"/>
                </a:solidFill>
                <a:latin typeface="Arial"/>
                <a:ea typeface="Arial"/>
                <a:cs typeface="Arial"/>
              </a:defRPr>
            </a:pPr>
            <a:r>
              <a:rPr sz="3300" b="1">
                <a:solidFill>
                  <a:srgbClr val="182F44"/>
                </a:solidFill>
                <a:latin typeface="Arial"/>
                <a:ea typeface="Arial"/>
                <a:cs typeface="Arial"/>
              </a:rPr>
              <a:t>ISP : des contrats adaptés aux clients</a:t>
            </a:r>
          </a:p>
        </p:txBody>
      </p:sp>
      <p:sp>
        <p:nvSpPr>
          <p:cNvPr id="3" name="">
            <a:extLst xmlns:a="http://schemas.openxmlformats.org/drawingml/2006/main">
              <a:ext uri="{FF2B5EF4-FFF2-40B4-BE49-F238E27FC236}">
                <a16:creationId xmlns:a16="http://schemas.microsoft.com/office/drawing/2014/main" id="{4602A5E3-EE1F-48C0-9A45-B1634D997E62}"/>
              </a:ext>
            </a:extLst>
          </p:cNvPr>
          <p:cNvSpPr>
            <a:spLocks xmlns:a="http://schemas.openxmlformats.org/drawingml/2006/main" noGrp="1"/>
          </p:cNvSpPr>
          <p:nvPr/>
        </p:nvSpPr>
        <p:spPr>
          <a:xfrm xmlns:a="http://schemas.openxmlformats.org/drawingml/2006/main">
            <a:off x="619125" y="81438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516575"/>
                </a:solidFill>
                <a:latin typeface="Arial"/>
                <a:ea typeface="Arial"/>
                <a:cs typeface="Arial"/>
              </a:defRPr>
            </a:defPPr>
            <a:lvl1pPr algn="l">
              <a:defRPr sz="1275" b="0">
                <a:solidFill>
                  <a:srgbClr val="516575"/>
                </a:solidFill>
                <a:latin typeface="Arial"/>
                <a:ea typeface="Arial"/>
                <a:cs typeface="Arial"/>
              </a:defRPr>
            </a:lvl1pPr>
            <a:lvl2pPr algn="l">
              <a:defRPr sz="1275" b="0">
                <a:solidFill>
                  <a:srgbClr val="516575"/>
                </a:solidFill>
                <a:latin typeface="Arial"/>
                <a:ea typeface="Arial"/>
                <a:cs typeface="Arial"/>
              </a:defRPr>
            </a:lvl2pPr>
            <a:lvl3pPr algn="l">
              <a:defRPr sz="1275" b="0">
                <a:solidFill>
                  <a:srgbClr val="516575"/>
                </a:solidFill>
                <a:latin typeface="Arial"/>
                <a:ea typeface="Arial"/>
                <a:cs typeface="Arial"/>
              </a:defRPr>
            </a:lvl3pPr>
            <a:lvl4pPr algn="l">
              <a:defRPr sz="1275" b="0">
                <a:solidFill>
                  <a:srgbClr val="516575"/>
                </a:solidFill>
                <a:latin typeface="Arial"/>
                <a:ea typeface="Arial"/>
                <a:cs typeface="Arial"/>
              </a:defRPr>
            </a:lvl4pPr>
            <a:lvl5pPr algn="l">
              <a:defRPr sz="1275" b="0">
                <a:solidFill>
                  <a:srgbClr val="516575"/>
                </a:solidFill>
                <a:latin typeface="Arial"/>
                <a:ea typeface="Arial"/>
                <a:cs typeface="Arial"/>
              </a:defRPr>
            </a:lvl5pPr>
            <a:lvl6pPr algn="l">
              <a:defRPr sz="1275" b="0">
                <a:solidFill>
                  <a:srgbClr val="516575"/>
                </a:solidFill>
                <a:latin typeface="Arial"/>
                <a:ea typeface="Arial"/>
                <a:cs typeface="Arial"/>
              </a:defRPr>
            </a:lvl6pPr>
            <a:lvl7pPr algn="l">
              <a:defRPr sz="1275" b="0">
                <a:solidFill>
                  <a:srgbClr val="516575"/>
                </a:solidFill>
                <a:latin typeface="Arial"/>
                <a:ea typeface="Arial"/>
                <a:cs typeface="Arial"/>
              </a:defRPr>
            </a:lvl7pPr>
            <a:lvl8pPr algn="l">
              <a:defRPr sz="1275" b="0">
                <a:solidFill>
                  <a:srgbClr val="516575"/>
                </a:solidFill>
                <a:latin typeface="Arial"/>
                <a:ea typeface="Arial"/>
                <a:cs typeface="Arial"/>
              </a:defRPr>
            </a:lvl8pPr>
            <a:lvl9pPr algn="l">
              <a:defRPr sz="1275" b="0">
                <a:solidFill>
                  <a:srgbClr val="516575"/>
                </a:solidFill>
                <a:latin typeface="Arial"/>
                <a:ea typeface="Arial"/>
                <a:cs typeface="Arial"/>
              </a:defRPr>
            </a:lvl9pPr>
          </a:lstStyle>
          <a:p xmlns:a="http://schemas.openxmlformats.org/drawingml/2006/main">
            <a:pPr algn="l">
              <a:defRPr sz="1275" b="0">
                <a:solidFill>
                  <a:srgbClr val="516575"/>
                </a:solidFill>
                <a:latin typeface="Arial"/>
                <a:ea typeface="Arial"/>
                <a:cs typeface="Arial"/>
              </a:defRPr>
            </a:pPr>
            <a:r>
              <a:rPr sz="1275" b="0">
                <a:solidFill>
                  <a:srgbClr val="516575"/>
                </a:solidFill>
                <a:latin typeface="Arial"/>
                <a:ea typeface="Arial"/>
                <a:cs typeface="Arial"/>
              </a:rPr>
              <a:t>R304 • Qualité du développement</a:t>
            </a:r>
          </a:p>
        </p:txBody>
      </p:sp>
      <p:sp>
        <p:nvSpPr>
          <p:cNvPr id="4" name="">
            <a:extLst xmlns:a="http://schemas.openxmlformats.org/drawingml/2006/main">
              <a:ext uri="{FF2B5EF4-FFF2-40B4-BE49-F238E27FC236}">
                <a16:creationId xmlns:a16="http://schemas.microsoft.com/office/drawing/2014/main" id="{B3E239CF-A048-452A-BD0B-90E9E8FDD5C2}"/>
              </a:ext>
            </a:extLst>
          </p:cNvPr>
          <p:cNvSpPr>
            <a:spLocks xmlns:a="http://schemas.openxmlformats.org/drawingml/2006/main" noGrp="1"/>
          </p:cNvSpPr>
          <p:nvPr/>
        </p:nvSpPr>
        <p:spPr>
          <a:xfrm xmlns:a="http://schemas.openxmlformats.org/drawingml/2006/main">
            <a:off x="13335000" y="8143875"/>
            <a:ext cx="1285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575"/>
                </a:solidFill>
                <a:latin typeface="Arial"/>
                <a:ea typeface="Arial"/>
                <a:cs typeface="Arial"/>
              </a:defRPr>
            </a:defPPr>
            <a:lvl1pPr algn="r">
              <a:defRPr sz="1275" b="0">
                <a:solidFill>
                  <a:srgbClr val="516575"/>
                </a:solidFill>
                <a:latin typeface="Arial"/>
                <a:ea typeface="Arial"/>
                <a:cs typeface="Arial"/>
              </a:defRPr>
            </a:lvl1pPr>
            <a:lvl2pPr algn="r">
              <a:defRPr sz="1275" b="0">
                <a:solidFill>
                  <a:srgbClr val="516575"/>
                </a:solidFill>
                <a:latin typeface="Arial"/>
                <a:ea typeface="Arial"/>
                <a:cs typeface="Arial"/>
              </a:defRPr>
            </a:lvl2pPr>
            <a:lvl3pPr algn="r">
              <a:defRPr sz="1275" b="0">
                <a:solidFill>
                  <a:srgbClr val="516575"/>
                </a:solidFill>
                <a:latin typeface="Arial"/>
                <a:ea typeface="Arial"/>
                <a:cs typeface="Arial"/>
              </a:defRPr>
            </a:lvl3pPr>
            <a:lvl4pPr algn="r">
              <a:defRPr sz="1275" b="0">
                <a:solidFill>
                  <a:srgbClr val="516575"/>
                </a:solidFill>
                <a:latin typeface="Arial"/>
                <a:ea typeface="Arial"/>
                <a:cs typeface="Arial"/>
              </a:defRPr>
            </a:lvl4pPr>
            <a:lvl5pPr algn="r">
              <a:defRPr sz="1275" b="0">
                <a:solidFill>
                  <a:srgbClr val="516575"/>
                </a:solidFill>
                <a:latin typeface="Arial"/>
                <a:ea typeface="Arial"/>
                <a:cs typeface="Arial"/>
              </a:defRPr>
            </a:lvl5pPr>
            <a:lvl6pPr algn="r">
              <a:defRPr sz="1275" b="0">
                <a:solidFill>
                  <a:srgbClr val="516575"/>
                </a:solidFill>
                <a:latin typeface="Arial"/>
                <a:ea typeface="Arial"/>
                <a:cs typeface="Arial"/>
              </a:defRPr>
            </a:lvl6pPr>
            <a:lvl7pPr algn="r">
              <a:defRPr sz="1275" b="0">
                <a:solidFill>
                  <a:srgbClr val="516575"/>
                </a:solidFill>
                <a:latin typeface="Arial"/>
                <a:ea typeface="Arial"/>
                <a:cs typeface="Arial"/>
              </a:defRPr>
            </a:lvl7pPr>
            <a:lvl8pPr algn="r">
              <a:defRPr sz="1275" b="0">
                <a:solidFill>
                  <a:srgbClr val="516575"/>
                </a:solidFill>
                <a:latin typeface="Arial"/>
                <a:ea typeface="Arial"/>
                <a:cs typeface="Arial"/>
              </a:defRPr>
            </a:lvl8pPr>
            <a:lvl9pPr algn="r">
              <a:defRPr sz="1275" b="0">
                <a:solidFill>
                  <a:srgbClr val="516575"/>
                </a:solidFill>
                <a:latin typeface="Arial"/>
                <a:ea typeface="Arial"/>
                <a:cs typeface="Arial"/>
              </a:defRPr>
            </a:lvl9pPr>
          </a:lstStyle>
          <a:p xmlns:a="http://schemas.openxmlformats.org/drawingml/2006/main">
            <a:pPr algn="r">
              <a:defRPr sz="1275" b="0">
                <a:solidFill>
                  <a:srgbClr val="516575"/>
                </a:solidFill>
                <a:latin typeface="Arial"/>
                <a:ea typeface="Arial"/>
                <a:cs typeface="Arial"/>
              </a:defRPr>
            </a:pPr>
            <a:r>
              <a:rPr sz="1275" b="0">
                <a:solidFill>
                  <a:srgbClr val="516575"/>
                </a:solidFill>
                <a:latin typeface="Arial"/>
                <a:ea typeface="Arial"/>
                <a:cs typeface="Arial"/>
              </a:rPr>
              <a:t>06 / 16</a:t>
            </a:r>
          </a:p>
        </p:txBody>
      </p:sp>
      <p:sp>
        <p:nvSpPr>
          <p:cNvPr id="5" name="">
            <a:extLst xmlns:a="http://schemas.openxmlformats.org/drawingml/2006/main">
              <a:ext uri="{FF2B5EF4-FFF2-40B4-BE49-F238E27FC236}">
                <a16:creationId xmlns:a16="http://schemas.microsoft.com/office/drawing/2014/main" id="{AF8CBF15-FFC0-4DAC-BB81-6783A6CFF93B}"/>
              </a:ext>
            </a:extLst>
          </p:cNvPr>
          <p:cNvSpPr>
            <a:spLocks xmlns:a="http://schemas.openxmlformats.org/drawingml/2006/main" noGrp="1"/>
          </p:cNvSpPr>
          <p:nvPr/>
        </p:nvSpPr>
        <p:spPr>
          <a:xfrm xmlns:a="http://schemas.openxmlformats.org/drawingml/2006/main">
            <a:off x="619125" y="1857375"/>
            <a:ext cx="13811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150" b="1">
                <a:solidFill>
                  <a:srgbClr val="176B91"/>
                </a:solidFill>
                <a:latin typeface="Arial"/>
                <a:ea typeface="Arial"/>
                <a:cs typeface="Arial"/>
              </a:defRPr>
            </a:defPPr>
            <a:lvl1pPr algn="l">
              <a:defRPr sz="3150" b="1">
                <a:solidFill>
                  <a:srgbClr val="176B91"/>
                </a:solidFill>
                <a:latin typeface="Arial"/>
                <a:ea typeface="Arial"/>
                <a:cs typeface="Arial"/>
              </a:defRPr>
            </a:lvl1pPr>
            <a:lvl2pPr algn="l">
              <a:defRPr sz="3150" b="1">
                <a:solidFill>
                  <a:srgbClr val="176B91"/>
                </a:solidFill>
                <a:latin typeface="Arial"/>
                <a:ea typeface="Arial"/>
                <a:cs typeface="Arial"/>
              </a:defRPr>
            </a:lvl2pPr>
            <a:lvl3pPr algn="l">
              <a:defRPr sz="3150" b="1">
                <a:solidFill>
                  <a:srgbClr val="176B91"/>
                </a:solidFill>
                <a:latin typeface="Arial"/>
                <a:ea typeface="Arial"/>
                <a:cs typeface="Arial"/>
              </a:defRPr>
            </a:lvl3pPr>
            <a:lvl4pPr algn="l">
              <a:defRPr sz="3150" b="1">
                <a:solidFill>
                  <a:srgbClr val="176B91"/>
                </a:solidFill>
                <a:latin typeface="Arial"/>
                <a:ea typeface="Arial"/>
                <a:cs typeface="Arial"/>
              </a:defRPr>
            </a:lvl4pPr>
            <a:lvl5pPr algn="l">
              <a:defRPr sz="3150" b="1">
                <a:solidFill>
                  <a:srgbClr val="176B91"/>
                </a:solidFill>
                <a:latin typeface="Arial"/>
                <a:ea typeface="Arial"/>
                <a:cs typeface="Arial"/>
              </a:defRPr>
            </a:lvl5pPr>
            <a:lvl6pPr algn="l">
              <a:defRPr sz="3150" b="1">
                <a:solidFill>
                  <a:srgbClr val="176B91"/>
                </a:solidFill>
                <a:latin typeface="Arial"/>
                <a:ea typeface="Arial"/>
                <a:cs typeface="Arial"/>
              </a:defRPr>
            </a:lvl6pPr>
            <a:lvl7pPr algn="l">
              <a:defRPr sz="3150" b="1">
                <a:solidFill>
                  <a:srgbClr val="176B91"/>
                </a:solidFill>
                <a:latin typeface="Arial"/>
                <a:ea typeface="Arial"/>
                <a:cs typeface="Arial"/>
              </a:defRPr>
            </a:lvl7pPr>
            <a:lvl8pPr algn="l">
              <a:defRPr sz="3150" b="1">
                <a:solidFill>
                  <a:srgbClr val="176B91"/>
                </a:solidFill>
                <a:latin typeface="Arial"/>
                <a:ea typeface="Arial"/>
                <a:cs typeface="Arial"/>
              </a:defRPr>
            </a:lvl8pPr>
            <a:lvl9pPr algn="l">
              <a:defRPr sz="3150" b="1">
                <a:solidFill>
                  <a:srgbClr val="176B91"/>
                </a:solidFill>
                <a:latin typeface="Arial"/>
                <a:ea typeface="Arial"/>
                <a:cs typeface="Arial"/>
              </a:defRPr>
            </a:lvl9pPr>
          </a:lstStyle>
          <a:p xmlns:a="http://schemas.openxmlformats.org/drawingml/2006/main">
            <a:pPr algn="l">
              <a:defRPr sz="3150" b="1">
                <a:solidFill>
                  <a:srgbClr val="176B91"/>
                </a:solidFill>
                <a:latin typeface="Arial"/>
                <a:ea typeface="Arial"/>
                <a:cs typeface="Arial"/>
              </a:defRPr>
            </a:pPr>
            <a:r>
              <a:rPr sz="3150" b="1">
                <a:solidFill>
                  <a:srgbClr val="176B91"/>
                </a:solidFill>
                <a:latin typeface="Arial"/>
                <a:ea typeface="Arial"/>
                <a:cs typeface="Arial"/>
              </a:rPr>
              <a:t>Un client ne devrait pas dépendre d’opérations</a:t>
            </a:r>
          </a:p>
          <a:p xmlns:a="http://schemas.openxmlformats.org/drawingml/2006/main">
            <a:pPr algn="l">
              <a:defRPr sz="3150" b="1">
                <a:solidFill>
                  <a:srgbClr val="176B91"/>
                </a:solidFill>
                <a:latin typeface="Arial"/>
                <a:ea typeface="Arial"/>
                <a:cs typeface="Arial"/>
              </a:defRPr>
            </a:pPr>
            <a:r>
              <a:rPr sz="3150" b="1">
                <a:solidFill>
                  <a:srgbClr val="176B91"/>
                </a:solidFill>
                <a:latin typeface="Arial"/>
                <a:ea typeface="Arial"/>
                <a:cs typeface="Arial"/>
              </a:rPr>
              <a:t>dont il n’a pas besoin.</a:t>
            </a:r>
          </a:p>
        </p:txBody>
      </p:sp>
      <p:sp>
        <p:nvSpPr>
          <p:cNvPr id="6" name="">
            <a:extLst xmlns:a="http://schemas.openxmlformats.org/drawingml/2006/main">
              <a:ext uri="{FF2B5EF4-FFF2-40B4-BE49-F238E27FC236}">
                <a16:creationId xmlns:a16="http://schemas.microsoft.com/office/drawing/2014/main" id="{55E5BE30-D0FE-496F-8CA6-88AF93549338}"/>
              </a:ext>
            </a:extLst>
          </p:cNvPr>
          <p:cNvSpPr>
            <a:spLocks xmlns:a="http://schemas.openxmlformats.org/drawingml/2006/main" noGrp="1"/>
          </p:cNvSpPr>
          <p:nvPr/>
        </p:nvSpPr>
        <p:spPr>
          <a:xfrm xmlns:a="http://schemas.openxmlformats.org/drawingml/2006/main">
            <a:off x="619125" y="3619500"/>
            <a:ext cx="13716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182F44"/>
                </a:solidFill>
                <a:latin typeface="Arial"/>
                <a:ea typeface="Arial"/>
                <a:cs typeface="Arial"/>
              </a:defRPr>
            </a:defPPr>
            <a:lvl1pPr algn="l">
              <a:defRPr sz="2250" b="0">
                <a:solidFill>
                  <a:srgbClr val="182F44"/>
                </a:solidFill>
                <a:latin typeface="Arial"/>
                <a:ea typeface="Arial"/>
                <a:cs typeface="Arial"/>
              </a:defRPr>
            </a:lvl1pPr>
            <a:lvl2pPr algn="l">
              <a:defRPr sz="2250" b="0">
                <a:solidFill>
                  <a:srgbClr val="182F44"/>
                </a:solidFill>
                <a:latin typeface="Arial"/>
                <a:ea typeface="Arial"/>
                <a:cs typeface="Arial"/>
              </a:defRPr>
            </a:lvl2pPr>
            <a:lvl3pPr algn="l">
              <a:defRPr sz="2250" b="0">
                <a:solidFill>
                  <a:srgbClr val="182F44"/>
                </a:solidFill>
                <a:latin typeface="Arial"/>
                <a:ea typeface="Arial"/>
                <a:cs typeface="Arial"/>
              </a:defRPr>
            </a:lvl3pPr>
            <a:lvl4pPr algn="l">
              <a:defRPr sz="2250" b="0">
                <a:solidFill>
                  <a:srgbClr val="182F44"/>
                </a:solidFill>
                <a:latin typeface="Arial"/>
                <a:ea typeface="Arial"/>
                <a:cs typeface="Arial"/>
              </a:defRPr>
            </a:lvl4pPr>
            <a:lvl5pPr algn="l">
              <a:defRPr sz="2250" b="0">
                <a:solidFill>
                  <a:srgbClr val="182F44"/>
                </a:solidFill>
                <a:latin typeface="Arial"/>
                <a:ea typeface="Arial"/>
                <a:cs typeface="Arial"/>
              </a:defRPr>
            </a:lvl5pPr>
            <a:lvl6pPr algn="l">
              <a:defRPr sz="2250" b="0">
                <a:solidFill>
                  <a:srgbClr val="182F44"/>
                </a:solidFill>
                <a:latin typeface="Arial"/>
                <a:ea typeface="Arial"/>
                <a:cs typeface="Arial"/>
              </a:defRPr>
            </a:lvl6pPr>
            <a:lvl7pPr algn="l">
              <a:defRPr sz="2250" b="0">
                <a:solidFill>
                  <a:srgbClr val="182F44"/>
                </a:solidFill>
                <a:latin typeface="Arial"/>
                <a:ea typeface="Arial"/>
                <a:cs typeface="Arial"/>
              </a:defRPr>
            </a:lvl7pPr>
            <a:lvl8pPr algn="l">
              <a:defRPr sz="2250" b="0">
                <a:solidFill>
                  <a:srgbClr val="182F44"/>
                </a:solidFill>
                <a:latin typeface="Arial"/>
                <a:ea typeface="Arial"/>
                <a:cs typeface="Arial"/>
              </a:defRPr>
            </a:lvl8pPr>
            <a:lvl9pPr algn="l">
              <a:defRPr sz="2250" b="0">
                <a:solidFill>
                  <a:srgbClr val="182F44"/>
                </a:solidFill>
                <a:latin typeface="Arial"/>
                <a:ea typeface="Arial"/>
                <a:cs typeface="Arial"/>
              </a:defRPr>
            </a:lvl9pPr>
          </a:lstStyle>
          <a:p xmlns:a="http://schemas.openxmlformats.org/drawingml/2006/main">
            <a:pPr algn="l">
              <a:defRPr sz="2250" b="0">
                <a:solidFill>
                  <a:srgbClr val="182F44"/>
                </a:solidFill>
                <a:latin typeface="Arial"/>
                <a:ea typeface="Arial"/>
                <a:cs typeface="Arial"/>
              </a:defRPr>
            </a:pPr>
            <a:r>
              <a:rPr sz="2250" b="0">
                <a:solidFill>
                  <a:srgbClr val="182F44"/>
                </a:solidFill>
                <a:latin typeface="Arial"/>
                <a:ea typeface="Arial"/>
                <a:cs typeface="Arial"/>
              </a:rPr>
              <a:t>Le client désigne ici une classe ou un module qui appelle les opérations d’un autre composant. Une interface doit correspondre à un rôle d’utilisation cohérent.</a:t>
            </a:r>
          </a:p>
        </p:txBody>
      </p:sp>
      <p:sp>
        <p:nvSpPr>
          <p:cNvPr id="7" name="">
            <a:extLst xmlns:a="http://schemas.openxmlformats.org/drawingml/2006/main">
              <a:ext uri="{FF2B5EF4-FFF2-40B4-BE49-F238E27FC236}">
                <a16:creationId xmlns:a16="http://schemas.microsoft.com/office/drawing/2014/main" id="{D8449551-F57D-44E8-B388-459FAC4EC685}"/>
              </a:ext>
            </a:extLst>
          </p:cNvPr>
          <p:cNvSpPr>
            <a:spLocks xmlns:a="http://schemas.openxmlformats.org/drawingml/2006/main" noGrp="1"/>
          </p:cNvSpPr>
          <p:nvPr/>
        </p:nvSpPr>
        <p:spPr>
          <a:xfrm xmlns:a="http://schemas.openxmlformats.org/drawingml/2006/main">
            <a:off x="619125" y="5191125"/>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176B91"/>
                </a:solidFill>
                <a:latin typeface="Arial"/>
                <a:ea typeface="Arial"/>
                <a:cs typeface="Arial"/>
              </a:defRPr>
            </a:defPPr>
            <a:lvl1pPr algn="l">
              <a:defRPr sz="2175" b="1">
                <a:solidFill>
                  <a:srgbClr val="176B91"/>
                </a:solidFill>
                <a:latin typeface="Arial"/>
                <a:ea typeface="Arial"/>
                <a:cs typeface="Arial"/>
              </a:defRPr>
            </a:lvl1pPr>
            <a:lvl2pPr algn="l">
              <a:defRPr sz="2175" b="1">
                <a:solidFill>
                  <a:srgbClr val="176B91"/>
                </a:solidFill>
                <a:latin typeface="Arial"/>
                <a:ea typeface="Arial"/>
                <a:cs typeface="Arial"/>
              </a:defRPr>
            </a:lvl2pPr>
            <a:lvl3pPr algn="l">
              <a:defRPr sz="2175" b="1">
                <a:solidFill>
                  <a:srgbClr val="176B91"/>
                </a:solidFill>
                <a:latin typeface="Arial"/>
                <a:ea typeface="Arial"/>
                <a:cs typeface="Arial"/>
              </a:defRPr>
            </a:lvl3pPr>
            <a:lvl4pPr algn="l">
              <a:defRPr sz="2175" b="1">
                <a:solidFill>
                  <a:srgbClr val="176B91"/>
                </a:solidFill>
                <a:latin typeface="Arial"/>
                <a:ea typeface="Arial"/>
                <a:cs typeface="Arial"/>
              </a:defRPr>
            </a:lvl4pPr>
            <a:lvl5pPr algn="l">
              <a:defRPr sz="2175" b="1">
                <a:solidFill>
                  <a:srgbClr val="176B91"/>
                </a:solidFill>
                <a:latin typeface="Arial"/>
                <a:ea typeface="Arial"/>
                <a:cs typeface="Arial"/>
              </a:defRPr>
            </a:lvl5pPr>
            <a:lvl6pPr algn="l">
              <a:defRPr sz="2175" b="1">
                <a:solidFill>
                  <a:srgbClr val="176B91"/>
                </a:solidFill>
                <a:latin typeface="Arial"/>
                <a:ea typeface="Arial"/>
                <a:cs typeface="Arial"/>
              </a:defRPr>
            </a:lvl6pPr>
            <a:lvl7pPr algn="l">
              <a:defRPr sz="2175" b="1">
                <a:solidFill>
                  <a:srgbClr val="176B91"/>
                </a:solidFill>
                <a:latin typeface="Arial"/>
                <a:ea typeface="Arial"/>
                <a:cs typeface="Arial"/>
              </a:defRPr>
            </a:lvl7pPr>
            <a:lvl8pPr algn="l">
              <a:defRPr sz="2175" b="1">
                <a:solidFill>
                  <a:srgbClr val="176B91"/>
                </a:solidFill>
                <a:latin typeface="Arial"/>
                <a:ea typeface="Arial"/>
                <a:cs typeface="Arial"/>
              </a:defRPr>
            </a:lvl8pPr>
            <a:lvl9pPr algn="l">
              <a:defRPr sz="2175" b="1">
                <a:solidFill>
                  <a:srgbClr val="176B91"/>
                </a:solidFill>
                <a:latin typeface="Arial"/>
                <a:ea typeface="Arial"/>
                <a:cs typeface="Arial"/>
              </a:defRPr>
            </a:lvl9pPr>
          </a:lstStyle>
          <a:p xmlns:a="http://schemas.openxmlformats.org/drawingml/2006/main">
            <a:pPr algn="l">
              <a:defRPr sz="2175" b="1">
                <a:solidFill>
                  <a:srgbClr val="176B91"/>
                </a:solidFill>
                <a:latin typeface="Arial"/>
                <a:ea typeface="Arial"/>
                <a:cs typeface="Arial"/>
              </a:defRPr>
            </a:pPr>
            <a:r>
              <a:rPr sz="2175" b="1">
                <a:solidFill>
                  <a:srgbClr val="176B91"/>
                </a:solidFill>
                <a:latin typeface="Arial"/>
                <a:ea typeface="Arial"/>
                <a:cs typeface="Arial"/>
              </a:rPr>
              <a:t>Le besoin du client guide le contrat</a:t>
            </a:r>
          </a:p>
        </p:txBody>
      </p:sp>
      <p:sp>
        <p:nvSpPr>
          <p:cNvPr id="8" name="">
            <a:extLst xmlns:a="http://schemas.openxmlformats.org/drawingml/2006/main">
              <a:ext uri="{FF2B5EF4-FFF2-40B4-BE49-F238E27FC236}">
                <a16:creationId xmlns:a16="http://schemas.microsoft.com/office/drawing/2014/main" id="{3AC897C2-E49A-4A40-8225-C85C43EDCB76}"/>
              </a:ext>
            </a:extLst>
          </p:cNvPr>
          <p:cNvSpPr>
            <a:spLocks xmlns:a="http://schemas.openxmlformats.org/drawingml/2006/main" noGrp="1"/>
          </p:cNvSpPr>
          <p:nvPr/>
        </p:nvSpPr>
        <p:spPr>
          <a:xfrm xmlns:a="http://schemas.openxmlformats.org/drawingml/2006/main">
            <a:off x="619125" y="5743575"/>
            <a:ext cx="13811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82F44"/>
                </a:solidFill>
                <a:latin typeface="Arial"/>
                <a:ea typeface="Arial"/>
                <a:cs typeface="Arial"/>
              </a:defRPr>
            </a:defPPr>
            <a:lvl1pPr algn="l">
              <a:defRPr sz="2175" b="0">
                <a:solidFill>
                  <a:srgbClr val="182F44"/>
                </a:solidFill>
                <a:latin typeface="Arial"/>
                <a:ea typeface="Arial"/>
                <a:cs typeface="Arial"/>
              </a:defRPr>
            </a:lvl1pPr>
            <a:lvl2pPr algn="l">
              <a:defRPr sz="2175" b="0">
                <a:solidFill>
                  <a:srgbClr val="182F44"/>
                </a:solidFill>
                <a:latin typeface="Arial"/>
                <a:ea typeface="Arial"/>
                <a:cs typeface="Arial"/>
              </a:defRPr>
            </a:lvl2pPr>
            <a:lvl3pPr algn="l">
              <a:defRPr sz="2175" b="0">
                <a:solidFill>
                  <a:srgbClr val="182F44"/>
                </a:solidFill>
                <a:latin typeface="Arial"/>
                <a:ea typeface="Arial"/>
                <a:cs typeface="Arial"/>
              </a:defRPr>
            </a:lvl3pPr>
            <a:lvl4pPr algn="l">
              <a:defRPr sz="2175" b="0">
                <a:solidFill>
                  <a:srgbClr val="182F44"/>
                </a:solidFill>
                <a:latin typeface="Arial"/>
                <a:ea typeface="Arial"/>
                <a:cs typeface="Arial"/>
              </a:defRPr>
            </a:lvl4pPr>
            <a:lvl5pPr algn="l">
              <a:defRPr sz="2175" b="0">
                <a:solidFill>
                  <a:srgbClr val="182F44"/>
                </a:solidFill>
                <a:latin typeface="Arial"/>
                <a:ea typeface="Arial"/>
                <a:cs typeface="Arial"/>
              </a:defRPr>
            </a:lvl5pPr>
            <a:lvl6pPr algn="l">
              <a:defRPr sz="2175" b="0">
                <a:solidFill>
                  <a:srgbClr val="182F44"/>
                </a:solidFill>
                <a:latin typeface="Arial"/>
                <a:ea typeface="Arial"/>
                <a:cs typeface="Arial"/>
              </a:defRPr>
            </a:lvl6pPr>
            <a:lvl7pPr algn="l">
              <a:defRPr sz="2175" b="0">
                <a:solidFill>
                  <a:srgbClr val="182F44"/>
                </a:solidFill>
                <a:latin typeface="Arial"/>
                <a:ea typeface="Arial"/>
                <a:cs typeface="Arial"/>
              </a:defRPr>
            </a:lvl7pPr>
            <a:lvl8pPr algn="l">
              <a:defRPr sz="2175" b="0">
                <a:solidFill>
                  <a:srgbClr val="182F44"/>
                </a:solidFill>
                <a:latin typeface="Arial"/>
                <a:ea typeface="Arial"/>
                <a:cs typeface="Arial"/>
              </a:defRPr>
            </a:lvl8pPr>
            <a:lvl9pPr algn="l">
              <a:defRPr sz="2175" b="0">
                <a:solidFill>
                  <a:srgbClr val="182F44"/>
                </a:solidFill>
                <a:latin typeface="Arial"/>
                <a:ea typeface="Arial"/>
                <a:cs typeface="Arial"/>
              </a:defRPr>
            </a:lvl9pPr>
          </a:lstStyle>
          <a:p xmlns:a="http://schemas.openxmlformats.org/drawingml/2006/main">
            <a:pPr algn="l">
              <a:defRPr sz="2175" b="0">
                <a:solidFill>
                  <a:srgbClr val="182F44"/>
                </a:solidFill>
                <a:latin typeface="Arial"/>
                <a:ea typeface="Arial"/>
                <a:cs typeface="Arial"/>
              </a:defRPr>
            </a:pPr>
            <a:r>
              <a:rPr sz="2175" b="0">
                <a:solidFill>
                  <a:srgbClr val="182F44"/>
                </a:solidFill>
                <a:latin typeface="Arial"/>
                <a:ea typeface="Arial"/>
                <a:cs typeface="Arial"/>
              </a:rPr>
              <a:t>Un service de consultation a besoin de lire les commandes. Un service de validation doit les enregistrer. Un outil de purge utilise la suppression. Leurs dépendances peuvent être exprimées séparément.</a:t>
            </a:r>
          </a:p>
        </p:txBody>
      </p:sp>
      <p:sp>
        <p:nvSpPr>
          <p:cNvPr id="9" name="">
            <a:extLst xmlns:a="http://schemas.openxmlformats.org/drawingml/2006/main">
              <a:ext uri="{FF2B5EF4-FFF2-40B4-BE49-F238E27FC236}">
                <a16:creationId xmlns:a16="http://schemas.microsoft.com/office/drawing/2014/main" id="{FC5E3977-BEA8-473B-9648-292CF803CF9F}"/>
              </a:ext>
            </a:extLst>
          </p:cNvPr>
          <p:cNvSpPr>
            <a:spLocks xmlns:a="http://schemas.openxmlformats.org/drawingml/2006/main" noGrp="1"/>
          </p:cNvSpPr>
          <p:nvPr/>
        </p:nvSpPr>
        <p:spPr>
          <a:xfrm xmlns:a="http://schemas.openxmlformats.org/drawingml/2006/main">
            <a:off x="619125" y="7296150"/>
            <a:ext cx="1400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087F83"/>
                </a:solidFill>
                <a:latin typeface="Arial"/>
                <a:ea typeface="Arial"/>
                <a:cs typeface="Arial"/>
              </a:defRPr>
            </a:defPPr>
            <a:lvl1pPr algn="l">
              <a:defRPr sz="1950" b="1">
                <a:solidFill>
                  <a:srgbClr val="087F83"/>
                </a:solidFill>
                <a:latin typeface="Arial"/>
                <a:ea typeface="Arial"/>
                <a:cs typeface="Arial"/>
              </a:defRPr>
            </a:lvl1pPr>
            <a:lvl2pPr algn="l">
              <a:defRPr sz="1950" b="1">
                <a:solidFill>
                  <a:srgbClr val="087F83"/>
                </a:solidFill>
                <a:latin typeface="Arial"/>
                <a:ea typeface="Arial"/>
                <a:cs typeface="Arial"/>
              </a:defRPr>
            </a:lvl2pPr>
            <a:lvl3pPr algn="l">
              <a:defRPr sz="1950" b="1">
                <a:solidFill>
                  <a:srgbClr val="087F83"/>
                </a:solidFill>
                <a:latin typeface="Arial"/>
                <a:ea typeface="Arial"/>
                <a:cs typeface="Arial"/>
              </a:defRPr>
            </a:lvl3pPr>
            <a:lvl4pPr algn="l">
              <a:defRPr sz="1950" b="1">
                <a:solidFill>
                  <a:srgbClr val="087F83"/>
                </a:solidFill>
                <a:latin typeface="Arial"/>
                <a:ea typeface="Arial"/>
                <a:cs typeface="Arial"/>
              </a:defRPr>
            </a:lvl4pPr>
            <a:lvl5pPr algn="l">
              <a:defRPr sz="1950" b="1">
                <a:solidFill>
                  <a:srgbClr val="087F83"/>
                </a:solidFill>
                <a:latin typeface="Arial"/>
                <a:ea typeface="Arial"/>
                <a:cs typeface="Arial"/>
              </a:defRPr>
            </a:lvl5pPr>
            <a:lvl6pPr algn="l">
              <a:defRPr sz="1950" b="1">
                <a:solidFill>
                  <a:srgbClr val="087F83"/>
                </a:solidFill>
                <a:latin typeface="Arial"/>
                <a:ea typeface="Arial"/>
                <a:cs typeface="Arial"/>
              </a:defRPr>
            </a:lvl6pPr>
            <a:lvl7pPr algn="l">
              <a:defRPr sz="1950" b="1">
                <a:solidFill>
                  <a:srgbClr val="087F83"/>
                </a:solidFill>
                <a:latin typeface="Arial"/>
                <a:ea typeface="Arial"/>
                <a:cs typeface="Arial"/>
              </a:defRPr>
            </a:lvl7pPr>
            <a:lvl8pPr algn="l">
              <a:defRPr sz="1950" b="1">
                <a:solidFill>
                  <a:srgbClr val="087F83"/>
                </a:solidFill>
                <a:latin typeface="Arial"/>
                <a:ea typeface="Arial"/>
                <a:cs typeface="Arial"/>
              </a:defRPr>
            </a:lvl8pPr>
            <a:lvl9pPr algn="l">
              <a:defRPr sz="1950" b="1">
                <a:solidFill>
                  <a:srgbClr val="087F83"/>
                </a:solidFill>
                <a:latin typeface="Arial"/>
                <a:ea typeface="Arial"/>
                <a:cs typeface="Arial"/>
              </a:defRPr>
            </a:lvl9pPr>
          </a:lstStyle>
          <a:p xmlns:a="http://schemas.openxmlformats.org/drawingml/2006/main">
            <a:pPr algn="l">
              <a:defRPr sz="1950" b="1">
                <a:solidFill>
                  <a:srgbClr val="087F83"/>
                </a:solidFill>
                <a:latin typeface="Arial"/>
                <a:ea typeface="Arial"/>
                <a:cs typeface="Arial"/>
              </a:defRPr>
            </a:pPr>
            <a:r>
              <a:rPr sz="1950" b="1">
                <a:solidFill>
                  <a:srgbClr val="087F83"/>
                </a:solidFill>
                <a:latin typeface="Arial"/>
                <a:ea typeface="Arial"/>
                <a:cs typeface="Arial"/>
              </a:rPr>
              <a:t>Une même classe concrète peut implémenter plusieurs interfaces adaptées à ces rôles.</a:t>
            </a:r>
          </a:p>
        </p:txBody>
      </p:sp>
      <p:sp>
        <p:nvSpPr>
          <p:cNvPr id="10" name="">
            <a:extLst xmlns:a="http://schemas.openxmlformats.org/drawingml/2006/main">
              <a:ext uri="{FF2B5EF4-FFF2-40B4-BE49-F238E27FC236}">
                <a16:creationId xmlns:a16="http://schemas.microsoft.com/office/drawing/2014/main" id="{6C7BA94A-EDFB-4164-BA85-5DC23E35EEE9}"/>
              </a:ext>
            </a:extLst>
          </p:cNvPr>
          <p:cNvSpPr>
            <a:spLocks xmlns:a="http://schemas.openxmlformats.org/drawingml/2006/main" noGrp="1"/>
          </p:cNvSpPr>
          <p:nvPr/>
        </p:nvSpPr>
        <p:spPr>
          <a:xfrm xmlns:a="http://schemas.openxmlformats.org/drawingml/2006/main">
            <a:off x="619125" y="7800975"/>
            <a:ext cx="1371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516575"/>
                </a:solidFill>
                <a:latin typeface="Arial"/>
                <a:ea typeface="Arial"/>
                <a:cs typeface="Arial"/>
              </a:defRPr>
            </a:defPPr>
            <a:lvl1pPr algn="l">
              <a:defRPr sz="1425" b="0">
                <a:solidFill>
                  <a:srgbClr val="516575"/>
                </a:solidFill>
                <a:latin typeface="Arial"/>
                <a:ea typeface="Arial"/>
                <a:cs typeface="Arial"/>
              </a:defRPr>
            </a:lvl1pPr>
            <a:lvl2pPr algn="l">
              <a:defRPr sz="1425" b="0">
                <a:solidFill>
                  <a:srgbClr val="516575"/>
                </a:solidFill>
                <a:latin typeface="Arial"/>
                <a:ea typeface="Arial"/>
                <a:cs typeface="Arial"/>
              </a:defRPr>
            </a:lvl2pPr>
            <a:lvl3pPr algn="l">
              <a:defRPr sz="1425" b="0">
                <a:solidFill>
                  <a:srgbClr val="516575"/>
                </a:solidFill>
                <a:latin typeface="Arial"/>
                <a:ea typeface="Arial"/>
                <a:cs typeface="Arial"/>
              </a:defRPr>
            </a:lvl3pPr>
            <a:lvl4pPr algn="l">
              <a:defRPr sz="1425" b="0">
                <a:solidFill>
                  <a:srgbClr val="516575"/>
                </a:solidFill>
                <a:latin typeface="Arial"/>
                <a:ea typeface="Arial"/>
                <a:cs typeface="Arial"/>
              </a:defRPr>
            </a:lvl4pPr>
            <a:lvl5pPr algn="l">
              <a:defRPr sz="1425" b="0">
                <a:solidFill>
                  <a:srgbClr val="516575"/>
                </a:solidFill>
                <a:latin typeface="Arial"/>
                <a:ea typeface="Arial"/>
                <a:cs typeface="Arial"/>
              </a:defRPr>
            </a:lvl5pPr>
            <a:lvl6pPr algn="l">
              <a:defRPr sz="1425" b="0">
                <a:solidFill>
                  <a:srgbClr val="516575"/>
                </a:solidFill>
                <a:latin typeface="Arial"/>
                <a:ea typeface="Arial"/>
                <a:cs typeface="Arial"/>
              </a:defRPr>
            </a:lvl6pPr>
            <a:lvl7pPr algn="l">
              <a:defRPr sz="1425" b="0">
                <a:solidFill>
                  <a:srgbClr val="516575"/>
                </a:solidFill>
                <a:latin typeface="Arial"/>
                <a:ea typeface="Arial"/>
                <a:cs typeface="Arial"/>
              </a:defRPr>
            </a:lvl7pPr>
            <a:lvl8pPr algn="l">
              <a:defRPr sz="1425" b="0">
                <a:solidFill>
                  <a:srgbClr val="516575"/>
                </a:solidFill>
                <a:latin typeface="Arial"/>
                <a:ea typeface="Arial"/>
                <a:cs typeface="Arial"/>
              </a:defRPr>
            </a:lvl8pPr>
            <a:lvl9pPr algn="l">
              <a:defRPr sz="1425" b="0">
                <a:solidFill>
                  <a:srgbClr val="516575"/>
                </a:solidFill>
                <a:latin typeface="Arial"/>
                <a:ea typeface="Arial"/>
                <a:cs typeface="Arial"/>
              </a:defRPr>
            </a:lvl9pPr>
          </a:lstStyle>
          <a:p xmlns:a="http://schemas.openxmlformats.org/drawingml/2006/main">
            <a:pPr algn="l">
              <a:defRPr sz="1425" b="0">
                <a:solidFill>
                  <a:srgbClr val="516575"/>
                </a:solidFill>
                <a:latin typeface="Arial"/>
                <a:ea typeface="Arial"/>
                <a:cs typeface="Arial"/>
              </a:defRPr>
            </a:pPr>
            <a:r>
              <a:rPr sz="1425" b="0">
                <a:solidFill>
                  <a:srgbClr val="516575"/>
                </a:solidFill>
                <a:latin typeface="Arial"/>
                <a:ea typeface="Arial"/>
                <a:cs typeface="Arial"/>
              </a:rPr>
              <a:t>Principe formulé par Robert C. Martin dans ses travaux sur la conception orientée objet.</a:t>
            </a:r>
          </a:p>
        </p:txBody>
      </p:sp>
    </p:spTree>
    <p:extLst>
      <p:ext uri="{BB962C8B-B14F-4D97-AF65-F5344CB8AC3E}">
        <p14:creationId xmlns:p14="http://schemas.microsoft.com/office/powerpoint/2010/main" val="621798320"/>
      </p:ext>
    </p:extLst>
  </p:cSld>
</p:sld>
</file>

<file path=ppt/slides/slide7.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A242280C-913C-4749-873B-B1FD131206AB}"/>
              </a:ext>
            </a:extLst>
          </p:cNvPr>
          <p:cNvCxnSpPr>
            <a:stCxn xmlns:a="http://schemas.openxmlformats.org/drawingml/2006/main" id="5" idx="3"/>
            <a:endCxn xmlns:a="http://schemas.openxmlformats.org/drawingml/2006/main" id="8" idx="1"/>
          </p:cNvCxnSpPr>
          <p:nvPr/>
        </p:nvCxnSpPr>
        <p:spPr>
          <a:xfrm xmlns:a="http://schemas.openxmlformats.org/drawingml/2006/main">
            <a:off x="6048375" y="2619375"/>
            <a:ext cx="3476625" cy="238125"/>
          </a:xfrm>
          <a:prstGeom xmlns:a="http://schemas.openxmlformats.org/drawingml/2006/main" prst="bentConnector3">
            <a:avLst>
              <a:gd name="adj1" fmla="val 6575"/>
            </a:avLst>
          </a:prstGeom>
          <a:ln xmlns:a="http://schemas.openxmlformats.org/drawingml/2006/main" w="23813">
            <a:solidFill>
              <a:srgbClr val="176B91"/>
            </a:solidFill>
            <a:prstDash val="solid"/>
            <a:tailEnd type="arrow" w="med" len="med"/>
          </a:ln>
        </p:spPr>
      </p:cxnSp>
      <p:sp>
        <p:nvSpPr>
          <p:cNvPr id="16" name="">
            <a:extLst xmlns:a="http://schemas.openxmlformats.org/drawingml/2006/main">
              <a:ext uri="{FF2B5EF4-FFF2-40B4-BE49-F238E27FC236}">
                <a16:creationId xmlns:a16="http://schemas.microsoft.com/office/drawing/2014/main" id="{8F2C31B9-3E66-4114-8F2F-878CBD2B9ACE}"/>
              </a:ext>
            </a:extLst>
          </p:cNvPr>
          <p:cNvSpPr>
            <a:spLocks xmlns:a="http://schemas.openxmlformats.org/drawingml/2006/main" noGrp="1"/>
          </p:cNvSpPr>
          <p:nvPr/>
        </p:nvSpPr>
        <p:spPr>
          <a:xfrm xmlns:a="http://schemas.openxmlformats.org/drawingml/2006/main">
            <a:off x="619125" y="304800"/>
            <a:ext cx="1333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087F83"/>
                </a:solidFill>
                <a:latin typeface="Arial"/>
                <a:ea typeface="Arial"/>
                <a:cs typeface="Arial"/>
              </a:defRPr>
            </a:defPPr>
            <a:lvl1pPr algn="l">
              <a:defRPr sz="1350" b="1">
                <a:solidFill>
                  <a:srgbClr val="087F83"/>
                </a:solidFill>
                <a:latin typeface="Arial"/>
                <a:ea typeface="Arial"/>
                <a:cs typeface="Arial"/>
              </a:defRPr>
            </a:lvl1pPr>
            <a:lvl2pPr algn="l">
              <a:defRPr sz="1350" b="1">
                <a:solidFill>
                  <a:srgbClr val="087F83"/>
                </a:solidFill>
                <a:latin typeface="Arial"/>
                <a:ea typeface="Arial"/>
                <a:cs typeface="Arial"/>
              </a:defRPr>
            </a:lvl2pPr>
            <a:lvl3pPr algn="l">
              <a:defRPr sz="1350" b="1">
                <a:solidFill>
                  <a:srgbClr val="087F83"/>
                </a:solidFill>
                <a:latin typeface="Arial"/>
                <a:ea typeface="Arial"/>
                <a:cs typeface="Arial"/>
              </a:defRPr>
            </a:lvl3pPr>
            <a:lvl4pPr algn="l">
              <a:defRPr sz="1350" b="1">
                <a:solidFill>
                  <a:srgbClr val="087F83"/>
                </a:solidFill>
                <a:latin typeface="Arial"/>
                <a:ea typeface="Arial"/>
                <a:cs typeface="Arial"/>
              </a:defRPr>
            </a:lvl4pPr>
            <a:lvl5pPr algn="l">
              <a:defRPr sz="1350" b="1">
                <a:solidFill>
                  <a:srgbClr val="087F83"/>
                </a:solidFill>
                <a:latin typeface="Arial"/>
                <a:ea typeface="Arial"/>
                <a:cs typeface="Arial"/>
              </a:defRPr>
            </a:lvl5pPr>
            <a:lvl6pPr algn="l">
              <a:defRPr sz="1350" b="1">
                <a:solidFill>
                  <a:srgbClr val="087F83"/>
                </a:solidFill>
                <a:latin typeface="Arial"/>
                <a:ea typeface="Arial"/>
                <a:cs typeface="Arial"/>
              </a:defRPr>
            </a:lvl6pPr>
            <a:lvl7pPr algn="l">
              <a:defRPr sz="1350" b="1">
                <a:solidFill>
                  <a:srgbClr val="087F83"/>
                </a:solidFill>
                <a:latin typeface="Arial"/>
                <a:ea typeface="Arial"/>
                <a:cs typeface="Arial"/>
              </a:defRPr>
            </a:lvl7pPr>
            <a:lvl8pPr algn="l">
              <a:defRPr sz="1350" b="1">
                <a:solidFill>
                  <a:srgbClr val="087F83"/>
                </a:solidFill>
                <a:latin typeface="Arial"/>
                <a:ea typeface="Arial"/>
                <a:cs typeface="Arial"/>
              </a:defRPr>
            </a:lvl8pPr>
            <a:lvl9pPr algn="l">
              <a:defRPr sz="1350" b="1">
                <a:solidFill>
                  <a:srgbClr val="087F83"/>
                </a:solidFill>
                <a:latin typeface="Arial"/>
                <a:ea typeface="Arial"/>
                <a:cs typeface="Arial"/>
              </a:defRPr>
            </a:lvl9pPr>
          </a:lstStyle>
          <a:p xmlns:a="http://schemas.openxmlformats.org/drawingml/2006/main">
            <a:pPr algn="l">
              <a:defRPr sz="1350" b="1">
                <a:solidFill>
                  <a:srgbClr val="087F83"/>
                </a:solidFill>
                <a:latin typeface="Arial"/>
                <a:ea typeface="Arial"/>
                <a:cs typeface="Arial"/>
              </a:defRPr>
            </a:pPr>
            <a:r>
              <a:rPr sz="1350" b="1">
                <a:solidFill>
                  <a:srgbClr val="087F83"/>
                </a:solidFill>
                <a:latin typeface="Arial"/>
                <a:ea typeface="Arial"/>
                <a:cs typeface="Arial"/>
              </a:rPr>
              <a:t>ISP • TOUTES LES OPÉRATIONS PEUVENT POURTANT FONCTIONNER</a:t>
            </a:r>
          </a:p>
        </p:txBody>
      </p:sp>
      <p:sp>
        <p:nvSpPr>
          <p:cNvPr id="2" name="">
            <a:extLst xmlns:a="http://schemas.openxmlformats.org/drawingml/2006/main">
              <a:ext uri="{FF2B5EF4-FFF2-40B4-BE49-F238E27FC236}">
                <a16:creationId xmlns:a16="http://schemas.microsoft.com/office/drawing/2014/main" id="{48DB83EC-DF7D-4EB6-82FC-F5C7BC690654}"/>
              </a:ext>
            </a:extLst>
          </p:cNvPr>
          <p:cNvSpPr>
            <a:spLocks xmlns:a="http://schemas.openxmlformats.org/drawingml/2006/main" noGrp="1"/>
          </p:cNvSpPr>
          <p:nvPr/>
        </p:nvSpPr>
        <p:spPr>
          <a:xfrm xmlns:a="http://schemas.openxmlformats.org/drawingml/2006/main">
            <a:off x="619125" y="723900"/>
            <a:ext cx="1390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82F44"/>
                </a:solidFill>
                <a:latin typeface="Arial"/>
                <a:ea typeface="Arial"/>
                <a:cs typeface="Arial"/>
              </a:defRPr>
            </a:defPPr>
            <a:lvl1pPr algn="l">
              <a:defRPr sz="3300" b="1">
                <a:solidFill>
                  <a:srgbClr val="182F44"/>
                </a:solidFill>
                <a:latin typeface="Arial"/>
                <a:ea typeface="Arial"/>
                <a:cs typeface="Arial"/>
              </a:defRPr>
            </a:lvl1pPr>
            <a:lvl2pPr algn="l">
              <a:defRPr sz="3300" b="1">
                <a:solidFill>
                  <a:srgbClr val="182F44"/>
                </a:solidFill>
                <a:latin typeface="Arial"/>
                <a:ea typeface="Arial"/>
                <a:cs typeface="Arial"/>
              </a:defRPr>
            </a:lvl2pPr>
            <a:lvl3pPr algn="l">
              <a:defRPr sz="3300" b="1">
                <a:solidFill>
                  <a:srgbClr val="182F44"/>
                </a:solidFill>
                <a:latin typeface="Arial"/>
                <a:ea typeface="Arial"/>
                <a:cs typeface="Arial"/>
              </a:defRPr>
            </a:lvl3pPr>
            <a:lvl4pPr algn="l">
              <a:defRPr sz="3300" b="1">
                <a:solidFill>
                  <a:srgbClr val="182F44"/>
                </a:solidFill>
                <a:latin typeface="Arial"/>
                <a:ea typeface="Arial"/>
                <a:cs typeface="Arial"/>
              </a:defRPr>
            </a:lvl4pPr>
            <a:lvl5pPr algn="l">
              <a:defRPr sz="3300" b="1">
                <a:solidFill>
                  <a:srgbClr val="182F44"/>
                </a:solidFill>
                <a:latin typeface="Arial"/>
                <a:ea typeface="Arial"/>
                <a:cs typeface="Arial"/>
              </a:defRPr>
            </a:lvl5pPr>
            <a:lvl6pPr algn="l">
              <a:defRPr sz="3300" b="1">
                <a:solidFill>
                  <a:srgbClr val="182F44"/>
                </a:solidFill>
                <a:latin typeface="Arial"/>
                <a:ea typeface="Arial"/>
                <a:cs typeface="Arial"/>
              </a:defRPr>
            </a:lvl6pPr>
            <a:lvl7pPr algn="l">
              <a:defRPr sz="3300" b="1">
                <a:solidFill>
                  <a:srgbClr val="182F44"/>
                </a:solidFill>
                <a:latin typeface="Arial"/>
                <a:ea typeface="Arial"/>
                <a:cs typeface="Arial"/>
              </a:defRPr>
            </a:lvl7pPr>
            <a:lvl8pPr algn="l">
              <a:defRPr sz="3300" b="1">
                <a:solidFill>
                  <a:srgbClr val="182F44"/>
                </a:solidFill>
                <a:latin typeface="Arial"/>
                <a:ea typeface="Arial"/>
                <a:cs typeface="Arial"/>
              </a:defRPr>
            </a:lvl8pPr>
            <a:lvl9pPr algn="l">
              <a:defRPr sz="3300" b="1">
                <a:solidFill>
                  <a:srgbClr val="182F44"/>
                </a:solidFill>
                <a:latin typeface="Arial"/>
                <a:ea typeface="Arial"/>
                <a:cs typeface="Arial"/>
              </a:defRPr>
            </a:lvl9pPr>
          </a:lstStyle>
          <a:p xmlns:a="http://schemas.openxmlformats.org/drawingml/2006/main">
            <a:pPr algn="l">
              <a:defRPr sz="3300" b="1">
                <a:solidFill>
                  <a:srgbClr val="182F44"/>
                </a:solidFill>
                <a:latin typeface="Arial"/>
                <a:ea typeface="Arial"/>
                <a:cs typeface="Arial"/>
              </a:defRPr>
            </a:pPr>
            <a:r>
              <a:rPr sz="3300" b="1">
                <a:solidFill>
                  <a:srgbClr val="182F44"/>
                </a:solidFill>
                <a:latin typeface="Arial"/>
                <a:ea typeface="Arial"/>
                <a:cs typeface="Arial"/>
              </a:rPr>
              <a:t>Une interface trop large pour la consultation</a:t>
            </a:r>
          </a:p>
        </p:txBody>
      </p:sp>
      <p:sp>
        <p:nvSpPr>
          <p:cNvPr id="3" name="">
            <a:extLst xmlns:a="http://schemas.openxmlformats.org/drawingml/2006/main">
              <a:ext uri="{FF2B5EF4-FFF2-40B4-BE49-F238E27FC236}">
                <a16:creationId xmlns:a16="http://schemas.microsoft.com/office/drawing/2014/main" id="{06014861-C857-431F-8BAE-2748806D39E4}"/>
              </a:ext>
            </a:extLst>
          </p:cNvPr>
          <p:cNvSpPr>
            <a:spLocks xmlns:a="http://schemas.openxmlformats.org/drawingml/2006/main" noGrp="1"/>
          </p:cNvSpPr>
          <p:nvPr/>
        </p:nvSpPr>
        <p:spPr>
          <a:xfrm xmlns:a="http://schemas.openxmlformats.org/drawingml/2006/main">
            <a:off x="619125" y="81438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516575"/>
                </a:solidFill>
                <a:latin typeface="Arial"/>
                <a:ea typeface="Arial"/>
                <a:cs typeface="Arial"/>
              </a:defRPr>
            </a:defPPr>
            <a:lvl1pPr algn="l">
              <a:defRPr sz="1275" b="0">
                <a:solidFill>
                  <a:srgbClr val="516575"/>
                </a:solidFill>
                <a:latin typeface="Arial"/>
                <a:ea typeface="Arial"/>
                <a:cs typeface="Arial"/>
              </a:defRPr>
            </a:lvl1pPr>
            <a:lvl2pPr algn="l">
              <a:defRPr sz="1275" b="0">
                <a:solidFill>
                  <a:srgbClr val="516575"/>
                </a:solidFill>
                <a:latin typeface="Arial"/>
                <a:ea typeface="Arial"/>
                <a:cs typeface="Arial"/>
              </a:defRPr>
            </a:lvl2pPr>
            <a:lvl3pPr algn="l">
              <a:defRPr sz="1275" b="0">
                <a:solidFill>
                  <a:srgbClr val="516575"/>
                </a:solidFill>
                <a:latin typeface="Arial"/>
                <a:ea typeface="Arial"/>
                <a:cs typeface="Arial"/>
              </a:defRPr>
            </a:lvl3pPr>
            <a:lvl4pPr algn="l">
              <a:defRPr sz="1275" b="0">
                <a:solidFill>
                  <a:srgbClr val="516575"/>
                </a:solidFill>
                <a:latin typeface="Arial"/>
                <a:ea typeface="Arial"/>
                <a:cs typeface="Arial"/>
              </a:defRPr>
            </a:lvl4pPr>
            <a:lvl5pPr algn="l">
              <a:defRPr sz="1275" b="0">
                <a:solidFill>
                  <a:srgbClr val="516575"/>
                </a:solidFill>
                <a:latin typeface="Arial"/>
                <a:ea typeface="Arial"/>
                <a:cs typeface="Arial"/>
              </a:defRPr>
            </a:lvl5pPr>
            <a:lvl6pPr algn="l">
              <a:defRPr sz="1275" b="0">
                <a:solidFill>
                  <a:srgbClr val="516575"/>
                </a:solidFill>
                <a:latin typeface="Arial"/>
                <a:ea typeface="Arial"/>
                <a:cs typeface="Arial"/>
              </a:defRPr>
            </a:lvl6pPr>
            <a:lvl7pPr algn="l">
              <a:defRPr sz="1275" b="0">
                <a:solidFill>
                  <a:srgbClr val="516575"/>
                </a:solidFill>
                <a:latin typeface="Arial"/>
                <a:ea typeface="Arial"/>
                <a:cs typeface="Arial"/>
              </a:defRPr>
            </a:lvl7pPr>
            <a:lvl8pPr algn="l">
              <a:defRPr sz="1275" b="0">
                <a:solidFill>
                  <a:srgbClr val="516575"/>
                </a:solidFill>
                <a:latin typeface="Arial"/>
                <a:ea typeface="Arial"/>
                <a:cs typeface="Arial"/>
              </a:defRPr>
            </a:lvl8pPr>
            <a:lvl9pPr algn="l">
              <a:defRPr sz="1275" b="0">
                <a:solidFill>
                  <a:srgbClr val="516575"/>
                </a:solidFill>
                <a:latin typeface="Arial"/>
                <a:ea typeface="Arial"/>
                <a:cs typeface="Arial"/>
              </a:defRPr>
            </a:lvl9pPr>
          </a:lstStyle>
          <a:p xmlns:a="http://schemas.openxmlformats.org/drawingml/2006/main">
            <a:pPr algn="l">
              <a:defRPr sz="1275" b="0">
                <a:solidFill>
                  <a:srgbClr val="516575"/>
                </a:solidFill>
                <a:latin typeface="Arial"/>
                <a:ea typeface="Arial"/>
                <a:cs typeface="Arial"/>
              </a:defRPr>
            </a:pPr>
            <a:r>
              <a:rPr sz="1275" b="0">
                <a:solidFill>
                  <a:srgbClr val="516575"/>
                </a:solidFill>
                <a:latin typeface="Arial"/>
                <a:ea typeface="Arial"/>
                <a:cs typeface="Arial"/>
              </a:rPr>
              <a:t>R304 • Qualité du développement</a:t>
            </a:r>
          </a:p>
        </p:txBody>
      </p:sp>
      <p:sp>
        <p:nvSpPr>
          <p:cNvPr id="4" name="">
            <a:extLst xmlns:a="http://schemas.openxmlformats.org/drawingml/2006/main">
              <a:ext uri="{FF2B5EF4-FFF2-40B4-BE49-F238E27FC236}">
                <a16:creationId xmlns:a16="http://schemas.microsoft.com/office/drawing/2014/main" id="{B16638B7-F4A5-4F8B-9684-F696BF32C168}"/>
              </a:ext>
            </a:extLst>
          </p:cNvPr>
          <p:cNvSpPr>
            <a:spLocks xmlns:a="http://schemas.openxmlformats.org/drawingml/2006/main" noGrp="1"/>
          </p:cNvSpPr>
          <p:nvPr/>
        </p:nvSpPr>
        <p:spPr>
          <a:xfrm xmlns:a="http://schemas.openxmlformats.org/drawingml/2006/main">
            <a:off x="13335000" y="8143875"/>
            <a:ext cx="1285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575"/>
                </a:solidFill>
                <a:latin typeface="Arial"/>
                <a:ea typeface="Arial"/>
                <a:cs typeface="Arial"/>
              </a:defRPr>
            </a:defPPr>
            <a:lvl1pPr algn="r">
              <a:defRPr sz="1275" b="0">
                <a:solidFill>
                  <a:srgbClr val="516575"/>
                </a:solidFill>
                <a:latin typeface="Arial"/>
                <a:ea typeface="Arial"/>
                <a:cs typeface="Arial"/>
              </a:defRPr>
            </a:lvl1pPr>
            <a:lvl2pPr algn="r">
              <a:defRPr sz="1275" b="0">
                <a:solidFill>
                  <a:srgbClr val="516575"/>
                </a:solidFill>
                <a:latin typeface="Arial"/>
                <a:ea typeface="Arial"/>
                <a:cs typeface="Arial"/>
              </a:defRPr>
            </a:lvl2pPr>
            <a:lvl3pPr algn="r">
              <a:defRPr sz="1275" b="0">
                <a:solidFill>
                  <a:srgbClr val="516575"/>
                </a:solidFill>
                <a:latin typeface="Arial"/>
                <a:ea typeface="Arial"/>
                <a:cs typeface="Arial"/>
              </a:defRPr>
            </a:lvl3pPr>
            <a:lvl4pPr algn="r">
              <a:defRPr sz="1275" b="0">
                <a:solidFill>
                  <a:srgbClr val="516575"/>
                </a:solidFill>
                <a:latin typeface="Arial"/>
                <a:ea typeface="Arial"/>
                <a:cs typeface="Arial"/>
              </a:defRPr>
            </a:lvl4pPr>
            <a:lvl5pPr algn="r">
              <a:defRPr sz="1275" b="0">
                <a:solidFill>
                  <a:srgbClr val="516575"/>
                </a:solidFill>
                <a:latin typeface="Arial"/>
                <a:ea typeface="Arial"/>
                <a:cs typeface="Arial"/>
              </a:defRPr>
            </a:lvl5pPr>
            <a:lvl6pPr algn="r">
              <a:defRPr sz="1275" b="0">
                <a:solidFill>
                  <a:srgbClr val="516575"/>
                </a:solidFill>
                <a:latin typeface="Arial"/>
                <a:ea typeface="Arial"/>
                <a:cs typeface="Arial"/>
              </a:defRPr>
            </a:lvl6pPr>
            <a:lvl7pPr algn="r">
              <a:defRPr sz="1275" b="0">
                <a:solidFill>
                  <a:srgbClr val="516575"/>
                </a:solidFill>
                <a:latin typeface="Arial"/>
                <a:ea typeface="Arial"/>
                <a:cs typeface="Arial"/>
              </a:defRPr>
            </a:lvl7pPr>
            <a:lvl8pPr algn="r">
              <a:defRPr sz="1275" b="0">
                <a:solidFill>
                  <a:srgbClr val="516575"/>
                </a:solidFill>
                <a:latin typeface="Arial"/>
                <a:ea typeface="Arial"/>
                <a:cs typeface="Arial"/>
              </a:defRPr>
            </a:lvl8pPr>
            <a:lvl9pPr algn="r">
              <a:defRPr sz="1275" b="0">
                <a:solidFill>
                  <a:srgbClr val="516575"/>
                </a:solidFill>
                <a:latin typeface="Arial"/>
                <a:ea typeface="Arial"/>
                <a:cs typeface="Arial"/>
              </a:defRPr>
            </a:lvl9pPr>
          </a:lstStyle>
          <a:p xmlns:a="http://schemas.openxmlformats.org/drawingml/2006/main">
            <a:pPr algn="r">
              <a:defRPr sz="1275" b="0">
                <a:solidFill>
                  <a:srgbClr val="516575"/>
                </a:solidFill>
                <a:latin typeface="Arial"/>
                <a:ea typeface="Arial"/>
                <a:cs typeface="Arial"/>
              </a:defRPr>
            </a:pPr>
            <a:r>
              <a:rPr sz="1275" b="0">
                <a:solidFill>
                  <a:srgbClr val="516575"/>
                </a:solidFill>
                <a:latin typeface="Arial"/>
                <a:ea typeface="Arial"/>
                <a:cs typeface="Arial"/>
              </a:rPr>
              <a:t>07 / 16</a:t>
            </a:r>
          </a:p>
        </p:txBody>
      </p:sp>
      <p:sp>
        <p:nvSpPr>
          <p:cNvPr id="5" name="">
            <a:extLst xmlns:a="http://schemas.openxmlformats.org/drawingml/2006/main">
              <a:ext uri="{FF2B5EF4-FFF2-40B4-BE49-F238E27FC236}">
                <a16:creationId xmlns:a16="http://schemas.microsoft.com/office/drawing/2014/main" id="{CAA877F1-7228-4360-88A7-DD7049C97C86}"/>
              </a:ext>
            </a:extLst>
          </p:cNvPr>
          <p:cNvSpPr>
            <a:spLocks xmlns:a="http://schemas.openxmlformats.org/drawingml/2006/main" noGrp="1"/>
          </p:cNvSpPr>
          <p:nvPr/>
        </p:nvSpPr>
        <p:spPr>
          <a:xfrm xmlns:a="http://schemas.openxmlformats.org/drawingml/2006/main">
            <a:off x="619125" y="2000250"/>
            <a:ext cx="5429250" cy="1238250"/>
          </a:xfrm>
          <a:prstGeom xmlns:a="http://schemas.openxmlformats.org/drawingml/2006/main" prst="rect">
            <a:avLst/>
          </a:prstGeom>
          <a:solidFill xmlns:a="http://schemas.openxmlformats.org/drawingml/2006/main">
            <a:srgbClr val="E8EDF0"/>
          </a:solidFill>
          <a:ln xmlns:a="http://schemas.openxmlformats.org/drawingml/2006/main" w="14288">
            <a:solidFill>
              <a:srgbClr val="B9C7CF"/>
            </a:solidFill>
          </a:ln>
        </p:spPr>
      </p:sp>
      <p:sp>
        <p:nvSpPr>
          <p:cNvPr id="6" name="">
            <a:extLst xmlns:a="http://schemas.openxmlformats.org/drawingml/2006/main">
              <a:ext uri="{FF2B5EF4-FFF2-40B4-BE49-F238E27FC236}">
                <a16:creationId xmlns:a16="http://schemas.microsoft.com/office/drawing/2014/main" id="{4232C4A3-7B50-4C7F-B63F-B1D5DC6D2554}"/>
              </a:ext>
            </a:extLst>
          </p:cNvPr>
          <p:cNvSpPr>
            <a:spLocks xmlns:a="http://schemas.openxmlformats.org/drawingml/2006/main" noGrp="1"/>
          </p:cNvSpPr>
          <p:nvPr/>
        </p:nvSpPr>
        <p:spPr>
          <a:xfrm xmlns:a="http://schemas.openxmlformats.org/drawingml/2006/main">
            <a:off x="790575" y="2133600"/>
            <a:ext cx="5086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182F44"/>
                </a:solidFill>
                <a:latin typeface="Arial"/>
                <a:ea typeface="Arial"/>
                <a:cs typeface="Arial"/>
              </a:defRPr>
            </a:defPPr>
            <a:lvl1pPr algn="l">
              <a:defRPr sz="2025" b="1">
                <a:solidFill>
                  <a:srgbClr val="182F44"/>
                </a:solidFill>
                <a:latin typeface="Arial"/>
                <a:ea typeface="Arial"/>
                <a:cs typeface="Arial"/>
              </a:defRPr>
            </a:lvl1pPr>
            <a:lvl2pPr algn="l">
              <a:defRPr sz="2025" b="1">
                <a:solidFill>
                  <a:srgbClr val="182F44"/>
                </a:solidFill>
                <a:latin typeface="Arial"/>
                <a:ea typeface="Arial"/>
                <a:cs typeface="Arial"/>
              </a:defRPr>
            </a:lvl2pPr>
            <a:lvl3pPr algn="l">
              <a:defRPr sz="2025" b="1">
                <a:solidFill>
                  <a:srgbClr val="182F44"/>
                </a:solidFill>
                <a:latin typeface="Arial"/>
                <a:ea typeface="Arial"/>
                <a:cs typeface="Arial"/>
              </a:defRPr>
            </a:lvl3pPr>
            <a:lvl4pPr algn="l">
              <a:defRPr sz="2025" b="1">
                <a:solidFill>
                  <a:srgbClr val="182F44"/>
                </a:solidFill>
                <a:latin typeface="Arial"/>
                <a:ea typeface="Arial"/>
                <a:cs typeface="Arial"/>
              </a:defRPr>
            </a:lvl4pPr>
            <a:lvl5pPr algn="l">
              <a:defRPr sz="2025" b="1">
                <a:solidFill>
                  <a:srgbClr val="182F44"/>
                </a:solidFill>
                <a:latin typeface="Arial"/>
                <a:ea typeface="Arial"/>
                <a:cs typeface="Arial"/>
              </a:defRPr>
            </a:lvl5pPr>
            <a:lvl6pPr algn="l">
              <a:defRPr sz="2025" b="1">
                <a:solidFill>
                  <a:srgbClr val="182F44"/>
                </a:solidFill>
                <a:latin typeface="Arial"/>
                <a:ea typeface="Arial"/>
                <a:cs typeface="Arial"/>
              </a:defRPr>
            </a:lvl6pPr>
            <a:lvl7pPr algn="l">
              <a:defRPr sz="2025" b="1">
                <a:solidFill>
                  <a:srgbClr val="182F44"/>
                </a:solidFill>
                <a:latin typeface="Arial"/>
                <a:ea typeface="Arial"/>
                <a:cs typeface="Arial"/>
              </a:defRPr>
            </a:lvl7pPr>
            <a:lvl8pPr algn="l">
              <a:defRPr sz="2025" b="1">
                <a:solidFill>
                  <a:srgbClr val="182F44"/>
                </a:solidFill>
                <a:latin typeface="Arial"/>
                <a:ea typeface="Arial"/>
                <a:cs typeface="Arial"/>
              </a:defRPr>
            </a:lvl8pPr>
            <a:lvl9pPr algn="l">
              <a:defRPr sz="2025" b="1">
                <a:solidFill>
                  <a:srgbClr val="182F44"/>
                </a:solidFill>
                <a:latin typeface="Arial"/>
                <a:ea typeface="Arial"/>
                <a:cs typeface="Arial"/>
              </a:defRPr>
            </a:lvl9pPr>
          </a:lstStyle>
          <a:p xmlns:a="http://schemas.openxmlformats.org/drawingml/2006/main">
            <a:pPr algn="l">
              <a:defRPr sz="2025" b="1">
                <a:solidFill>
                  <a:srgbClr val="182F44"/>
                </a:solidFill>
                <a:latin typeface="Arial"/>
                <a:ea typeface="Arial"/>
                <a:cs typeface="Arial"/>
              </a:defRPr>
            </a:pPr>
            <a:r>
              <a:rPr sz="2025" b="1">
                <a:solidFill>
                  <a:srgbClr val="182F44"/>
                </a:solidFill>
                <a:latin typeface="Arial"/>
                <a:ea typeface="Arial"/>
                <a:cs typeface="Arial"/>
              </a:rPr>
              <a:t>ServiceConsultation</a:t>
            </a:r>
          </a:p>
        </p:txBody>
      </p:sp>
      <p:sp>
        <p:nvSpPr>
          <p:cNvPr id="7" name="">
            <a:extLst xmlns:a="http://schemas.openxmlformats.org/drawingml/2006/main">
              <a:ext uri="{FF2B5EF4-FFF2-40B4-BE49-F238E27FC236}">
                <a16:creationId xmlns:a16="http://schemas.microsoft.com/office/drawing/2014/main" id="{F3B93592-E3AF-4320-A515-679A85556D9F}"/>
              </a:ext>
            </a:extLst>
          </p:cNvPr>
          <p:cNvSpPr>
            <a:spLocks xmlns:a="http://schemas.openxmlformats.org/drawingml/2006/main" noGrp="1"/>
          </p:cNvSpPr>
          <p:nvPr/>
        </p:nvSpPr>
        <p:spPr>
          <a:xfrm xmlns:a="http://schemas.openxmlformats.org/drawingml/2006/main">
            <a:off x="790575" y="2543175"/>
            <a:ext cx="5086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F44"/>
                </a:solidFill>
                <a:latin typeface="Arial"/>
                <a:ea typeface="Arial"/>
                <a:cs typeface="Arial"/>
              </a:defRPr>
            </a:defPPr>
            <a:lvl1pPr algn="l">
              <a:defRPr sz="1800" b="0">
                <a:solidFill>
                  <a:srgbClr val="182F44"/>
                </a:solidFill>
                <a:latin typeface="Arial"/>
                <a:ea typeface="Arial"/>
                <a:cs typeface="Arial"/>
              </a:defRPr>
            </a:lvl1pPr>
            <a:lvl2pPr algn="l">
              <a:defRPr sz="1800" b="0">
                <a:solidFill>
                  <a:srgbClr val="182F44"/>
                </a:solidFill>
                <a:latin typeface="Arial"/>
                <a:ea typeface="Arial"/>
                <a:cs typeface="Arial"/>
              </a:defRPr>
            </a:lvl2pPr>
            <a:lvl3pPr algn="l">
              <a:defRPr sz="1800" b="0">
                <a:solidFill>
                  <a:srgbClr val="182F44"/>
                </a:solidFill>
                <a:latin typeface="Arial"/>
                <a:ea typeface="Arial"/>
                <a:cs typeface="Arial"/>
              </a:defRPr>
            </a:lvl3pPr>
            <a:lvl4pPr algn="l">
              <a:defRPr sz="1800" b="0">
                <a:solidFill>
                  <a:srgbClr val="182F44"/>
                </a:solidFill>
                <a:latin typeface="Arial"/>
                <a:ea typeface="Arial"/>
                <a:cs typeface="Arial"/>
              </a:defRPr>
            </a:lvl4pPr>
            <a:lvl5pPr algn="l">
              <a:defRPr sz="1800" b="0">
                <a:solidFill>
                  <a:srgbClr val="182F44"/>
                </a:solidFill>
                <a:latin typeface="Arial"/>
                <a:ea typeface="Arial"/>
                <a:cs typeface="Arial"/>
              </a:defRPr>
            </a:lvl5pPr>
            <a:lvl6pPr algn="l">
              <a:defRPr sz="1800" b="0">
                <a:solidFill>
                  <a:srgbClr val="182F44"/>
                </a:solidFill>
                <a:latin typeface="Arial"/>
                <a:ea typeface="Arial"/>
                <a:cs typeface="Arial"/>
              </a:defRPr>
            </a:lvl6pPr>
            <a:lvl7pPr algn="l">
              <a:defRPr sz="1800" b="0">
                <a:solidFill>
                  <a:srgbClr val="182F44"/>
                </a:solidFill>
                <a:latin typeface="Arial"/>
                <a:ea typeface="Arial"/>
                <a:cs typeface="Arial"/>
              </a:defRPr>
            </a:lvl7pPr>
            <a:lvl8pPr algn="l">
              <a:defRPr sz="1800" b="0">
                <a:solidFill>
                  <a:srgbClr val="182F44"/>
                </a:solidFill>
                <a:latin typeface="Arial"/>
                <a:ea typeface="Arial"/>
                <a:cs typeface="Arial"/>
              </a:defRPr>
            </a:lvl8pPr>
            <a:lvl9pPr algn="l">
              <a:defRPr sz="1800" b="0">
                <a:solidFill>
                  <a:srgbClr val="182F44"/>
                </a:solidFill>
                <a:latin typeface="Arial"/>
                <a:ea typeface="Arial"/>
                <a:cs typeface="Arial"/>
              </a:defRPr>
            </a:lvl9pPr>
          </a:lstStyle>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Appelle seulement Lire(id)</a:t>
            </a:r>
          </a:p>
        </p:txBody>
      </p:sp>
      <p:sp>
        <p:nvSpPr>
          <p:cNvPr id="8" name="">
            <a:extLst xmlns:a="http://schemas.openxmlformats.org/drawingml/2006/main">
              <a:ext uri="{FF2B5EF4-FFF2-40B4-BE49-F238E27FC236}">
                <a16:creationId xmlns:a16="http://schemas.microsoft.com/office/drawing/2014/main" id="{730B006C-CDF8-4D11-A938-2F2D52C3670F}"/>
              </a:ext>
            </a:extLst>
          </p:cNvPr>
          <p:cNvSpPr>
            <a:spLocks xmlns:a="http://schemas.openxmlformats.org/drawingml/2006/main" noGrp="1"/>
          </p:cNvSpPr>
          <p:nvPr/>
        </p:nvSpPr>
        <p:spPr>
          <a:xfrm xmlns:a="http://schemas.openxmlformats.org/drawingml/2006/main">
            <a:off x="9525000" y="1809750"/>
            <a:ext cx="5095875" cy="2095500"/>
          </a:xfrm>
          <a:prstGeom xmlns:a="http://schemas.openxmlformats.org/drawingml/2006/main" prst="rect">
            <a:avLst/>
          </a:prstGeom>
          <a:solidFill xmlns:a="http://schemas.openxmlformats.org/drawingml/2006/main">
            <a:srgbClr val="E8EDF0"/>
          </a:solidFill>
          <a:ln xmlns:a="http://schemas.openxmlformats.org/drawingml/2006/main" w="14288">
            <a:solidFill>
              <a:srgbClr val="B9C7CF"/>
            </a:solidFill>
          </a:ln>
        </p:spPr>
      </p:sp>
      <p:sp>
        <p:nvSpPr>
          <p:cNvPr id="9" name="">
            <a:extLst xmlns:a="http://schemas.openxmlformats.org/drawingml/2006/main">
              <a:ext uri="{FF2B5EF4-FFF2-40B4-BE49-F238E27FC236}">
                <a16:creationId xmlns:a16="http://schemas.microsoft.com/office/drawing/2014/main" id="{D899C8D5-B051-415A-9FA7-94B352AF7DE6}"/>
              </a:ext>
            </a:extLst>
          </p:cNvPr>
          <p:cNvSpPr>
            <a:spLocks xmlns:a="http://schemas.openxmlformats.org/drawingml/2006/main" noGrp="1"/>
          </p:cNvSpPr>
          <p:nvPr/>
        </p:nvSpPr>
        <p:spPr>
          <a:xfrm xmlns:a="http://schemas.openxmlformats.org/drawingml/2006/main">
            <a:off x="9696450" y="1943100"/>
            <a:ext cx="47529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182F44"/>
                </a:solidFill>
                <a:latin typeface="Arial"/>
                <a:ea typeface="Arial"/>
                <a:cs typeface="Arial"/>
              </a:defRPr>
            </a:defPPr>
            <a:lvl1pPr algn="l">
              <a:defRPr sz="2025" b="1">
                <a:solidFill>
                  <a:srgbClr val="182F44"/>
                </a:solidFill>
                <a:latin typeface="Arial"/>
                <a:ea typeface="Arial"/>
                <a:cs typeface="Arial"/>
              </a:defRPr>
            </a:lvl1pPr>
            <a:lvl2pPr algn="l">
              <a:defRPr sz="2025" b="1">
                <a:solidFill>
                  <a:srgbClr val="182F44"/>
                </a:solidFill>
                <a:latin typeface="Arial"/>
                <a:ea typeface="Arial"/>
                <a:cs typeface="Arial"/>
              </a:defRPr>
            </a:lvl2pPr>
            <a:lvl3pPr algn="l">
              <a:defRPr sz="2025" b="1">
                <a:solidFill>
                  <a:srgbClr val="182F44"/>
                </a:solidFill>
                <a:latin typeface="Arial"/>
                <a:ea typeface="Arial"/>
                <a:cs typeface="Arial"/>
              </a:defRPr>
            </a:lvl3pPr>
            <a:lvl4pPr algn="l">
              <a:defRPr sz="2025" b="1">
                <a:solidFill>
                  <a:srgbClr val="182F44"/>
                </a:solidFill>
                <a:latin typeface="Arial"/>
                <a:ea typeface="Arial"/>
                <a:cs typeface="Arial"/>
              </a:defRPr>
            </a:lvl4pPr>
            <a:lvl5pPr algn="l">
              <a:defRPr sz="2025" b="1">
                <a:solidFill>
                  <a:srgbClr val="182F44"/>
                </a:solidFill>
                <a:latin typeface="Arial"/>
                <a:ea typeface="Arial"/>
                <a:cs typeface="Arial"/>
              </a:defRPr>
            </a:lvl5pPr>
            <a:lvl6pPr algn="l">
              <a:defRPr sz="2025" b="1">
                <a:solidFill>
                  <a:srgbClr val="182F44"/>
                </a:solidFill>
                <a:latin typeface="Arial"/>
                <a:ea typeface="Arial"/>
                <a:cs typeface="Arial"/>
              </a:defRPr>
            </a:lvl6pPr>
            <a:lvl7pPr algn="l">
              <a:defRPr sz="2025" b="1">
                <a:solidFill>
                  <a:srgbClr val="182F44"/>
                </a:solidFill>
                <a:latin typeface="Arial"/>
                <a:ea typeface="Arial"/>
                <a:cs typeface="Arial"/>
              </a:defRPr>
            </a:lvl7pPr>
            <a:lvl8pPr algn="l">
              <a:defRPr sz="2025" b="1">
                <a:solidFill>
                  <a:srgbClr val="182F44"/>
                </a:solidFill>
                <a:latin typeface="Arial"/>
                <a:ea typeface="Arial"/>
                <a:cs typeface="Arial"/>
              </a:defRPr>
            </a:lvl8pPr>
            <a:lvl9pPr algn="l">
              <a:defRPr sz="2025" b="1">
                <a:solidFill>
                  <a:srgbClr val="182F44"/>
                </a:solidFill>
                <a:latin typeface="Arial"/>
                <a:ea typeface="Arial"/>
                <a:cs typeface="Arial"/>
              </a:defRPr>
            </a:lvl9pPr>
          </a:lstStyle>
          <a:p xmlns:a="http://schemas.openxmlformats.org/drawingml/2006/main">
            <a:pPr algn="l">
              <a:defRPr sz="2025" b="1">
                <a:solidFill>
                  <a:srgbClr val="182F44"/>
                </a:solidFill>
                <a:latin typeface="Arial"/>
                <a:ea typeface="Arial"/>
                <a:cs typeface="Arial"/>
              </a:defRPr>
            </a:pPr>
            <a:r>
              <a:rPr sz="2025" b="1">
                <a:solidFill>
                  <a:srgbClr val="182F44"/>
                </a:solidFill>
                <a:latin typeface="Arial"/>
                <a:ea typeface="Arial"/>
                <a:cs typeface="Arial"/>
              </a:rPr>
              <a:t>IStockageCommandes</a:t>
            </a:r>
          </a:p>
        </p:txBody>
      </p:sp>
      <p:sp>
        <p:nvSpPr>
          <p:cNvPr id="10" name="">
            <a:extLst xmlns:a="http://schemas.openxmlformats.org/drawingml/2006/main">
              <a:ext uri="{FF2B5EF4-FFF2-40B4-BE49-F238E27FC236}">
                <a16:creationId xmlns:a16="http://schemas.microsoft.com/office/drawing/2014/main" id="{7BB50ED8-85F0-4F2A-9903-B953849D4990}"/>
              </a:ext>
            </a:extLst>
          </p:cNvPr>
          <p:cNvSpPr>
            <a:spLocks xmlns:a="http://schemas.openxmlformats.org/drawingml/2006/main" noGrp="1"/>
          </p:cNvSpPr>
          <p:nvPr/>
        </p:nvSpPr>
        <p:spPr>
          <a:xfrm xmlns:a="http://schemas.openxmlformats.org/drawingml/2006/main">
            <a:off x="9696450" y="2352675"/>
            <a:ext cx="475297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F44"/>
                </a:solidFill>
                <a:latin typeface="Arial"/>
                <a:ea typeface="Arial"/>
                <a:cs typeface="Arial"/>
              </a:defRPr>
            </a:defPPr>
            <a:lvl1pPr algn="l">
              <a:defRPr sz="1800" b="0">
                <a:solidFill>
                  <a:srgbClr val="182F44"/>
                </a:solidFill>
                <a:latin typeface="Arial"/>
                <a:ea typeface="Arial"/>
                <a:cs typeface="Arial"/>
              </a:defRPr>
            </a:lvl1pPr>
            <a:lvl2pPr algn="l">
              <a:defRPr sz="1800" b="0">
                <a:solidFill>
                  <a:srgbClr val="182F44"/>
                </a:solidFill>
                <a:latin typeface="Arial"/>
                <a:ea typeface="Arial"/>
                <a:cs typeface="Arial"/>
              </a:defRPr>
            </a:lvl2pPr>
            <a:lvl3pPr algn="l">
              <a:defRPr sz="1800" b="0">
                <a:solidFill>
                  <a:srgbClr val="182F44"/>
                </a:solidFill>
                <a:latin typeface="Arial"/>
                <a:ea typeface="Arial"/>
                <a:cs typeface="Arial"/>
              </a:defRPr>
            </a:lvl3pPr>
            <a:lvl4pPr algn="l">
              <a:defRPr sz="1800" b="0">
                <a:solidFill>
                  <a:srgbClr val="182F44"/>
                </a:solidFill>
                <a:latin typeface="Arial"/>
                <a:ea typeface="Arial"/>
                <a:cs typeface="Arial"/>
              </a:defRPr>
            </a:lvl4pPr>
            <a:lvl5pPr algn="l">
              <a:defRPr sz="1800" b="0">
                <a:solidFill>
                  <a:srgbClr val="182F44"/>
                </a:solidFill>
                <a:latin typeface="Arial"/>
                <a:ea typeface="Arial"/>
                <a:cs typeface="Arial"/>
              </a:defRPr>
            </a:lvl5pPr>
            <a:lvl6pPr algn="l">
              <a:defRPr sz="1800" b="0">
                <a:solidFill>
                  <a:srgbClr val="182F44"/>
                </a:solidFill>
                <a:latin typeface="Arial"/>
                <a:ea typeface="Arial"/>
                <a:cs typeface="Arial"/>
              </a:defRPr>
            </a:lvl6pPr>
            <a:lvl7pPr algn="l">
              <a:defRPr sz="1800" b="0">
                <a:solidFill>
                  <a:srgbClr val="182F44"/>
                </a:solidFill>
                <a:latin typeface="Arial"/>
                <a:ea typeface="Arial"/>
                <a:cs typeface="Arial"/>
              </a:defRPr>
            </a:lvl7pPr>
            <a:lvl8pPr algn="l">
              <a:defRPr sz="1800" b="0">
                <a:solidFill>
                  <a:srgbClr val="182F44"/>
                </a:solidFill>
                <a:latin typeface="Arial"/>
                <a:ea typeface="Arial"/>
                <a:cs typeface="Arial"/>
              </a:defRPr>
            </a:lvl8pPr>
            <a:lvl9pPr algn="l">
              <a:defRPr sz="1800" b="0">
                <a:solidFill>
                  <a:srgbClr val="182F44"/>
                </a:solidFill>
                <a:latin typeface="Arial"/>
                <a:ea typeface="Arial"/>
                <a:cs typeface="Arial"/>
              </a:defRPr>
            </a:lvl9pPr>
          </a:lstStyle>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Lire(id)</a:t>
            </a:r>
          </a:p>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Enregistrer(commande)</a:t>
            </a:r>
          </a:p>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Supprimer(id)</a:t>
            </a:r>
          </a:p>
        </p:txBody>
      </p:sp>
      <p:sp>
        <p:nvSpPr>
          <p:cNvPr id="12" name="">
            <a:extLst xmlns:a="http://schemas.openxmlformats.org/drawingml/2006/main">
              <a:ext uri="{FF2B5EF4-FFF2-40B4-BE49-F238E27FC236}">
                <a16:creationId xmlns:a16="http://schemas.microsoft.com/office/drawing/2014/main" id="{AD64BADA-EC2F-4A3D-82B3-D2DDAED9EAE9}"/>
              </a:ext>
            </a:extLst>
          </p:cNvPr>
          <p:cNvSpPr>
            <a:spLocks xmlns:a="http://schemas.openxmlformats.org/drawingml/2006/main" noGrp="1"/>
          </p:cNvSpPr>
          <p:nvPr/>
        </p:nvSpPr>
        <p:spPr>
          <a:xfrm xmlns:a="http://schemas.openxmlformats.org/drawingml/2006/main">
            <a:off x="6905625" y="2238375"/>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76B91"/>
                </a:solidFill>
                <a:latin typeface="Arial"/>
                <a:ea typeface="Arial"/>
                <a:cs typeface="Arial"/>
              </a:defRPr>
            </a:defPPr>
            <a:lvl1pPr algn="l">
              <a:defRPr sz="1800" b="0">
                <a:solidFill>
                  <a:srgbClr val="176B91"/>
                </a:solidFill>
                <a:latin typeface="Arial"/>
                <a:ea typeface="Arial"/>
                <a:cs typeface="Arial"/>
              </a:defRPr>
            </a:lvl1pPr>
            <a:lvl2pPr algn="l">
              <a:defRPr sz="1800" b="0">
                <a:solidFill>
                  <a:srgbClr val="176B91"/>
                </a:solidFill>
                <a:latin typeface="Arial"/>
                <a:ea typeface="Arial"/>
                <a:cs typeface="Arial"/>
              </a:defRPr>
            </a:lvl2pPr>
            <a:lvl3pPr algn="l">
              <a:defRPr sz="1800" b="0">
                <a:solidFill>
                  <a:srgbClr val="176B91"/>
                </a:solidFill>
                <a:latin typeface="Arial"/>
                <a:ea typeface="Arial"/>
                <a:cs typeface="Arial"/>
              </a:defRPr>
            </a:lvl3pPr>
            <a:lvl4pPr algn="l">
              <a:defRPr sz="1800" b="0">
                <a:solidFill>
                  <a:srgbClr val="176B91"/>
                </a:solidFill>
                <a:latin typeface="Arial"/>
                <a:ea typeface="Arial"/>
                <a:cs typeface="Arial"/>
              </a:defRPr>
            </a:lvl4pPr>
            <a:lvl5pPr algn="l">
              <a:defRPr sz="1800" b="0">
                <a:solidFill>
                  <a:srgbClr val="176B91"/>
                </a:solidFill>
                <a:latin typeface="Arial"/>
                <a:ea typeface="Arial"/>
                <a:cs typeface="Arial"/>
              </a:defRPr>
            </a:lvl5pPr>
            <a:lvl6pPr algn="l">
              <a:defRPr sz="1800" b="0">
                <a:solidFill>
                  <a:srgbClr val="176B91"/>
                </a:solidFill>
                <a:latin typeface="Arial"/>
                <a:ea typeface="Arial"/>
                <a:cs typeface="Arial"/>
              </a:defRPr>
            </a:lvl6pPr>
            <a:lvl7pPr algn="l">
              <a:defRPr sz="1800" b="0">
                <a:solidFill>
                  <a:srgbClr val="176B91"/>
                </a:solidFill>
                <a:latin typeface="Arial"/>
                <a:ea typeface="Arial"/>
                <a:cs typeface="Arial"/>
              </a:defRPr>
            </a:lvl7pPr>
            <a:lvl8pPr algn="l">
              <a:defRPr sz="1800" b="0">
                <a:solidFill>
                  <a:srgbClr val="176B91"/>
                </a:solidFill>
                <a:latin typeface="Arial"/>
                <a:ea typeface="Arial"/>
                <a:cs typeface="Arial"/>
              </a:defRPr>
            </a:lvl8pPr>
            <a:lvl9pPr algn="l">
              <a:defRPr sz="1800" b="0">
                <a:solidFill>
                  <a:srgbClr val="176B91"/>
                </a:solidFill>
                <a:latin typeface="Arial"/>
                <a:ea typeface="Arial"/>
                <a:cs typeface="Arial"/>
              </a:defRPr>
            </a:lvl9pPr>
          </a:lstStyle>
          <a:p xmlns:a="http://schemas.openxmlformats.org/drawingml/2006/main">
            <a:pPr algn="l">
              <a:defRPr sz="1800" b="0">
                <a:solidFill>
                  <a:srgbClr val="176B91"/>
                </a:solidFill>
                <a:latin typeface="Arial"/>
                <a:ea typeface="Arial"/>
                <a:cs typeface="Arial"/>
              </a:defRPr>
            </a:pPr>
            <a:r>
              <a:rPr sz="1800" b="0">
                <a:solidFill>
                  <a:srgbClr val="176B91"/>
                </a:solidFill>
                <a:latin typeface="Arial"/>
                <a:ea typeface="Arial"/>
                <a:cs typeface="Arial"/>
              </a:rPr>
              <a:t>dépend de</a:t>
            </a:r>
          </a:p>
        </p:txBody>
      </p:sp>
      <p:sp>
        <p:nvSpPr>
          <p:cNvPr id="13" name="">
            <a:extLst xmlns:a="http://schemas.openxmlformats.org/drawingml/2006/main">
              <a:ext uri="{FF2B5EF4-FFF2-40B4-BE49-F238E27FC236}">
                <a16:creationId xmlns:a16="http://schemas.microsoft.com/office/drawing/2014/main" id="{EF12767D-E125-4A5C-99F3-163C4ED3F9CF}"/>
              </a:ext>
            </a:extLst>
          </p:cNvPr>
          <p:cNvSpPr>
            <a:spLocks xmlns:a="http://schemas.openxmlformats.org/drawingml/2006/main" noGrp="1"/>
          </p:cNvSpPr>
          <p:nvPr/>
        </p:nvSpPr>
        <p:spPr>
          <a:xfrm xmlns:a="http://schemas.openxmlformats.org/drawingml/2006/main">
            <a:off x="619125" y="4191000"/>
            <a:ext cx="1381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82F44"/>
                </a:solidFill>
                <a:latin typeface="Arial"/>
                <a:ea typeface="Arial"/>
                <a:cs typeface="Arial"/>
              </a:defRPr>
            </a:defPPr>
            <a:lvl1pPr algn="l">
              <a:defRPr sz="2175" b="0">
                <a:solidFill>
                  <a:srgbClr val="182F44"/>
                </a:solidFill>
                <a:latin typeface="Arial"/>
                <a:ea typeface="Arial"/>
                <a:cs typeface="Arial"/>
              </a:defRPr>
            </a:lvl1pPr>
            <a:lvl2pPr algn="l">
              <a:defRPr sz="2175" b="0">
                <a:solidFill>
                  <a:srgbClr val="182F44"/>
                </a:solidFill>
                <a:latin typeface="Arial"/>
                <a:ea typeface="Arial"/>
                <a:cs typeface="Arial"/>
              </a:defRPr>
            </a:lvl2pPr>
            <a:lvl3pPr algn="l">
              <a:defRPr sz="2175" b="0">
                <a:solidFill>
                  <a:srgbClr val="182F44"/>
                </a:solidFill>
                <a:latin typeface="Arial"/>
                <a:ea typeface="Arial"/>
                <a:cs typeface="Arial"/>
              </a:defRPr>
            </a:lvl3pPr>
            <a:lvl4pPr algn="l">
              <a:defRPr sz="2175" b="0">
                <a:solidFill>
                  <a:srgbClr val="182F44"/>
                </a:solidFill>
                <a:latin typeface="Arial"/>
                <a:ea typeface="Arial"/>
                <a:cs typeface="Arial"/>
              </a:defRPr>
            </a:lvl4pPr>
            <a:lvl5pPr algn="l">
              <a:defRPr sz="2175" b="0">
                <a:solidFill>
                  <a:srgbClr val="182F44"/>
                </a:solidFill>
                <a:latin typeface="Arial"/>
                <a:ea typeface="Arial"/>
                <a:cs typeface="Arial"/>
              </a:defRPr>
            </a:lvl5pPr>
            <a:lvl6pPr algn="l">
              <a:defRPr sz="2175" b="0">
                <a:solidFill>
                  <a:srgbClr val="182F44"/>
                </a:solidFill>
                <a:latin typeface="Arial"/>
                <a:ea typeface="Arial"/>
                <a:cs typeface="Arial"/>
              </a:defRPr>
            </a:lvl6pPr>
            <a:lvl7pPr algn="l">
              <a:defRPr sz="2175" b="0">
                <a:solidFill>
                  <a:srgbClr val="182F44"/>
                </a:solidFill>
                <a:latin typeface="Arial"/>
                <a:ea typeface="Arial"/>
                <a:cs typeface="Arial"/>
              </a:defRPr>
            </a:lvl7pPr>
            <a:lvl8pPr algn="l">
              <a:defRPr sz="2175" b="0">
                <a:solidFill>
                  <a:srgbClr val="182F44"/>
                </a:solidFill>
                <a:latin typeface="Arial"/>
                <a:ea typeface="Arial"/>
                <a:cs typeface="Arial"/>
              </a:defRPr>
            </a:lvl8pPr>
            <a:lvl9pPr algn="l">
              <a:defRPr sz="2175" b="0">
                <a:solidFill>
                  <a:srgbClr val="182F44"/>
                </a:solidFill>
                <a:latin typeface="Arial"/>
                <a:ea typeface="Arial"/>
                <a:cs typeface="Arial"/>
              </a:defRPr>
            </a:lvl9pPr>
          </a:lstStyle>
          <a:p xmlns:a="http://schemas.openxmlformats.org/drawingml/2006/main">
            <a:pPr algn="l">
              <a:defRPr sz="2175" b="0">
                <a:solidFill>
                  <a:srgbClr val="182F44"/>
                </a:solidFill>
                <a:latin typeface="Arial"/>
                <a:ea typeface="Arial"/>
                <a:cs typeface="Arial"/>
              </a:defRPr>
            </a:pPr>
            <a:r>
              <a:rPr sz="2175" b="0">
                <a:solidFill>
                  <a:srgbClr val="182F44"/>
                </a:solidFill>
                <a:latin typeface="Arial"/>
                <a:ea typeface="Arial"/>
                <a:cs typeface="Arial"/>
              </a:rPr>
              <a:t>Le stockage implémente correctement les trois opérations : cet exemple ne suppose donc aucune violation du LSP.</a:t>
            </a:r>
          </a:p>
        </p:txBody>
      </p:sp>
      <p:sp>
        <p:nvSpPr>
          <p:cNvPr id="14" name="">
            <a:extLst xmlns:a="http://schemas.openxmlformats.org/drawingml/2006/main">
              <a:ext uri="{FF2B5EF4-FFF2-40B4-BE49-F238E27FC236}">
                <a16:creationId xmlns:a16="http://schemas.microsoft.com/office/drawing/2014/main" id="{62C76691-9A71-4EEB-AC78-9E17FE940831}"/>
              </a:ext>
            </a:extLst>
          </p:cNvPr>
          <p:cNvSpPr>
            <a:spLocks xmlns:a="http://schemas.openxmlformats.org/drawingml/2006/main" noGrp="1"/>
          </p:cNvSpPr>
          <p:nvPr/>
        </p:nvSpPr>
        <p:spPr>
          <a:xfrm xmlns:a="http://schemas.openxmlformats.org/drawingml/2006/main">
            <a:off x="619125" y="5476875"/>
            <a:ext cx="1362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176B91"/>
                </a:solidFill>
                <a:latin typeface="Arial"/>
                <a:ea typeface="Arial"/>
                <a:cs typeface="Arial"/>
              </a:defRPr>
            </a:defPPr>
            <a:lvl1pPr algn="l">
              <a:defRPr sz="2175" b="1">
                <a:solidFill>
                  <a:srgbClr val="176B91"/>
                </a:solidFill>
                <a:latin typeface="Arial"/>
                <a:ea typeface="Arial"/>
                <a:cs typeface="Arial"/>
              </a:defRPr>
            </a:lvl1pPr>
            <a:lvl2pPr algn="l">
              <a:defRPr sz="2175" b="1">
                <a:solidFill>
                  <a:srgbClr val="176B91"/>
                </a:solidFill>
                <a:latin typeface="Arial"/>
                <a:ea typeface="Arial"/>
                <a:cs typeface="Arial"/>
              </a:defRPr>
            </a:lvl2pPr>
            <a:lvl3pPr algn="l">
              <a:defRPr sz="2175" b="1">
                <a:solidFill>
                  <a:srgbClr val="176B91"/>
                </a:solidFill>
                <a:latin typeface="Arial"/>
                <a:ea typeface="Arial"/>
                <a:cs typeface="Arial"/>
              </a:defRPr>
            </a:lvl3pPr>
            <a:lvl4pPr algn="l">
              <a:defRPr sz="2175" b="1">
                <a:solidFill>
                  <a:srgbClr val="176B91"/>
                </a:solidFill>
                <a:latin typeface="Arial"/>
                <a:ea typeface="Arial"/>
                <a:cs typeface="Arial"/>
              </a:defRPr>
            </a:lvl4pPr>
            <a:lvl5pPr algn="l">
              <a:defRPr sz="2175" b="1">
                <a:solidFill>
                  <a:srgbClr val="176B91"/>
                </a:solidFill>
                <a:latin typeface="Arial"/>
                <a:ea typeface="Arial"/>
                <a:cs typeface="Arial"/>
              </a:defRPr>
            </a:lvl5pPr>
            <a:lvl6pPr algn="l">
              <a:defRPr sz="2175" b="1">
                <a:solidFill>
                  <a:srgbClr val="176B91"/>
                </a:solidFill>
                <a:latin typeface="Arial"/>
                <a:ea typeface="Arial"/>
                <a:cs typeface="Arial"/>
              </a:defRPr>
            </a:lvl6pPr>
            <a:lvl7pPr algn="l">
              <a:defRPr sz="2175" b="1">
                <a:solidFill>
                  <a:srgbClr val="176B91"/>
                </a:solidFill>
                <a:latin typeface="Arial"/>
                <a:ea typeface="Arial"/>
                <a:cs typeface="Arial"/>
              </a:defRPr>
            </a:lvl7pPr>
            <a:lvl8pPr algn="l">
              <a:defRPr sz="2175" b="1">
                <a:solidFill>
                  <a:srgbClr val="176B91"/>
                </a:solidFill>
                <a:latin typeface="Arial"/>
                <a:ea typeface="Arial"/>
                <a:cs typeface="Arial"/>
              </a:defRPr>
            </a:lvl8pPr>
            <a:lvl9pPr algn="l">
              <a:defRPr sz="2175" b="1">
                <a:solidFill>
                  <a:srgbClr val="176B91"/>
                </a:solidFill>
                <a:latin typeface="Arial"/>
                <a:ea typeface="Arial"/>
                <a:cs typeface="Arial"/>
              </a:defRPr>
            </a:lvl9pPr>
          </a:lstStyle>
          <a:p xmlns:a="http://schemas.openxmlformats.org/drawingml/2006/main">
            <a:pPr algn="l">
              <a:defRPr sz="2175" b="1">
                <a:solidFill>
                  <a:srgbClr val="176B91"/>
                </a:solidFill>
                <a:latin typeface="Arial"/>
                <a:ea typeface="Arial"/>
                <a:cs typeface="Arial"/>
              </a:defRPr>
            </a:pPr>
            <a:r>
              <a:rPr sz="2175" b="1">
                <a:solidFill>
                  <a:srgbClr val="176B91"/>
                </a:solidFill>
                <a:latin typeface="Arial"/>
                <a:ea typeface="Arial"/>
                <a:cs typeface="Arial"/>
              </a:rPr>
              <a:t>Le couplage inutile</a:t>
            </a:r>
          </a:p>
        </p:txBody>
      </p:sp>
      <p:sp>
        <p:nvSpPr>
          <p:cNvPr id="15" name="">
            <a:extLst xmlns:a="http://schemas.openxmlformats.org/drawingml/2006/main">
              <a:ext uri="{FF2B5EF4-FFF2-40B4-BE49-F238E27FC236}">
                <a16:creationId xmlns:a16="http://schemas.microsoft.com/office/drawing/2014/main" id="{0285150D-D791-477A-B7C2-3D69A326D2A0}"/>
              </a:ext>
            </a:extLst>
          </p:cNvPr>
          <p:cNvSpPr>
            <a:spLocks xmlns:a="http://schemas.openxmlformats.org/drawingml/2006/main" noGrp="1"/>
          </p:cNvSpPr>
          <p:nvPr/>
        </p:nvSpPr>
        <p:spPr>
          <a:xfrm xmlns:a="http://schemas.openxmlformats.org/drawingml/2006/main">
            <a:off x="619125" y="6048375"/>
            <a:ext cx="1381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F44"/>
                </a:solidFill>
                <a:latin typeface="Arial"/>
                <a:ea typeface="Arial"/>
                <a:cs typeface="Arial"/>
              </a:defRPr>
            </a:defPPr>
            <a:lvl1pPr algn="l">
              <a:defRPr sz="2100" b="0">
                <a:solidFill>
                  <a:srgbClr val="182F44"/>
                </a:solidFill>
                <a:latin typeface="Arial"/>
                <a:ea typeface="Arial"/>
                <a:cs typeface="Arial"/>
              </a:defRPr>
            </a:lvl1pPr>
            <a:lvl2pPr algn="l">
              <a:defRPr sz="2100" b="0">
                <a:solidFill>
                  <a:srgbClr val="182F44"/>
                </a:solidFill>
                <a:latin typeface="Arial"/>
                <a:ea typeface="Arial"/>
                <a:cs typeface="Arial"/>
              </a:defRPr>
            </a:lvl2pPr>
            <a:lvl3pPr algn="l">
              <a:defRPr sz="2100" b="0">
                <a:solidFill>
                  <a:srgbClr val="182F44"/>
                </a:solidFill>
                <a:latin typeface="Arial"/>
                <a:ea typeface="Arial"/>
                <a:cs typeface="Arial"/>
              </a:defRPr>
            </a:lvl3pPr>
            <a:lvl4pPr algn="l">
              <a:defRPr sz="2100" b="0">
                <a:solidFill>
                  <a:srgbClr val="182F44"/>
                </a:solidFill>
                <a:latin typeface="Arial"/>
                <a:ea typeface="Arial"/>
                <a:cs typeface="Arial"/>
              </a:defRPr>
            </a:lvl4pPr>
            <a:lvl5pPr algn="l">
              <a:defRPr sz="2100" b="0">
                <a:solidFill>
                  <a:srgbClr val="182F44"/>
                </a:solidFill>
                <a:latin typeface="Arial"/>
                <a:ea typeface="Arial"/>
                <a:cs typeface="Arial"/>
              </a:defRPr>
            </a:lvl5pPr>
            <a:lvl6pPr algn="l">
              <a:defRPr sz="2100" b="0">
                <a:solidFill>
                  <a:srgbClr val="182F44"/>
                </a:solidFill>
                <a:latin typeface="Arial"/>
                <a:ea typeface="Arial"/>
                <a:cs typeface="Arial"/>
              </a:defRPr>
            </a:lvl6pPr>
            <a:lvl7pPr algn="l">
              <a:defRPr sz="2100" b="0">
                <a:solidFill>
                  <a:srgbClr val="182F44"/>
                </a:solidFill>
                <a:latin typeface="Arial"/>
                <a:ea typeface="Arial"/>
                <a:cs typeface="Arial"/>
              </a:defRPr>
            </a:lvl7pPr>
            <a:lvl8pPr algn="l">
              <a:defRPr sz="2100" b="0">
                <a:solidFill>
                  <a:srgbClr val="182F44"/>
                </a:solidFill>
                <a:latin typeface="Arial"/>
                <a:ea typeface="Arial"/>
                <a:cs typeface="Arial"/>
              </a:defRPr>
            </a:lvl8pPr>
            <a:lvl9pPr algn="l">
              <a:defRPr sz="2100" b="0">
                <a:solidFill>
                  <a:srgbClr val="182F44"/>
                </a:solidFill>
                <a:latin typeface="Arial"/>
                <a:ea typeface="Arial"/>
                <a:cs typeface="Arial"/>
              </a:defRPr>
            </a:lvl9pPr>
          </a:lstStyle>
          <a:p xmlns:a="http://schemas.openxmlformats.org/drawingml/2006/main">
            <a:pPr algn="l">
              <a:defRPr sz="2100" b="0">
                <a:solidFill>
                  <a:srgbClr val="182F44"/>
                </a:solidFill>
                <a:latin typeface="Arial"/>
                <a:ea typeface="Arial"/>
                <a:cs typeface="Arial"/>
              </a:defRPr>
            </a:pPr>
            <a:r>
              <a:rPr sz="2100" b="0">
                <a:solidFill>
                  <a:srgbClr val="182F44"/>
                </a:solidFill>
                <a:latin typeface="Arial"/>
                <a:ea typeface="Arial"/>
                <a:cs typeface="Arial"/>
              </a:rPr>
              <a:t>Le service de consultation référence un contrat qui évolue aussi pour des besoins d’écriture ou de suppression. Selon le langage et l’organisation des modules, ces évolutions peuvent élargir les recompilations, les adaptations de doublures de test ou les vérifications nécessaires.</a:t>
            </a:r>
          </a:p>
        </p:txBody>
      </p:sp>
    </p:spTree>
    <p:extLst>
      <p:ext uri="{BB962C8B-B14F-4D97-AF65-F5344CB8AC3E}">
        <p14:creationId xmlns:p14="http://schemas.microsoft.com/office/powerpoint/2010/main" val="991998830"/>
      </p:ext>
    </p:extLst>
  </p:cSld>
</p:sld>
</file>

<file path=ppt/slides/slide8.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cxnSp>
        <p:nvCxnSpPr>
          <p:cNvPr id="27" name="">
            <a:extLst xmlns:a="http://schemas.openxmlformats.org/drawingml/2006/main">
              <a:ext uri="{FF2B5EF4-FFF2-40B4-BE49-F238E27FC236}">
                <a16:creationId xmlns:a16="http://schemas.microsoft.com/office/drawing/2014/main" id="{364B74F4-C3E8-4BED-A71D-9C27E0E946B8}"/>
              </a:ext>
            </a:extLst>
          </p:cNvPr>
          <p:cNvCxnSpPr>
            <a:stCxn xmlns:a="http://schemas.openxmlformats.org/drawingml/2006/main" id="21" idx="3"/>
            <a:endCxn xmlns:a="http://schemas.openxmlformats.org/drawingml/2006/main" id="24" idx="1"/>
          </p:cNvCxnSpPr>
          <p:nvPr/>
        </p:nvCxnSpPr>
        <p:spPr>
          <a:xfrm xmlns:a="http://schemas.openxmlformats.org/drawingml/2006/main">
            <a:off x="6048375" y="5691188"/>
            <a:ext cx="3476625" cy="90488"/>
          </a:xfrm>
          <a:prstGeom xmlns:a="http://schemas.openxmlformats.org/drawingml/2006/main" prst="bentConnector4">
            <a:avLst/>
          </a:prstGeom>
          <a:ln xmlns:a="http://schemas.openxmlformats.org/drawingml/2006/main" w="23813">
            <a:solidFill>
              <a:srgbClr val="176B91"/>
            </a:solidFill>
            <a:prstDash val="solid"/>
            <a:tailEnd type="arrow" w="med" len="med"/>
          </a:ln>
        </p:spPr>
      </p:cxnSp>
      <p:cxnSp>
        <p:nvCxnSpPr>
          <p:cNvPr id="19" name="">
            <a:extLst xmlns:a="http://schemas.openxmlformats.org/drawingml/2006/main">
              <a:ext uri="{FF2B5EF4-FFF2-40B4-BE49-F238E27FC236}">
                <a16:creationId xmlns:a16="http://schemas.microsoft.com/office/drawing/2014/main" id="{AC5B95A2-8D2E-4271-8AB9-2D3DCD72613C}"/>
              </a:ext>
            </a:extLst>
          </p:cNvPr>
          <p:cNvCxnSpPr>
            <a:stCxn xmlns:a="http://schemas.openxmlformats.org/drawingml/2006/main" id="13" idx="3"/>
            <a:endCxn xmlns:a="http://schemas.openxmlformats.org/drawingml/2006/main" id="16" idx="1"/>
          </p:cNvCxnSpPr>
          <p:nvPr/>
        </p:nvCxnSpPr>
        <p:spPr>
          <a:xfrm xmlns:a="http://schemas.openxmlformats.org/drawingml/2006/main">
            <a:off x="6048375" y="4071938"/>
            <a:ext cx="3476625" cy="90488"/>
          </a:xfrm>
          <a:prstGeom xmlns:a="http://schemas.openxmlformats.org/drawingml/2006/main" prst="bentConnector4">
            <a:avLst/>
          </a:prstGeom>
          <a:ln xmlns:a="http://schemas.openxmlformats.org/drawingml/2006/main" w="23813">
            <a:solidFill>
              <a:srgbClr val="176B91"/>
            </a:solidFill>
            <a:prstDash val="solid"/>
            <a:tailEnd type="arrow" w="med" len="med"/>
          </a:ln>
        </p:spPr>
      </p:cxnSp>
      <p:cxnSp>
        <p:nvCxnSpPr>
          <p:cNvPr id="11" name="">
            <a:extLst xmlns:a="http://schemas.openxmlformats.org/drawingml/2006/main">
              <a:ext uri="{FF2B5EF4-FFF2-40B4-BE49-F238E27FC236}">
                <a16:creationId xmlns:a16="http://schemas.microsoft.com/office/drawing/2014/main" id="{F4C8A662-DCB8-4D56-9F98-72B9DDE39296}"/>
              </a:ext>
            </a:extLst>
          </p:cNvPr>
          <p:cNvCxnSpPr>
            <a:stCxn xmlns:a="http://schemas.openxmlformats.org/drawingml/2006/main" id="5" idx="3"/>
            <a:endCxn xmlns:a="http://schemas.openxmlformats.org/drawingml/2006/main" id="8" idx="1"/>
          </p:cNvCxnSpPr>
          <p:nvPr/>
        </p:nvCxnSpPr>
        <p:spPr>
          <a:xfrm xmlns:a="http://schemas.openxmlformats.org/drawingml/2006/main">
            <a:off x="6048375" y="2452688"/>
            <a:ext cx="3476625" cy="90488"/>
          </a:xfrm>
          <a:prstGeom xmlns:a="http://schemas.openxmlformats.org/drawingml/2006/main" prst="bentConnector4">
            <a:avLst/>
          </a:prstGeom>
          <a:ln xmlns:a="http://schemas.openxmlformats.org/drawingml/2006/main" w="23813">
            <a:solidFill>
              <a:srgbClr val="176B91"/>
            </a:solidFill>
            <a:prstDash val="solid"/>
            <a:tailEnd type="arrow" w="med" len="med"/>
          </a:ln>
        </p:spPr>
      </p:cxnSp>
      <p:sp>
        <p:nvSpPr>
          <p:cNvPr id="31" name="">
            <a:extLst xmlns:a="http://schemas.openxmlformats.org/drawingml/2006/main">
              <a:ext uri="{FF2B5EF4-FFF2-40B4-BE49-F238E27FC236}">
                <a16:creationId xmlns:a16="http://schemas.microsoft.com/office/drawing/2014/main" id="{679A9CC2-3DC9-4F38-B78E-C7D5989E9FB4}"/>
              </a:ext>
            </a:extLst>
          </p:cNvPr>
          <p:cNvSpPr>
            <a:spLocks xmlns:a="http://schemas.openxmlformats.org/drawingml/2006/main" noGrp="1"/>
          </p:cNvSpPr>
          <p:nvPr/>
        </p:nvSpPr>
        <p:spPr>
          <a:xfrm xmlns:a="http://schemas.openxmlformats.org/drawingml/2006/main">
            <a:off x="619125" y="304800"/>
            <a:ext cx="1333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087F83"/>
                </a:solidFill>
                <a:latin typeface="Arial"/>
                <a:ea typeface="Arial"/>
                <a:cs typeface="Arial"/>
              </a:defRPr>
            </a:defPPr>
            <a:lvl1pPr algn="l">
              <a:defRPr sz="1350" b="1">
                <a:solidFill>
                  <a:srgbClr val="087F83"/>
                </a:solidFill>
                <a:latin typeface="Arial"/>
                <a:ea typeface="Arial"/>
                <a:cs typeface="Arial"/>
              </a:defRPr>
            </a:lvl1pPr>
            <a:lvl2pPr algn="l">
              <a:defRPr sz="1350" b="1">
                <a:solidFill>
                  <a:srgbClr val="087F83"/>
                </a:solidFill>
                <a:latin typeface="Arial"/>
                <a:ea typeface="Arial"/>
                <a:cs typeface="Arial"/>
              </a:defRPr>
            </a:lvl2pPr>
            <a:lvl3pPr algn="l">
              <a:defRPr sz="1350" b="1">
                <a:solidFill>
                  <a:srgbClr val="087F83"/>
                </a:solidFill>
                <a:latin typeface="Arial"/>
                <a:ea typeface="Arial"/>
                <a:cs typeface="Arial"/>
              </a:defRPr>
            </a:lvl3pPr>
            <a:lvl4pPr algn="l">
              <a:defRPr sz="1350" b="1">
                <a:solidFill>
                  <a:srgbClr val="087F83"/>
                </a:solidFill>
                <a:latin typeface="Arial"/>
                <a:ea typeface="Arial"/>
                <a:cs typeface="Arial"/>
              </a:defRPr>
            </a:lvl4pPr>
            <a:lvl5pPr algn="l">
              <a:defRPr sz="1350" b="1">
                <a:solidFill>
                  <a:srgbClr val="087F83"/>
                </a:solidFill>
                <a:latin typeface="Arial"/>
                <a:ea typeface="Arial"/>
                <a:cs typeface="Arial"/>
              </a:defRPr>
            </a:lvl5pPr>
            <a:lvl6pPr algn="l">
              <a:defRPr sz="1350" b="1">
                <a:solidFill>
                  <a:srgbClr val="087F83"/>
                </a:solidFill>
                <a:latin typeface="Arial"/>
                <a:ea typeface="Arial"/>
                <a:cs typeface="Arial"/>
              </a:defRPr>
            </a:lvl6pPr>
            <a:lvl7pPr algn="l">
              <a:defRPr sz="1350" b="1">
                <a:solidFill>
                  <a:srgbClr val="087F83"/>
                </a:solidFill>
                <a:latin typeface="Arial"/>
                <a:ea typeface="Arial"/>
                <a:cs typeface="Arial"/>
              </a:defRPr>
            </a:lvl7pPr>
            <a:lvl8pPr algn="l">
              <a:defRPr sz="1350" b="1">
                <a:solidFill>
                  <a:srgbClr val="087F83"/>
                </a:solidFill>
                <a:latin typeface="Arial"/>
                <a:ea typeface="Arial"/>
                <a:cs typeface="Arial"/>
              </a:defRPr>
            </a:lvl8pPr>
            <a:lvl9pPr algn="l">
              <a:defRPr sz="1350" b="1">
                <a:solidFill>
                  <a:srgbClr val="087F83"/>
                </a:solidFill>
                <a:latin typeface="Arial"/>
                <a:ea typeface="Arial"/>
                <a:cs typeface="Arial"/>
              </a:defRPr>
            </a:lvl9pPr>
          </a:lstStyle>
          <a:p xmlns:a="http://schemas.openxmlformats.org/drawingml/2006/main">
            <a:pPr algn="l">
              <a:defRPr sz="1350" b="1">
                <a:solidFill>
                  <a:srgbClr val="087F83"/>
                </a:solidFill>
                <a:latin typeface="Arial"/>
                <a:ea typeface="Arial"/>
                <a:cs typeface="Arial"/>
              </a:defRPr>
            </a:pPr>
            <a:r>
              <a:rPr sz="1350" b="1">
                <a:solidFill>
                  <a:srgbClr val="087F83"/>
                </a:solidFill>
                <a:latin typeface="Arial"/>
                <a:ea typeface="Arial"/>
                <a:cs typeface="Arial"/>
              </a:rPr>
              <a:t>ISP • DÉPENDANCES APRÈS SÉPARATION</a:t>
            </a:r>
          </a:p>
        </p:txBody>
      </p:sp>
      <p:sp>
        <p:nvSpPr>
          <p:cNvPr id="2" name="">
            <a:extLst xmlns:a="http://schemas.openxmlformats.org/drawingml/2006/main">
              <a:ext uri="{FF2B5EF4-FFF2-40B4-BE49-F238E27FC236}">
                <a16:creationId xmlns:a16="http://schemas.microsoft.com/office/drawing/2014/main" id="{DAF60617-35D8-403D-A2DD-3E0E11A9882A}"/>
              </a:ext>
            </a:extLst>
          </p:cNvPr>
          <p:cNvSpPr>
            <a:spLocks xmlns:a="http://schemas.openxmlformats.org/drawingml/2006/main" noGrp="1"/>
          </p:cNvSpPr>
          <p:nvPr/>
        </p:nvSpPr>
        <p:spPr>
          <a:xfrm xmlns:a="http://schemas.openxmlformats.org/drawingml/2006/main">
            <a:off x="619125" y="723900"/>
            <a:ext cx="1390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82F44"/>
                </a:solidFill>
                <a:latin typeface="Arial"/>
                <a:ea typeface="Arial"/>
                <a:cs typeface="Arial"/>
              </a:defRPr>
            </a:defPPr>
            <a:lvl1pPr algn="l">
              <a:defRPr sz="3300" b="1">
                <a:solidFill>
                  <a:srgbClr val="182F44"/>
                </a:solidFill>
                <a:latin typeface="Arial"/>
                <a:ea typeface="Arial"/>
                <a:cs typeface="Arial"/>
              </a:defRPr>
            </a:lvl1pPr>
            <a:lvl2pPr algn="l">
              <a:defRPr sz="3300" b="1">
                <a:solidFill>
                  <a:srgbClr val="182F44"/>
                </a:solidFill>
                <a:latin typeface="Arial"/>
                <a:ea typeface="Arial"/>
                <a:cs typeface="Arial"/>
              </a:defRPr>
            </a:lvl2pPr>
            <a:lvl3pPr algn="l">
              <a:defRPr sz="3300" b="1">
                <a:solidFill>
                  <a:srgbClr val="182F44"/>
                </a:solidFill>
                <a:latin typeface="Arial"/>
                <a:ea typeface="Arial"/>
                <a:cs typeface="Arial"/>
              </a:defRPr>
            </a:lvl3pPr>
            <a:lvl4pPr algn="l">
              <a:defRPr sz="3300" b="1">
                <a:solidFill>
                  <a:srgbClr val="182F44"/>
                </a:solidFill>
                <a:latin typeface="Arial"/>
                <a:ea typeface="Arial"/>
                <a:cs typeface="Arial"/>
              </a:defRPr>
            </a:lvl4pPr>
            <a:lvl5pPr algn="l">
              <a:defRPr sz="3300" b="1">
                <a:solidFill>
                  <a:srgbClr val="182F44"/>
                </a:solidFill>
                <a:latin typeface="Arial"/>
                <a:ea typeface="Arial"/>
                <a:cs typeface="Arial"/>
              </a:defRPr>
            </a:lvl5pPr>
            <a:lvl6pPr algn="l">
              <a:defRPr sz="3300" b="1">
                <a:solidFill>
                  <a:srgbClr val="182F44"/>
                </a:solidFill>
                <a:latin typeface="Arial"/>
                <a:ea typeface="Arial"/>
                <a:cs typeface="Arial"/>
              </a:defRPr>
            </a:lvl6pPr>
            <a:lvl7pPr algn="l">
              <a:defRPr sz="3300" b="1">
                <a:solidFill>
                  <a:srgbClr val="182F44"/>
                </a:solidFill>
                <a:latin typeface="Arial"/>
                <a:ea typeface="Arial"/>
                <a:cs typeface="Arial"/>
              </a:defRPr>
            </a:lvl7pPr>
            <a:lvl8pPr algn="l">
              <a:defRPr sz="3300" b="1">
                <a:solidFill>
                  <a:srgbClr val="182F44"/>
                </a:solidFill>
                <a:latin typeface="Arial"/>
                <a:ea typeface="Arial"/>
                <a:cs typeface="Arial"/>
              </a:defRPr>
            </a:lvl8pPr>
            <a:lvl9pPr algn="l">
              <a:defRPr sz="3300" b="1">
                <a:solidFill>
                  <a:srgbClr val="182F44"/>
                </a:solidFill>
                <a:latin typeface="Arial"/>
                <a:ea typeface="Arial"/>
                <a:cs typeface="Arial"/>
              </a:defRPr>
            </a:lvl9pPr>
          </a:lstStyle>
          <a:p xmlns:a="http://schemas.openxmlformats.org/drawingml/2006/main">
            <a:pPr algn="l">
              <a:defRPr sz="3300" b="1">
                <a:solidFill>
                  <a:srgbClr val="182F44"/>
                </a:solidFill>
                <a:latin typeface="Arial"/>
                <a:ea typeface="Arial"/>
                <a:cs typeface="Arial"/>
              </a:defRPr>
            </a:pPr>
            <a:r>
              <a:rPr sz="3300" b="1">
                <a:solidFill>
                  <a:srgbClr val="182F44"/>
                </a:solidFill>
                <a:latin typeface="Arial"/>
                <a:ea typeface="Arial"/>
                <a:cs typeface="Arial"/>
              </a:rPr>
              <a:t>Un contrat par rôle de client</a:t>
            </a:r>
          </a:p>
        </p:txBody>
      </p:sp>
      <p:sp>
        <p:nvSpPr>
          <p:cNvPr id="3" name="">
            <a:extLst xmlns:a="http://schemas.openxmlformats.org/drawingml/2006/main">
              <a:ext uri="{FF2B5EF4-FFF2-40B4-BE49-F238E27FC236}">
                <a16:creationId xmlns:a16="http://schemas.microsoft.com/office/drawing/2014/main" id="{87EC62C2-0B16-4B66-9CBF-B4CE810D3F2A}"/>
              </a:ext>
            </a:extLst>
          </p:cNvPr>
          <p:cNvSpPr>
            <a:spLocks xmlns:a="http://schemas.openxmlformats.org/drawingml/2006/main" noGrp="1"/>
          </p:cNvSpPr>
          <p:nvPr/>
        </p:nvSpPr>
        <p:spPr>
          <a:xfrm xmlns:a="http://schemas.openxmlformats.org/drawingml/2006/main">
            <a:off x="619125" y="81438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516575"/>
                </a:solidFill>
                <a:latin typeface="Arial"/>
                <a:ea typeface="Arial"/>
                <a:cs typeface="Arial"/>
              </a:defRPr>
            </a:defPPr>
            <a:lvl1pPr algn="l">
              <a:defRPr sz="1275" b="0">
                <a:solidFill>
                  <a:srgbClr val="516575"/>
                </a:solidFill>
                <a:latin typeface="Arial"/>
                <a:ea typeface="Arial"/>
                <a:cs typeface="Arial"/>
              </a:defRPr>
            </a:lvl1pPr>
            <a:lvl2pPr algn="l">
              <a:defRPr sz="1275" b="0">
                <a:solidFill>
                  <a:srgbClr val="516575"/>
                </a:solidFill>
                <a:latin typeface="Arial"/>
                <a:ea typeface="Arial"/>
                <a:cs typeface="Arial"/>
              </a:defRPr>
            </a:lvl2pPr>
            <a:lvl3pPr algn="l">
              <a:defRPr sz="1275" b="0">
                <a:solidFill>
                  <a:srgbClr val="516575"/>
                </a:solidFill>
                <a:latin typeface="Arial"/>
                <a:ea typeface="Arial"/>
                <a:cs typeface="Arial"/>
              </a:defRPr>
            </a:lvl3pPr>
            <a:lvl4pPr algn="l">
              <a:defRPr sz="1275" b="0">
                <a:solidFill>
                  <a:srgbClr val="516575"/>
                </a:solidFill>
                <a:latin typeface="Arial"/>
                <a:ea typeface="Arial"/>
                <a:cs typeface="Arial"/>
              </a:defRPr>
            </a:lvl4pPr>
            <a:lvl5pPr algn="l">
              <a:defRPr sz="1275" b="0">
                <a:solidFill>
                  <a:srgbClr val="516575"/>
                </a:solidFill>
                <a:latin typeface="Arial"/>
                <a:ea typeface="Arial"/>
                <a:cs typeface="Arial"/>
              </a:defRPr>
            </a:lvl5pPr>
            <a:lvl6pPr algn="l">
              <a:defRPr sz="1275" b="0">
                <a:solidFill>
                  <a:srgbClr val="516575"/>
                </a:solidFill>
                <a:latin typeface="Arial"/>
                <a:ea typeface="Arial"/>
                <a:cs typeface="Arial"/>
              </a:defRPr>
            </a:lvl6pPr>
            <a:lvl7pPr algn="l">
              <a:defRPr sz="1275" b="0">
                <a:solidFill>
                  <a:srgbClr val="516575"/>
                </a:solidFill>
                <a:latin typeface="Arial"/>
                <a:ea typeface="Arial"/>
                <a:cs typeface="Arial"/>
              </a:defRPr>
            </a:lvl7pPr>
            <a:lvl8pPr algn="l">
              <a:defRPr sz="1275" b="0">
                <a:solidFill>
                  <a:srgbClr val="516575"/>
                </a:solidFill>
                <a:latin typeface="Arial"/>
                <a:ea typeface="Arial"/>
                <a:cs typeface="Arial"/>
              </a:defRPr>
            </a:lvl8pPr>
            <a:lvl9pPr algn="l">
              <a:defRPr sz="1275" b="0">
                <a:solidFill>
                  <a:srgbClr val="516575"/>
                </a:solidFill>
                <a:latin typeface="Arial"/>
                <a:ea typeface="Arial"/>
                <a:cs typeface="Arial"/>
              </a:defRPr>
            </a:lvl9pPr>
          </a:lstStyle>
          <a:p xmlns:a="http://schemas.openxmlformats.org/drawingml/2006/main">
            <a:pPr algn="l">
              <a:defRPr sz="1275" b="0">
                <a:solidFill>
                  <a:srgbClr val="516575"/>
                </a:solidFill>
                <a:latin typeface="Arial"/>
                <a:ea typeface="Arial"/>
                <a:cs typeface="Arial"/>
              </a:defRPr>
            </a:pPr>
            <a:r>
              <a:rPr sz="1275" b="0">
                <a:solidFill>
                  <a:srgbClr val="516575"/>
                </a:solidFill>
                <a:latin typeface="Arial"/>
                <a:ea typeface="Arial"/>
                <a:cs typeface="Arial"/>
              </a:rPr>
              <a:t>R304 • Qualité du développement</a:t>
            </a:r>
          </a:p>
        </p:txBody>
      </p:sp>
      <p:sp>
        <p:nvSpPr>
          <p:cNvPr id="4" name="">
            <a:extLst xmlns:a="http://schemas.openxmlformats.org/drawingml/2006/main">
              <a:ext uri="{FF2B5EF4-FFF2-40B4-BE49-F238E27FC236}">
                <a16:creationId xmlns:a16="http://schemas.microsoft.com/office/drawing/2014/main" id="{77E27343-83C4-4343-B936-26358FBABA22}"/>
              </a:ext>
            </a:extLst>
          </p:cNvPr>
          <p:cNvSpPr>
            <a:spLocks xmlns:a="http://schemas.openxmlformats.org/drawingml/2006/main" noGrp="1"/>
          </p:cNvSpPr>
          <p:nvPr/>
        </p:nvSpPr>
        <p:spPr>
          <a:xfrm xmlns:a="http://schemas.openxmlformats.org/drawingml/2006/main">
            <a:off x="13335000" y="8143875"/>
            <a:ext cx="1285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575"/>
                </a:solidFill>
                <a:latin typeface="Arial"/>
                <a:ea typeface="Arial"/>
                <a:cs typeface="Arial"/>
              </a:defRPr>
            </a:defPPr>
            <a:lvl1pPr algn="r">
              <a:defRPr sz="1275" b="0">
                <a:solidFill>
                  <a:srgbClr val="516575"/>
                </a:solidFill>
                <a:latin typeface="Arial"/>
                <a:ea typeface="Arial"/>
                <a:cs typeface="Arial"/>
              </a:defRPr>
            </a:lvl1pPr>
            <a:lvl2pPr algn="r">
              <a:defRPr sz="1275" b="0">
                <a:solidFill>
                  <a:srgbClr val="516575"/>
                </a:solidFill>
                <a:latin typeface="Arial"/>
                <a:ea typeface="Arial"/>
                <a:cs typeface="Arial"/>
              </a:defRPr>
            </a:lvl2pPr>
            <a:lvl3pPr algn="r">
              <a:defRPr sz="1275" b="0">
                <a:solidFill>
                  <a:srgbClr val="516575"/>
                </a:solidFill>
                <a:latin typeface="Arial"/>
                <a:ea typeface="Arial"/>
                <a:cs typeface="Arial"/>
              </a:defRPr>
            </a:lvl3pPr>
            <a:lvl4pPr algn="r">
              <a:defRPr sz="1275" b="0">
                <a:solidFill>
                  <a:srgbClr val="516575"/>
                </a:solidFill>
                <a:latin typeface="Arial"/>
                <a:ea typeface="Arial"/>
                <a:cs typeface="Arial"/>
              </a:defRPr>
            </a:lvl4pPr>
            <a:lvl5pPr algn="r">
              <a:defRPr sz="1275" b="0">
                <a:solidFill>
                  <a:srgbClr val="516575"/>
                </a:solidFill>
                <a:latin typeface="Arial"/>
                <a:ea typeface="Arial"/>
                <a:cs typeface="Arial"/>
              </a:defRPr>
            </a:lvl5pPr>
            <a:lvl6pPr algn="r">
              <a:defRPr sz="1275" b="0">
                <a:solidFill>
                  <a:srgbClr val="516575"/>
                </a:solidFill>
                <a:latin typeface="Arial"/>
                <a:ea typeface="Arial"/>
                <a:cs typeface="Arial"/>
              </a:defRPr>
            </a:lvl6pPr>
            <a:lvl7pPr algn="r">
              <a:defRPr sz="1275" b="0">
                <a:solidFill>
                  <a:srgbClr val="516575"/>
                </a:solidFill>
                <a:latin typeface="Arial"/>
                <a:ea typeface="Arial"/>
                <a:cs typeface="Arial"/>
              </a:defRPr>
            </a:lvl7pPr>
            <a:lvl8pPr algn="r">
              <a:defRPr sz="1275" b="0">
                <a:solidFill>
                  <a:srgbClr val="516575"/>
                </a:solidFill>
                <a:latin typeface="Arial"/>
                <a:ea typeface="Arial"/>
                <a:cs typeface="Arial"/>
              </a:defRPr>
            </a:lvl8pPr>
            <a:lvl9pPr algn="r">
              <a:defRPr sz="1275" b="0">
                <a:solidFill>
                  <a:srgbClr val="516575"/>
                </a:solidFill>
                <a:latin typeface="Arial"/>
                <a:ea typeface="Arial"/>
                <a:cs typeface="Arial"/>
              </a:defRPr>
            </a:lvl9pPr>
          </a:lstStyle>
          <a:p xmlns:a="http://schemas.openxmlformats.org/drawingml/2006/main">
            <a:pPr algn="r">
              <a:defRPr sz="1275" b="0">
                <a:solidFill>
                  <a:srgbClr val="516575"/>
                </a:solidFill>
                <a:latin typeface="Arial"/>
                <a:ea typeface="Arial"/>
                <a:cs typeface="Arial"/>
              </a:defRPr>
            </a:pPr>
            <a:r>
              <a:rPr sz="1275" b="0">
                <a:solidFill>
                  <a:srgbClr val="516575"/>
                </a:solidFill>
                <a:latin typeface="Arial"/>
                <a:ea typeface="Arial"/>
                <a:cs typeface="Arial"/>
              </a:rPr>
              <a:t>08 / 16</a:t>
            </a:r>
          </a:p>
        </p:txBody>
      </p:sp>
      <p:sp>
        <p:nvSpPr>
          <p:cNvPr id="5" name="">
            <a:extLst xmlns:a="http://schemas.openxmlformats.org/drawingml/2006/main">
              <a:ext uri="{FF2B5EF4-FFF2-40B4-BE49-F238E27FC236}">
                <a16:creationId xmlns:a16="http://schemas.microsoft.com/office/drawing/2014/main" id="{B181A91B-5B4C-49C6-B676-A29AF9468F1D}"/>
              </a:ext>
            </a:extLst>
          </p:cNvPr>
          <p:cNvSpPr>
            <a:spLocks xmlns:a="http://schemas.openxmlformats.org/drawingml/2006/main" noGrp="1"/>
          </p:cNvSpPr>
          <p:nvPr/>
        </p:nvSpPr>
        <p:spPr>
          <a:xfrm xmlns:a="http://schemas.openxmlformats.org/drawingml/2006/main">
            <a:off x="619125" y="1857375"/>
            <a:ext cx="5429250" cy="1190625"/>
          </a:xfrm>
          <a:prstGeom xmlns:a="http://schemas.openxmlformats.org/drawingml/2006/main" prst="rect">
            <a:avLst/>
          </a:prstGeom>
          <a:solidFill xmlns:a="http://schemas.openxmlformats.org/drawingml/2006/main">
            <a:srgbClr val="FFF0DE"/>
          </a:solidFill>
          <a:ln xmlns:a="http://schemas.openxmlformats.org/drawingml/2006/main" w="14288">
            <a:solidFill>
              <a:srgbClr val="A84C0A"/>
            </a:solidFill>
          </a:ln>
        </p:spPr>
      </p:sp>
      <p:sp>
        <p:nvSpPr>
          <p:cNvPr id="6" name="">
            <a:extLst xmlns:a="http://schemas.openxmlformats.org/drawingml/2006/main">
              <a:ext uri="{FF2B5EF4-FFF2-40B4-BE49-F238E27FC236}">
                <a16:creationId xmlns:a16="http://schemas.microsoft.com/office/drawing/2014/main" id="{651CEF24-60A1-4D4C-BED0-4025EC70D3EF}"/>
              </a:ext>
            </a:extLst>
          </p:cNvPr>
          <p:cNvSpPr>
            <a:spLocks xmlns:a="http://schemas.openxmlformats.org/drawingml/2006/main" noGrp="1"/>
          </p:cNvSpPr>
          <p:nvPr/>
        </p:nvSpPr>
        <p:spPr>
          <a:xfrm xmlns:a="http://schemas.openxmlformats.org/drawingml/2006/main">
            <a:off x="790575" y="1990725"/>
            <a:ext cx="5086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A84C0A"/>
                </a:solidFill>
                <a:latin typeface="Arial"/>
                <a:ea typeface="Arial"/>
                <a:cs typeface="Arial"/>
              </a:defRPr>
            </a:defPPr>
            <a:lvl1pPr algn="l">
              <a:defRPr sz="2025" b="1">
                <a:solidFill>
                  <a:srgbClr val="A84C0A"/>
                </a:solidFill>
                <a:latin typeface="Arial"/>
                <a:ea typeface="Arial"/>
                <a:cs typeface="Arial"/>
              </a:defRPr>
            </a:lvl1pPr>
            <a:lvl2pPr algn="l">
              <a:defRPr sz="2025" b="1">
                <a:solidFill>
                  <a:srgbClr val="A84C0A"/>
                </a:solidFill>
                <a:latin typeface="Arial"/>
                <a:ea typeface="Arial"/>
                <a:cs typeface="Arial"/>
              </a:defRPr>
            </a:lvl2pPr>
            <a:lvl3pPr algn="l">
              <a:defRPr sz="2025" b="1">
                <a:solidFill>
                  <a:srgbClr val="A84C0A"/>
                </a:solidFill>
                <a:latin typeface="Arial"/>
                <a:ea typeface="Arial"/>
                <a:cs typeface="Arial"/>
              </a:defRPr>
            </a:lvl3pPr>
            <a:lvl4pPr algn="l">
              <a:defRPr sz="2025" b="1">
                <a:solidFill>
                  <a:srgbClr val="A84C0A"/>
                </a:solidFill>
                <a:latin typeface="Arial"/>
                <a:ea typeface="Arial"/>
                <a:cs typeface="Arial"/>
              </a:defRPr>
            </a:lvl4pPr>
            <a:lvl5pPr algn="l">
              <a:defRPr sz="2025" b="1">
                <a:solidFill>
                  <a:srgbClr val="A84C0A"/>
                </a:solidFill>
                <a:latin typeface="Arial"/>
                <a:ea typeface="Arial"/>
                <a:cs typeface="Arial"/>
              </a:defRPr>
            </a:lvl5pPr>
            <a:lvl6pPr algn="l">
              <a:defRPr sz="2025" b="1">
                <a:solidFill>
                  <a:srgbClr val="A84C0A"/>
                </a:solidFill>
                <a:latin typeface="Arial"/>
                <a:ea typeface="Arial"/>
                <a:cs typeface="Arial"/>
              </a:defRPr>
            </a:lvl6pPr>
            <a:lvl7pPr algn="l">
              <a:defRPr sz="2025" b="1">
                <a:solidFill>
                  <a:srgbClr val="A84C0A"/>
                </a:solidFill>
                <a:latin typeface="Arial"/>
                <a:ea typeface="Arial"/>
                <a:cs typeface="Arial"/>
              </a:defRPr>
            </a:lvl7pPr>
            <a:lvl8pPr algn="l">
              <a:defRPr sz="2025" b="1">
                <a:solidFill>
                  <a:srgbClr val="A84C0A"/>
                </a:solidFill>
                <a:latin typeface="Arial"/>
                <a:ea typeface="Arial"/>
                <a:cs typeface="Arial"/>
              </a:defRPr>
            </a:lvl8pPr>
            <a:lvl9pPr algn="l">
              <a:defRPr sz="2025" b="1">
                <a:solidFill>
                  <a:srgbClr val="A84C0A"/>
                </a:solidFill>
                <a:latin typeface="Arial"/>
                <a:ea typeface="Arial"/>
                <a:cs typeface="Arial"/>
              </a:defRPr>
            </a:lvl9pPr>
          </a:lstStyle>
          <a:p xmlns:a="http://schemas.openxmlformats.org/drawingml/2006/main">
            <a:pPr algn="l">
              <a:defRPr sz="2025" b="1">
                <a:solidFill>
                  <a:srgbClr val="A84C0A"/>
                </a:solidFill>
                <a:latin typeface="Arial"/>
                <a:ea typeface="Arial"/>
                <a:cs typeface="Arial"/>
              </a:defRPr>
            </a:pPr>
            <a:r>
              <a:rPr sz="2025" b="1">
                <a:solidFill>
                  <a:srgbClr val="A84C0A"/>
                </a:solidFill>
                <a:latin typeface="Arial"/>
                <a:ea typeface="Arial"/>
                <a:cs typeface="Arial"/>
              </a:rPr>
              <a:t>ServiceConsultation</a:t>
            </a:r>
          </a:p>
        </p:txBody>
      </p:sp>
      <p:sp>
        <p:nvSpPr>
          <p:cNvPr id="7" name="">
            <a:extLst xmlns:a="http://schemas.openxmlformats.org/drawingml/2006/main">
              <a:ext uri="{FF2B5EF4-FFF2-40B4-BE49-F238E27FC236}">
                <a16:creationId xmlns:a16="http://schemas.microsoft.com/office/drawing/2014/main" id="{8BE8F418-FA37-416A-B6E4-CDFB6A33B280}"/>
              </a:ext>
            </a:extLst>
          </p:cNvPr>
          <p:cNvSpPr>
            <a:spLocks xmlns:a="http://schemas.openxmlformats.org/drawingml/2006/main" noGrp="1"/>
          </p:cNvSpPr>
          <p:nvPr/>
        </p:nvSpPr>
        <p:spPr>
          <a:xfrm xmlns:a="http://schemas.openxmlformats.org/drawingml/2006/main">
            <a:off x="790575" y="2400300"/>
            <a:ext cx="50863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F44"/>
                </a:solidFill>
                <a:latin typeface="Arial"/>
                <a:ea typeface="Arial"/>
                <a:cs typeface="Arial"/>
              </a:defRPr>
            </a:defPPr>
            <a:lvl1pPr algn="l">
              <a:defRPr sz="1800" b="0">
                <a:solidFill>
                  <a:srgbClr val="182F44"/>
                </a:solidFill>
                <a:latin typeface="Arial"/>
                <a:ea typeface="Arial"/>
                <a:cs typeface="Arial"/>
              </a:defRPr>
            </a:lvl1pPr>
            <a:lvl2pPr algn="l">
              <a:defRPr sz="1800" b="0">
                <a:solidFill>
                  <a:srgbClr val="182F44"/>
                </a:solidFill>
                <a:latin typeface="Arial"/>
                <a:ea typeface="Arial"/>
                <a:cs typeface="Arial"/>
              </a:defRPr>
            </a:lvl2pPr>
            <a:lvl3pPr algn="l">
              <a:defRPr sz="1800" b="0">
                <a:solidFill>
                  <a:srgbClr val="182F44"/>
                </a:solidFill>
                <a:latin typeface="Arial"/>
                <a:ea typeface="Arial"/>
                <a:cs typeface="Arial"/>
              </a:defRPr>
            </a:lvl3pPr>
            <a:lvl4pPr algn="l">
              <a:defRPr sz="1800" b="0">
                <a:solidFill>
                  <a:srgbClr val="182F44"/>
                </a:solidFill>
                <a:latin typeface="Arial"/>
                <a:ea typeface="Arial"/>
                <a:cs typeface="Arial"/>
              </a:defRPr>
            </a:lvl4pPr>
            <a:lvl5pPr algn="l">
              <a:defRPr sz="1800" b="0">
                <a:solidFill>
                  <a:srgbClr val="182F44"/>
                </a:solidFill>
                <a:latin typeface="Arial"/>
                <a:ea typeface="Arial"/>
                <a:cs typeface="Arial"/>
              </a:defRPr>
            </a:lvl5pPr>
            <a:lvl6pPr algn="l">
              <a:defRPr sz="1800" b="0">
                <a:solidFill>
                  <a:srgbClr val="182F44"/>
                </a:solidFill>
                <a:latin typeface="Arial"/>
                <a:ea typeface="Arial"/>
                <a:cs typeface="Arial"/>
              </a:defRPr>
            </a:lvl6pPr>
            <a:lvl7pPr algn="l">
              <a:defRPr sz="1800" b="0">
                <a:solidFill>
                  <a:srgbClr val="182F44"/>
                </a:solidFill>
                <a:latin typeface="Arial"/>
                <a:ea typeface="Arial"/>
                <a:cs typeface="Arial"/>
              </a:defRPr>
            </a:lvl7pPr>
            <a:lvl8pPr algn="l">
              <a:defRPr sz="1800" b="0">
                <a:solidFill>
                  <a:srgbClr val="182F44"/>
                </a:solidFill>
                <a:latin typeface="Arial"/>
                <a:ea typeface="Arial"/>
                <a:cs typeface="Arial"/>
              </a:defRPr>
            </a:lvl8pPr>
            <a:lvl9pPr algn="l">
              <a:defRPr sz="1800" b="0">
                <a:solidFill>
                  <a:srgbClr val="182F44"/>
                </a:solidFill>
                <a:latin typeface="Arial"/>
                <a:ea typeface="Arial"/>
                <a:cs typeface="Arial"/>
              </a:defRPr>
            </a:lvl9pPr>
          </a:lstStyle>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Affiche une commande</a:t>
            </a:r>
          </a:p>
        </p:txBody>
      </p:sp>
      <p:sp>
        <p:nvSpPr>
          <p:cNvPr id="8" name="">
            <a:extLst xmlns:a="http://schemas.openxmlformats.org/drawingml/2006/main">
              <a:ext uri="{FF2B5EF4-FFF2-40B4-BE49-F238E27FC236}">
                <a16:creationId xmlns:a16="http://schemas.microsoft.com/office/drawing/2014/main" id="{0D7D10A1-F14A-49F6-B8F2-FB804F8B4262}"/>
              </a:ext>
            </a:extLst>
          </p:cNvPr>
          <p:cNvSpPr>
            <a:spLocks xmlns:a="http://schemas.openxmlformats.org/drawingml/2006/main" noGrp="1"/>
          </p:cNvSpPr>
          <p:nvPr/>
        </p:nvSpPr>
        <p:spPr>
          <a:xfrm xmlns:a="http://schemas.openxmlformats.org/drawingml/2006/main">
            <a:off x="9525000" y="1857375"/>
            <a:ext cx="5095875" cy="1190625"/>
          </a:xfrm>
          <a:prstGeom xmlns:a="http://schemas.openxmlformats.org/drawingml/2006/main" prst="rect">
            <a:avLst/>
          </a:prstGeom>
          <a:solidFill xmlns:a="http://schemas.openxmlformats.org/drawingml/2006/main">
            <a:srgbClr val="E5F3EA"/>
          </a:solidFill>
          <a:ln xmlns:a="http://schemas.openxmlformats.org/drawingml/2006/main" w="14288">
            <a:solidFill>
              <a:srgbClr val="217046"/>
            </a:solidFill>
          </a:ln>
        </p:spPr>
      </p:sp>
      <p:sp>
        <p:nvSpPr>
          <p:cNvPr id="9" name="">
            <a:extLst xmlns:a="http://schemas.openxmlformats.org/drawingml/2006/main">
              <a:ext uri="{FF2B5EF4-FFF2-40B4-BE49-F238E27FC236}">
                <a16:creationId xmlns:a16="http://schemas.microsoft.com/office/drawing/2014/main" id="{947B400A-9AFF-4E94-8823-29FD02B8FDA5}"/>
              </a:ext>
            </a:extLst>
          </p:cNvPr>
          <p:cNvSpPr>
            <a:spLocks xmlns:a="http://schemas.openxmlformats.org/drawingml/2006/main" noGrp="1"/>
          </p:cNvSpPr>
          <p:nvPr/>
        </p:nvSpPr>
        <p:spPr>
          <a:xfrm xmlns:a="http://schemas.openxmlformats.org/drawingml/2006/main">
            <a:off x="9696450" y="1990725"/>
            <a:ext cx="47529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217046"/>
                </a:solidFill>
                <a:latin typeface="Arial"/>
                <a:ea typeface="Arial"/>
                <a:cs typeface="Arial"/>
              </a:defRPr>
            </a:defPPr>
            <a:lvl1pPr algn="l">
              <a:defRPr sz="2025" b="1">
                <a:solidFill>
                  <a:srgbClr val="217046"/>
                </a:solidFill>
                <a:latin typeface="Arial"/>
                <a:ea typeface="Arial"/>
                <a:cs typeface="Arial"/>
              </a:defRPr>
            </a:lvl1pPr>
            <a:lvl2pPr algn="l">
              <a:defRPr sz="2025" b="1">
                <a:solidFill>
                  <a:srgbClr val="217046"/>
                </a:solidFill>
                <a:latin typeface="Arial"/>
                <a:ea typeface="Arial"/>
                <a:cs typeface="Arial"/>
              </a:defRPr>
            </a:lvl2pPr>
            <a:lvl3pPr algn="l">
              <a:defRPr sz="2025" b="1">
                <a:solidFill>
                  <a:srgbClr val="217046"/>
                </a:solidFill>
                <a:latin typeface="Arial"/>
                <a:ea typeface="Arial"/>
                <a:cs typeface="Arial"/>
              </a:defRPr>
            </a:lvl3pPr>
            <a:lvl4pPr algn="l">
              <a:defRPr sz="2025" b="1">
                <a:solidFill>
                  <a:srgbClr val="217046"/>
                </a:solidFill>
                <a:latin typeface="Arial"/>
                <a:ea typeface="Arial"/>
                <a:cs typeface="Arial"/>
              </a:defRPr>
            </a:lvl4pPr>
            <a:lvl5pPr algn="l">
              <a:defRPr sz="2025" b="1">
                <a:solidFill>
                  <a:srgbClr val="217046"/>
                </a:solidFill>
                <a:latin typeface="Arial"/>
                <a:ea typeface="Arial"/>
                <a:cs typeface="Arial"/>
              </a:defRPr>
            </a:lvl5pPr>
            <a:lvl6pPr algn="l">
              <a:defRPr sz="2025" b="1">
                <a:solidFill>
                  <a:srgbClr val="217046"/>
                </a:solidFill>
                <a:latin typeface="Arial"/>
                <a:ea typeface="Arial"/>
                <a:cs typeface="Arial"/>
              </a:defRPr>
            </a:lvl6pPr>
            <a:lvl7pPr algn="l">
              <a:defRPr sz="2025" b="1">
                <a:solidFill>
                  <a:srgbClr val="217046"/>
                </a:solidFill>
                <a:latin typeface="Arial"/>
                <a:ea typeface="Arial"/>
                <a:cs typeface="Arial"/>
              </a:defRPr>
            </a:lvl7pPr>
            <a:lvl8pPr algn="l">
              <a:defRPr sz="2025" b="1">
                <a:solidFill>
                  <a:srgbClr val="217046"/>
                </a:solidFill>
                <a:latin typeface="Arial"/>
                <a:ea typeface="Arial"/>
                <a:cs typeface="Arial"/>
              </a:defRPr>
            </a:lvl8pPr>
            <a:lvl9pPr algn="l">
              <a:defRPr sz="2025" b="1">
                <a:solidFill>
                  <a:srgbClr val="217046"/>
                </a:solidFill>
                <a:latin typeface="Arial"/>
                <a:ea typeface="Arial"/>
                <a:cs typeface="Arial"/>
              </a:defRPr>
            </a:lvl9pPr>
          </a:lstStyle>
          <a:p xmlns:a="http://schemas.openxmlformats.org/drawingml/2006/main">
            <a:pPr algn="l">
              <a:defRPr sz="2025" b="1">
                <a:solidFill>
                  <a:srgbClr val="217046"/>
                </a:solidFill>
                <a:latin typeface="Arial"/>
                <a:ea typeface="Arial"/>
                <a:cs typeface="Arial"/>
              </a:defRPr>
            </a:pPr>
            <a:r>
              <a:rPr sz="2025" b="1">
                <a:solidFill>
                  <a:srgbClr val="217046"/>
                </a:solidFill>
                <a:latin typeface="Arial"/>
                <a:ea typeface="Arial"/>
                <a:cs typeface="Arial"/>
              </a:rPr>
              <a:t>ILectureCommandes</a:t>
            </a:r>
          </a:p>
        </p:txBody>
      </p:sp>
      <p:sp>
        <p:nvSpPr>
          <p:cNvPr id="10" name="">
            <a:extLst xmlns:a="http://schemas.openxmlformats.org/drawingml/2006/main">
              <a:ext uri="{FF2B5EF4-FFF2-40B4-BE49-F238E27FC236}">
                <a16:creationId xmlns:a16="http://schemas.microsoft.com/office/drawing/2014/main" id="{0C60DB69-E72D-47F3-AB73-90A388841F5B}"/>
              </a:ext>
            </a:extLst>
          </p:cNvPr>
          <p:cNvSpPr>
            <a:spLocks xmlns:a="http://schemas.openxmlformats.org/drawingml/2006/main" noGrp="1"/>
          </p:cNvSpPr>
          <p:nvPr/>
        </p:nvSpPr>
        <p:spPr>
          <a:xfrm xmlns:a="http://schemas.openxmlformats.org/drawingml/2006/main">
            <a:off x="9696450" y="2400300"/>
            <a:ext cx="4752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F44"/>
                </a:solidFill>
                <a:latin typeface="Arial"/>
                <a:ea typeface="Arial"/>
                <a:cs typeface="Arial"/>
              </a:defRPr>
            </a:defPPr>
            <a:lvl1pPr algn="l">
              <a:defRPr sz="1800" b="0">
                <a:solidFill>
                  <a:srgbClr val="182F44"/>
                </a:solidFill>
                <a:latin typeface="Arial"/>
                <a:ea typeface="Arial"/>
                <a:cs typeface="Arial"/>
              </a:defRPr>
            </a:lvl1pPr>
            <a:lvl2pPr algn="l">
              <a:defRPr sz="1800" b="0">
                <a:solidFill>
                  <a:srgbClr val="182F44"/>
                </a:solidFill>
                <a:latin typeface="Arial"/>
                <a:ea typeface="Arial"/>
                <a:cs typeface="Arial"/>
              </a:defRPr>
            </a:lvl2pPr>
            <a:lvl3pPr algn="l">
              <a:defRPr sz="1800" b="0">
                <a:solidFill>
                  <a:srgbClr val="182F44"/>
                </a:solidFill>
                <a:latin typeface="Arial"/>
                <a:ea typeface="Arial"/>
                <a:cs typeface="Arial"/>
              </a:defRPr>
            </a:lvl3pPr>
            <a:lvl4pPr algn="l">
              <a:defRPr sz="1800" b="0">
                <a:solidFill>
                  <a:srgbClr val="182F44"/>
                </a:solidFill>
                <a:latin typeface="Arial"/>
                <a:ea typeface="Arial"/>
                <a:cs typeface="Arial"/>
              </a:defRPr>
            </a:lvl4pPr>
            <a:lvl5pPr algn="l">
              <a:defRPr sz="1800" b="0">
                <a:solidFill>
                  <a:srgbClr val="182F44"/>
                </a:solidFill>
                <a:latin typeface="Arial"/>
                <a:ea typeface="Arial"/>
                <a:cs typeface="Arial"/>
              </a:defRPr>
            </a:lvl5pPr>
            <a:lvl6pPr algn="l">
              <a:defRPr sz="1800" b="0">
                <a:solidFill>
                  <a:srgbClr val="182F44"/>
                </a:solidFill>
                <a:latin typeface="Arial"/>
                <a:ea typeface="Arial"/>
                <a:cs typeface="Arial"/>
              </a:defRPr>
            </a:lvl6pPr>
            <a:lvl7pPr algn="l">
              <a:defRPr sz="1800" b="0">
                <a:solidFill>
                  <a:srgbClr val="182F44"/>
                </a:solidFill>
                <a:latin typeface="Arial"/>
                <a:ea typeface="Arial"/>
                <a:cs typeface="Arial"/>
              </a:defRPr>
            </a:lvl7pPr>
            <a:lvl8pPr algn="l">
              <a:defRPr sz="1800" b="0">
                <a:solidFill>
                  <a:srgbClr val="182F44"/>
                </a:solidFill>
                <a:latin typeface="Arial"/>
                <a:ea typeface="Arial"/>
                <a:cs typeface="Arial"/>
              </a:defRPr>
            </a:lvl8pPr>
            <a:lvl9pPr algn="l">
              <a:defRPr sz="1800" b="0">
                <a:solidFill>
                  <a:srgbClr val="182F44"/>
                </a:solidFill>
                <a:latin typeface="Arial"/>
                <a:ea typeface="Arial"/>
                <a:cs typeface="Arial"/>
              </a:defRPr>
            </a:lvl9pPr>
          </a:lstStyle>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Lire(id)</a:t>
            </a:r>
          </a:p>
        </p:txBody>
      </p:sp>
      <p:sp>
        <p:nvSpPr>
          <p:cNvPr id="12" name="">
            <a:extLst xmlns:a="http://schemas.openxmlformats.org/drawingml/2006/main">
              <a:ext uri="{FF2B5EF4-FFF2-40B4-BE49-F238E27FC236}">
                <a16:creationId xmlns:a16="http://schemas.microsoft.com/office/drawing/2014/main" id="{47603669-7EB8-4E2D-9C9D-190FD72B78B6}"/>
              </a:ext>
            </a:extLst>
          </p:cNvPr>
          <p:cNvSpPr>
            <a:spLocks xmlns:a="http://schemas.openxmlformats.org/drawingml/2006/main" noGrp="1"/>
          </p:cNvSpPr>
          <p:nvPr/>
        </p:nvSpPr>
        <p:spPr>
          <a:xfrm xmlns:a="http://schemas.openxmlformats.org/drawingml/2006/main">
            <a:off x="7286625" y="209550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76B91"/>
                </a:solidFill>
                <a:latin typeface="Arial"/>
                <a:ea typeface="Arial"/>
                <a:cs typeface="Arial"/>
              </a:defRPr>
            </a:defPPr>
            <a:lvl1pPr algn="l">
              <a:defRPr sz="1800" b="0">
                <a:solidFill>
                  <a:srgbClr val="176B91"/>
                </a:solidFill>
                <a:latin typeface="Arial"/>
                <a:ea typeface="Arial"/>
                <a:cs typeface="Arial"/>
              </a:defRPr>
            </a:lvl1pPr>
            <a:lvl2pPr algn="l">
              <a:defRPr sz="1800" b="0">
                <a:solidFill>
                  <a:srgbClr val="176B91"/>
                </a:solidFill>
                <a:latin typeface="Arial"/>
                <a:ea typeface="Arial"/>
                <a:cs typeface="Arial"/>
              </a:defRPr>
            </a:lvl2pPr>
            <a:lvl3pPr algn="l">
              <a:defRPr sz="1800" b="0">
                <a:solidFill>
                  <a:srgbClr val="176B91"/>
                </a:solidFill>
                <a:latin typeface="Arial"/>
                <a:ea typeface="Arial"/>
                <a:cs typeface="Arial"/>
              </a:defRPr>
            </a:lvl3pPr>
            <a:lvl4pPr algn="l">
              <a:defRPr sz="1800" b="0">
                <a:solidFill>
                  <a:srgbClr val="176B91"/>
                </a:solidFill>
                <a:latin typeface="Arial"/>
                <a:ea typeface="Arial"/>
                <a:cs typeface="Arial"/>
              </a:defRPr>
            </a:lvl4pPr>
            <a:lvl5pPr algn="l">
              <a:defRPr sz="1800" b="0">
                <a:solidFill>
                  <a:srgbClr val="176B91"/>
                </a:solidFill>
                <a:latin typeface="Arial"/>
                <a:ea typeface="Arial"/>
                <a:cs typeface="Arial"/>
              </a:defRPr>
            </a:lvl5pPr>
            <a:lvl6pPr algn="l">
              <a:defRPr sz="1800" b="0">
                <a:solidFill>
                  <a:srgbClr val="176B91"/>
                </a:solidFill>
                <a:latin typeface="Arial"/>
                <a:ea typeface="Arial"/>
                <a:cs typeface="Arial"/>
              </a:defRPr>
            </a:lvl6pPr>
            <a:lvl7pPr algn="l">
              <a:defRPr sz="1800" b="0">
                <a:solidFill>
                  <a:srgbClr val="176B91"/>
                </a:solidFill>
                <a:latin typeface="Arial"/>
                <a:ea typeface="Arial"/>
                <a:cs typeface="Arial"/>
              </a:defRPr>
            </a:lvl7pPr>
            <a:lvl8pPr algn="l">
              <a:defRPr sz="1800" b="0">
                <a:solidFill>
                  <a:srgbClr val="176B91"/>
                </a:solidFill>
                <a:latin typeface="Arial"/>
                <a:ea typeface="Arial"/>
                <a:cs typeface="Arial"/>
              </a:defRPr>
            </a:lvl8pPr>
            <a:lvl9pPr algn="l">
              <a:defRPr sz="1800" b="0">
                <a:solidFill>
                  <a:srgbClr val="176B91"/>
                </a:solidFill>
                <a:latin typeface="Arial"/>
                <a:ea typeface="Arial"/>
                <a:cs typeface="Arial"/>
              </a:defRPr>
            </a:lvl9pPr>
          </a:lstStyle>
          <a:p xmlns:a="http://schemas.openxmlformats.org/drawingml/2006/main">
            <a:pPr algn="l">
              <a:defRPr sz="1800" b="0">
                <a:solidFill>
                  <a:srgbClr val="176B91"/>
                </a:solidFill>
                <a:latin typeface="Arial"/>
                <a:ea typeface="Arial"/>
                <a:cs typeface="Arial"/>
              </a:defRPr>
            </a:pPr>
            <a:r>
              <a:rPr sz="1800" b="0">
                <a:solidFill>
                  <a:srgbClr val="176B91"/>
                </a:solidFill>
                <a:latin typeface="Arial"/>
                <a:ea typeface="Arial"/>
                <a:cs typeface="Arial"/>
              </a:rPr>
              <a:t>utilise</a:t>
            </a:r>
          </a:p>
        </p:txBody>
      </p:sp>
      <p:sp>
        <p:nvSpPr>
          <p:cNvPr id="13" name="">
            <a:extLst xmlns:a="http://schemas.openxmlformats.org/drawingml/2006/main">
              <a:ext uri="{FF2B5EF4-FFF2-40B4-BE49-F238E27FC236}">
                <a16:creationId xmlns:a16="http://schemas.microsoft.com/office/drawing/2014/main" id="{4B763BAD-EFB9-46EC-A5FF-5853C0EE1344}"/>
              </a:ext>
            </a:extLst>
          </p:cNvPr>
          <p:cNvSpPr>
            <a:spLocks xmlns:a="http://schemas.openxmlformats.org/drawingml/2006/main" noGrp="1"/>
          </p:cNvSpPr>
          <p:nvPr/>
        </p:nvSpPr>
        <p:spPr>
          <a:xfrm xmlns:a="http://schemas.openxmlformats.org/drawingml/2006/main">
            <a:off x="619125" y="3476625"/>
            <a:ext cx="5429250" cy="1190625"/>
          </a:xfrm>
          <a:prstGeom xmlns:a="http://schemas.openxmlformats.org/drawingml/2006/main" prst="rect">
            <a:avLst/>
          </a:prstGeom>
          <a:solidFill xmlns:a="http://schemas.openxmlformats.org/drawingml/2006/main">
            <a:srgbClr val="FFF0DE"/>
          </a:solidFill>
          <a:ln xmlns:a="http://schemas.openxmlformats.org/drawingml/2006/main" w="14288">
            <a:solidFill>
              <a:srgbClr val="A84C0A"/>
            </a:solidFill>
          </a:ln>
        </p:spPr>
      </p:sp>
      <p:sp>
        <p:nvSpPr>
          <p:cNvPr id="14" name="">
            <a:extLst xmlns:a="http://schemas.openxmlformats.org/drawingml/2006/main">
              <a:ext uri="{FF2B5EF4-FFF2-40B4-BE49-F238E27FC236}">
                <a16:creationId xmlns:a16="http://schemas.microsoft.com/office/drawing/2014/main" id="{7E3CB851-570C-4D0B-99F9-09EBE0D3522E}"/>
              </a:ext>
            </a:extLst>
          </p:cNvPr>
          <p:cNvSpPr>
            <a:spLocks xmlns:a="http://schemas.openxmlformats.org/drawingml/2006/main" noGrp="1"/>
          </p:cNvSpPr>
          <p:nvPr/>
        </p:nvSpPr>
        <p:spPr>
          <a:xfrm xmlns:a="http://schemas.openxmlformats.org/drawingml/2006/main">
            <a:off x="790575" y="3609975"/>
            <a:ext cx="5086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A84C0A"/>
                </a:solidFill>
                <a:latin typeface="Arial"/>
                <a:ea typeface="Arial"/>
                <a:cs typeface="Arial"/>
              </a:defRPr>
            </a:defPPr>
            <a:lvl1pPr algn="l">
              <a:defRPr sz="2025" b="1">
                <a:solidFill>
                  <a:srgbClr val="A84C0A"/>
                </a:solidFill>
                <a:latin typeface="Arial"/>
                <a:ea typeface="Arial"/>
                <a:cs typeface="Arial"/>
              </a:defRPr>
            </a:lvl1pPr>
            <a:lvl2pPr algn="l">
              <a:defRPr sz="2025" b="1">
                <a:solidFill>
                  <a:srgbClr val="A84C0A"/>
                </a:solidFill>
                <a:latin typeface="Arial"/>
                <a:ea typeface="Arial"/>
                <a:cs typeface="Arial"/>
              </a:defRPr>
            </a:lvl2pPr>
            <a:lvl3pPr algn="l">
              <a:defRPr sz="2025" b="1">
                <a:solidFill>
                  <a:srgbClr val="A84C0A"/>
                </a:solidFill>
                <a:latin typeface="Arial"/>
                <a:ea typeface="Arial"/>
                <a:cs typeface="Arial"/>
              </a:defRPr>
            </a:lvl3pPr>
            <a:lvl4pPr algn="l">
              <a:defRPr sz="2025" b="1">
                <a:solidFill>
                  <a:srgbClr val="A84C0A"/>
                </a:solidFill>
                <a:latin typeface="Arial"/>
                <a:ea typeface="Arial"/>
                <a:cs typeface="Arial"/>
              </a:defRPr>
            </a:lvl4pPr>
            <a:lvl5pPr algn="l">
              <a:defRPr sz="2025" b="1">
                <a:solidFill>
                  <a:srgbClr val="A84C0A"/>
                </a:solidFill>
                <a:latin typeface="Arial"/>
                <a:ea typeface="Arial"/>
                <a:cs typeface="Arial"/>
              </a:defRPr>
            </a:lvl5pPr>
            <a:lvl6pPr algn="l">
              <a:defRPr sz="2025" b="1">
                <a:solidFill>
                  <a:srgbClr val="A84C0A"/>
                </a:solidFill>
                <a:latin typeface="Arial"/>
                <a:ea typeface="Arial"/>
                <a:cs typeface="Arial"/>
              </a:defRPr>
            </a:lvl6pPr>
            <a:lvl7pPr algn="l">
              <a:defRPr sz="2025" b="1">
                <a:solidFill>
                  <a:srgbClr val="A84C0A"/>
                </a:solidFill>
                <a:latin typeface="Arial"/>
                <a:ea typeface="Arial"/>
                <a:cs typeface="Arial"/>
              </a:defRPr>
            </a:lvl7pPr>
            <a:lvl8pPr algn="l">
              <a:defRPr sz="2025" b="1">
                <a:solidFill>
                  <a:srgbClr val="A84C0A"/>
                </a:solidFill>
                <a:latin typeface="Arial"/>
                <a:ea typeface="Arial"/>
                <a:cs typeface="Arial"/>
              </a:defRPr>
            </a:lvl8pPr>
            <a:lvl9pPr algn="l">
              <a:defRPr sz="2025" b="1">
                <a:solidFill>
                  <a:srgbClr val="A84C0A"/>
                </a:solidFill>
                <a:latin typeface="Arial"/>
                <a:ea typeface="Arial"/>
                <a:cs typeface="Arial"/>
              </a:defRPr>
            </a:lvl9pPr>
          </a:lstStyle>
          <a:p xmlns:a="http://schemas.openxmlformats.org/drawingml/2006/main">
            <a:pPr algn="l">
              <a:defRPr sz="2025" b="1">
                <a:solidFill>
                  <a:srgbClr val="A84C0A"/>
                </a:solidFill>
                <a:latin typeface="Arial"/>
                <a:ea typeface="Arial"/>
                <a:cs typeface="Arial"/>
              </a:defRPr>
            </a:pPr>
            <a:r>
              <a:rPr sz="2025" b="1">
                <a:solidFill>
                  <a:srgbClr val="A84C0A"/>
                </a:solidFill>
                <a:latin typeface="Arial"/>
                <a:ea typeface="Arial"/>
                <a:cs typeface="Arial"/>
              </a:rPr>
              <a:t>ServiceValidation</a:t>
            </a:r>
          </a:p>
        </p:txBody>
      </p:sp>
      <p:sp>
        <p:nvSpPr>
          <p:cNvPr id="15" name="">
            <a:extLst xmlns:a="http://schemas.openxmlformats.org/drawingml/2006/main">
              <a:ext uri="{FF2B5EF4-FFF2-40B4-BE49-F238E27FC236}">
                <a16:creationId xmlns:a16="http://schemas.microsoft.com/office/drawing/2014/main" id="{87476587-EAF0-42B0-A210-5D1450EA6DE6}"/>
              </a:ext>
            </a:extLst>
          </p:cNvPr>
          <p:cNvSpPr>
            <a:spLocks xmlns:a="http://schemas.openxmlformats.org/drawingml/2006/main" noGrp="1"/>
          </p:cNvSpPr>
          <p:nvPr/>
        </p:nvSpPr>
        <p:spPr>
          <a:xfrm xmlns:a="http://schemas.openxmlformats.org/drawingml/2006/main">
            <a:off x="790575" y="4019550"/>
            <a:ext cx="50863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F44"/>
                </a:solidFill>
                <a:latin typeface="Arial"/>
                <a:ea typeface="Arial"/>
                <a:cs typeface="Arial"/>
              </a:defRPr>
            </a:defPPr>
            <a:lvl1pPr algn="l">
              <a:defRPr sz="1800" b="0">
                <a:solidFill>
                  <a:srgbClr val="182F44"/>
                </a:solidFill>
                <a:latin typeface="Arial"/>
                <a:ea typeface="Arial"/>
                <a:cs typeface="Arial"/>
              </a:defRPr>
            </a:lvl1pPr>
            <a:lvl2pPr algn="l">
              <a:defRPr sz="1800" b="0">
                <a:solidFill>
                  <a:srgbClr val="182F44"/>
                </a:solidFill>
                <a:latin typeface="Arial"/>
                <a:ea typeface="Arial"/>
                <a:cs typeface="Arial"/>
              </a:defRPr>
            </a:lvl2pPr>
            <a:lvl3pPr algn="l">
              <a:defRPr sz="1800" b="0">
                <a:solidFill>
                  <a:srgbClr val="182F44"/>
                </a:solidFill>
                <a:latin typeface="Arial"/>
                <a:ea typeface="Arial"/>
                <a:cs typeface="Arial"/>
              </a:defRPr>
            </a:lvl3pPr>
            <a:lvl4pPr algn="l">
              <a:defRPr sz="1800" b="0">
                <a:solidFill>
                  <a:srgbClr val="182F44"/>
                </a:solidFill>
                <a:latin typeface="Arial"/>
                <a:ea typeface="Arial"/>
                <a:cs typeface="Arial"/>
              </a:defRPr>
            </a:lvl4pPr>
            <a:lvl5pPr algn="l">
              <a:defRPr sz="1800" b="0">
                <a:solidFill>
                  <a:srgbClr val="182F44"/>
                </a:solidFill>
                <a:latin typeface="Arial"/>
                <a:ea typeface="Arial"/>
                <a:cs typeface="Arial"/>
              </a:defRPr>
            </a:lvl5pPr>
            <a:lvl6pPr algn="l">
              <a:defRPr sz="1800" b="0">
                <a:solidFill>
                  <a:srgbClr val="182F44"/>
                </a:solidFill>
                <a:latin typeface="Arial"/>
                <a:ea typeface="Arial"/>
                <a:cs typeface="Arial"/>
              </a:defRPr>
            </a:lvl6pPr>
            <a:lvl7pPr algn="l">
              <a:defRPr sz="1800" b="0">
                <a:solidFill>
                  <a:srgbClr val="182F44"/>
                </a:solidFill>
                <a:latin typeface="Arial"/>
                <a:ea typeface="Arial"/>
                <a:cs typeface="Arial"/>
              </a:defRPr>
            </a:lvl7pPr>
            <a:lvl8pPr algn="l">
              <a:defRPr sz="1800" b="0">
                <a:solidFill>
                  <a:srgbClr val="182F44"/>
                </a:solidFill>
                <a:latin typeface="Arial"/>
                <a:ea typeface="Arial"/>
                <a:cs typeface="Arial"/>
              </a:defRPr>
            </a:lvl8pPr>
            <a:lvl9pPr algn="l">
              <a:defRPr sz="1800" b="0">
                <a:solidFill>
                  <a:srgbClr val="182F44"/>
                </a:solidFill>
                <a:latin typeface="Arial"/>
                <a:ea typeface="Arial"/>
                <a:cs typeface="Arial"/>
              </a:defRPr>
            </a:lvl9pPr>
          </a:lstStyle>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Sauvegarde une commande</a:t>
            </a:r>
          </a:p>
        </p:txBody>
      </p:sp>
      <p:sp>
        <p:nvSpPr>
          <p:cNvPr id="16" name="">
            <a:extLst xmlns:a="http://schemas.openxmlformats.org/drawingml/2006/main">
              <a:ext uri="{FF2B5EF4-FFF2-40B4-BE49-F238E27FC236}">
                <a16:creationId xmlns:a16="http://schemas.microsoft.com/office/drawing/2014/main" id="{C48C0EC5-205E-4AE7-9663-7717D25A4C81}"/>
              </a:ext>
            </a:extLst>
          </p:cNvPr>
          <p:cNvSpPr>
            <a:spLocks xmlns:a="http://schemas.openxmlformats.org/drawingml/2006/main" noGrp="1"/>
          </p:cNvSpPr>
          <p:nvPr/>
        </p:nvSpPr>
        <p:spPr>
          <a:xfrm xmlns:a="http://schemas.openxmlformats.org/drawingml/2006/main">
            <a:off x="9525000" y="3476625"/>
            <a:ext cx="5095875" cy="1190625"/>
          </a:xfrm>
          <a:prstGeom xmlns:a="http://schemas.openxmlformats.org/drawingml/2006/main" prst="rect">
            <a:avLst/>
          </a:prstGeom>
          <a:solidFill xmlns:a="http://schemas.openxmlformats.org/drawingml/2006/main">
            <a:srgbClr val="E5F3EA"/>
          </a:solidFill>
          <a:ln xmlns:a="http://schemas.openxmlformats.org/drawingml/2006/main" w="14288">
            <a:solidFill>
              <a:srgbClr val="217046"/>
            </a:solidFill>
          </a:ln>
        </p:spPr>
      </p:sp>
      <p:sp>
        <p:nvSpPr>
          <p:cNvPr id="17" name="">
            <a:extLst xmlns:a="http://schemas.openxmlformats.org/drawingml/2006/main">
              <a:ext uri="{FF2B5EF4-FFF2-40B4-BE49-F238E27FC236}">
                <a16:creationId xmlns:a16="http://schemas.microsoft.com/office/drawing/2014/main" id="{11B0DF13-9E20-43CD-AA8B-03730971843B}"/>
              </a:ext>
            </a:extLst>
          </p:cNvPr>
          <p:cNvSpPr>
            <a:spLocks xmlns:a="http://schemas.openxmlformats.org/drawingml/2006/main" noGrp="1"/>
          </p:cNvSpPr>
          <p:nvPr/>
        </p:nvSpPr>
        <p:spPr>
          <a:xfrm xmlns:a="http://schemas.openxmlformats.org/drawingml/2006/main">
            <a:off x="9696450" y="3609975"/>
            <a:ext cx="47529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217046"/>
                </a:solidFill>
                <a:latin typeface="Arial"/>
                <a:ea typeface="Arial"/>
                <a:cs typeface="Arial"/>
              </a:defRPr>
            </a:defPPr>
            <a:lvl1pPr algn="l">
              <a:defRPr sz="2025" b="1">
                <a:solidFill>
                  <a:srgbClr val="217046"/>
                </a:solidFill>
                <a:latin typeface="Arial"/>
                <a:ea typeface="Arial"/>
                <a:cs typeface="Arial"/>
              </a:defRPr>
            </a:lvl1pPr>
            <a:lvl2pPr algn="l">
              <a:defRPr sz="2025" b="1">
                <a:solidFill>
                  <a:srgbClr val="217046"/>
                </a:solidFill>
                <a:latin typeface="Arial"/>
                <a:ea typeface="Arial"/>
                <a:cs typeface="Arial"/>
              </a:defRPr>
            </a:lvl2pPr>
            <a:lvl3pPr algn="l">
              <a:defRPr sz="2025" b="1">
                <a:solidFill>
                  <a:srgbClr val="217046"/>
                </a:solidFill>
                <a:latin typeface="Arial"/>
                <a:ea typeface="Arial"/>
                <a:cs typeface="Arial"/>
              </a:defRPr>
            </a:lvl3pPr>
            <a:lvl4pPr algn="l">
              <a:defRPr sz="2025" b="1">
                <a:solidFill>
                  <a:srgbClr val="217046"/>
                </a:solidFill>
                <a:latin typeface="Arial"/>
                <a:ea typeface="Arial"/>
                <a:cs typeface="Arial"/>
              </a:defRPr>
            </a:lvl4pPr>
            <a:lvl5pPr algn="l">
              <a:defRPr sz="2025" b="1">
                <a:solidFill>
                  <a:srgbClr val="217046"/>
                </a:solidFill>
                <a:latin typeface="Arial"/>
                <a:ea typeface="Arial"/>
                <a:cs typeface="Arial"/>
              </a:defRPr>
            </a:lvl5pPr>
            <a:lvl6pPr algn="l">
              <a:defRPr sz="2025" b="1">
                <a:solidFill>
                  <a:srgbClr val="217046"/>
                </a:solidFill>
                <a:latin typeface="Arial"/>
                <a:ea typeface="Arial"/>
                <a:cs typeface="Arial"/>
              </a:defRPr>
            </a:lvl6pPr>
            <a:lvl7pPr algn="l">
              <a:defRPr sz="2025" b="1">
                <a:solidFill>
                  <a:srgbClr val="217046"/>
                </a:solidFill>
                <a:latin typeface="Arial"/>
                <a:ea typeface="Arial"/>
                <a:cs typeface="Arial"/>
              </a:defRPr>
            </a:lvl7pPr>
            <a:lvl8pPr algn="l">
              <a:defRPr sz="2025" b="1">
                <a:solidFill>
                  <a:srgbClr val="217046"/>
                </a:solidFill>
                <a:latin typeface="Arial"/>
                <a:ea typeface="Arial"/>
                <a:cs typeface="Arial"/>
              </a:defRPr>
            </a:lvl8pPr>
            <a:lvl9pPr algn="l">
              <a:defRPr sz="2025" b="1">
                <a:solidFill>
                  <a:srgbClr val="217046"/>
                </a:solidFill>
                <a:latin typeface="Arial"/>
                <a:ea typeface="Arial"/>
                <a:cs typeface="Arial"/>
              </a:defRPr>
            </a:lvl9pPr>
          </a:lstStyle>
          <a:p xmlns:a="http://schemas.openxmlformats.org/drawingml/2006/main">
            <a:pPr algn="l">
              <a:defRPr sz="2025" b="1">
                <a:solidFill>
                  <a:srgbClr val="217046"/>
                </a:solidFill>
                <a:latin typeface="Arial"/>
                <a:ea typeface="Arial"/>
                <a:cs typeface="Arial"/>
              </a:defRPr>
            </a:pPr>
            <a:r>
              <a:rPr sz="2025" b="1">
                <a:solidFill>
                  <a:srgbClr val="217046"/>
                </a:solidFill>
                <a:latin typeface="Arial"/>
                <a:ea typeface="Arial"/>
                <a:cs typeface="Arial"/>
              </a:rPr>
              <a:t>IEcritureCommandes</a:t>
            </a:r>
          </a:p>
        </p:txBody>
      </p:sp>
      <p:sp>
        <p:nvSpPr>
          <p:cNvPr id="18" name="">
            <a:extLst xmlns:a="http://schemas.openxmlformats.org/drawingml/2006/main">
              <a:ext uri="{FF2B5EF4-FFF2-40B4-BE49-F238E27FC236}">
                <a16:creationId xmlns:a16="http://schemas.microsoft.com/office/drawing/2014/main" id="{0C4D259C-6531-4740-B0F3-8E9E424A73A6}"/>
              </a:ext>
            </a:extLst>
          </p:cNvPr>
          <p:cNvSpPr>
            <a:spLocks xmlns:a="http://schemas.openxmlformats.org/drawingml/2006/main" noGrp="1"/>
          </p:cNvSpPr>
          <p:nvPr/>
        </p:nvSpPr>
        <p:spPr>
          <a:xfrm xmlns:a="http://schemas.openxmlformats.org/drawingml/2006/main">
            <a:off x="9696450" y="4019550"/>
            <a:ext cx="4752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F44"/>
                </a:solidFill>
                <a:latin typeface="Arial"/>
                <a:ea typeface="Arial"/>
                <a:cs typeface="Arial"/>
              </a:defRPr>
            </a:defPPr>
            <a:lvl1pPr algn="l">
              <a:defRPr sz="1800" b="0">
                <a:solidFill>
                  <a:srgbClr val="182F44"/>
                </a:solidFill>
                <a:latin typeface="Arial"/>
                <a:ea typeface="Arial"/>
                <a:cs typeface="Arial"/>
              </a:defRPr>
            </a:lvl1pPr>
            <a:lvl2pPr algn="l">
              <a:defRPr sz="1800" b="0">
                <a:solidFill>
                  <a:srgbClr val="182F44"/>
                </a:solidFill>
                <a:latin typeface="Arial"/>
                <a:ea typeface="Arial"/>
                <a:cs typeface="Arial"/>
              </a:defRPr>
            </a:lvl2pPr>
            <a:lvl3pPr algn="l">
              <a:defRPr sz="1800" b="0">
                <a:solidFill>
                  <a:srgbClr val="182F44"/>
                </a:solidFill>
                <a:latin typeface="Arial"/>
                <a:ea typeface="Arial"/>
                <a:cs typeface="Arial"/>
              </a:defRPr>
            </a:lvl3pPr>
            <a:lvl4pPr algn="l">
              <a:defRPr sz="1800" b="0">
                <a:solidFill>
                  <a:srgbClr val="182F44"/>
                </a:solidFill>
                <a:latin typeface="Arial"/>
                <a:ea typeface="Arial"/>
                <a:cs typeface="Arial"/>
              </a:defRPr>
            </a:lvl4pPr>
            <a:lvl5pPr algn="l">
              <a:defRPr sz="1800" b="0">
                <a:solidFill>
                  <a:srgbClr val="182F44"/>
                </a:solidFill>
                <a:latin typeface="Arial"/>
                <a:ea typeface="Arial"/>
                <a:cs typeface="Arial"/>
              </a:defRPr>
            </a:lvl5pPr>
            <a:lvl6pPr algn="l">
              <a:defRPr sz="1800" b="0">
                <a:solidFill>
                  <a:srgbClr val="182F44"/>
                </a:solidFill>
                <a:latin typeface="Arial"/>
                <a:ea typeface="Arial"/>
                <a:cs typeface="Arial"/>
              </a:defRPr>
            </a:lvl6pPr>
            <a:lvl7pPr algn="l">
              <a:defRPr sz="1800" b="0">
                <a:solidFill>
                  <a:srgbClr val="182F44"/>
                </a:solidFill>
                <a:latin typeface="Arial"/>
                <a:ea typeface="Arial"/>
                <a:cs typeface="Arial"/>
              </a:defRPr>
            </a:lvl7pPr>
            <a:lvl8pPr algn="l">
              <a:defRPr sz="1800" b="0">
                <a:solidFill>
                  <a:srgbClr val="182F44"/>
                </a:solidFill>
                <a:latin typeface="Arial"/>
                <a:ea typeface="Arial"/>
                <a:cs typeface="Arial"/>
              </a:defRPr>
            </a:lvl8pPr>
            <a:lvl9pPr algn="l">
              <a:defRPr sz="1800" b="0">
                <a:solidFill>
                  <a:srgbClr val="182F44"/>
                </a:solidFill>
                <a:latin typeface="Arial"/>
                <a:ea typeface="Arial"/>
                <a:cs typeface="Arial"/>
              </a:defRPr>
            </a:lvl9pPr>
          </a:lstStyle>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Enregistrer(commande)</a:t>
            </a:r>
          </a:p>
        </p:txBody>
      </p:sp>
      <p:sp>
        <p:nvSpPr>
          <p:cNvPr id="20" name="">
            <a:extLst xmlns:a="http://schemas.openxmlformats.org/drawingml/2006/main">
              <a:ext uri="{FF2B5EF4-FFF2-40B4-BE49-F238E27FC236}">
                <a16:creationId xmlns:a16="http://schemas.microsoft.com/office/drawing/2014/main" id="{B4E0A228-3A5E-4565-A3DF-BC5DF63B9BC3}"/>
              </a:ext>
            </a:extLst>
          </p:cNvPr>
          <p:cNvSpPr>
            <a:spLocks xmlns:a="http://schemas.openxmlformats.org/drawingml/2006/main" noGrp="1"/>
          </p:cNvSpPr>
          <p:nvPr/>
        </p:nvSpPr>
        <p:spPr>
          <a:xfrm xmlns:a="http://schemas.openxmlformats.org/drawingml/2006/main">
            <a:off x="7286625" y="371475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76B91"/>
                </a:solidFill>
                <a:latin typeface="Arial"/>
                <a:ea typeface="Arial"/>
                <a:cs typeface="Arial"/>
              </a:defRPr>
            </a:defPPr>
            <a:lvl1pPr algn="l">
              <a:defRPr sz="1800" b="0">
                <a:solidFill>
                  <a:srgbClr val="176B91"/>
                </a:solidFill>
                <a:latin typeface="Arial"/>
                <a:ea typeface="Arial"/>
                <a:cs typeface="Arial"/>
              </a:defRPr>
            </a:lvl1pPr>
            <a:lvl2pPr algn="l">
              <a:defRPr sz="1800" b="0">
                <a:solidFill>
                  <a:srgbClr val="176B91"/>
                </a:solidFill>
                <a:latin typeface="Arial"/>
                <a:ea typeface="Arial"/>
                <a:cs typeface="Arial"/>
              </a:defRPr>
            </a:lvl2pPr>
            <a:lvl3pPr algn="l">
              <a:defRPr sz="1800" b="0">
                <a:solidFill>
                  <a:srgbClr val="176B91"/>
                </a:solidFill>
                <a:latin typeface="Arial"/>
                <a:ea typeface="Arial"/>
                <a:cs typeface="Arial"/>
              </a:defRPr>
            </a:lvl3pPr>
            <a:lvl4pPr algn="l">
              <a:defRPr sz="1800" b="0">
                <a:solidFill>
                  <a:srgbClr val="176B91"/>
                </a:solidFill>
                <a:latin typeface="Arial"/>
                <a:ea typeface="Arial"/>
                <a:cs typeface="Arial"/>
              </a:defRPr>
            </a:lvl4pPr>
            <a:lvl5pPr algn="l">
              <a:defRPr sz="1800" b="0">
                <a:solidFill>
                  <a:srgbClr val="176B91"/>
                </a:solidFill>
                <a:latin typeface="Arial"/>
                <a:ea typeface="Arial"/>
                <a:cs typeface="Arial"/>
              </a:defRPr>
            </a:lvl5pPr>
            <a:lvl6pPr algn="l">
              <a:defRPr sz="1800" b="0">
                <a:solidFill>
                  <a:srgbClr val="176B91"/>
                </a:solidFill>
                <a:latin typeface="Arial"/>
                <a:ea typeface="Arial"/>
                <a:cs typeface="Arial"/>
              </a:defRPr>
            </a:lvl6pPr>
            <a:lvl7pPr algn="l">
              <a:defRPr sz="1800" b="0">
                <a:solidFill>
                  <a:srgbClr val="176B91"/>
                </a:solidFill>
                <a:latin typeface="Arial"/>
                <a:ea typeface="Arial"/>
                <a:cs typeface="Arial"/>
              </a:defRPr>
            </a:lvl7pPr>
            <a:lvl8pPr algn="l">
              <a:defRPr sz="1800" b="0">
                <a:solidFill>
                  <a:srgbClr val="176B91"/>
                </a:solidFill>
                <a:latin typeface="Arial"/>
                <a:ea typeface="Arial"/>
                <a:cs typeface="Arial"/>
              </a:defRPr>
            </a:lvl8pPr>
            <a:lvl9pPr algn="l">
              <a:defRPr sz="1800" b="0">
                <a:solidFill>
                  <a:srgbClr val="176B91"/>
                </a:solidFill>
                <a:latin typeface="Arial"/>
                <a:ea typeface="Arial"/>
                <a:cs typeface="Arial"/>
              </a:defRPr>
            </a:lvl9pPr>
          </a:lstStyle>
          <a:p xmlns:a="http://schemas.openxmlformats.org/drawingml/2006/main">
            <a:pPr algn="l">
              <a:defRPr sz="1800" b="0">
                <a:solidFill>
                  <a:srgbClr val="176B91"/>
                </a:solidFill>
                <a:latin typeface="Arial"/>
                <a:ea typeface="Arial"/>
                <a:cs typeface="Arial"/>
              </a:defRPr>
            </a:pPr>
            <a:r>
              <a:rPr sz="1800" b="0">
                <a:solidFill>
                  <a:srgbClr val="176B91"/>
                </a:solidFill>
                <a:latin typeface="Arial"/>
                <a:ea typeface="Arial"/>
                <a:cs typeface="Arial"/>
              </a:rPr>
              <a:t>utilise</a:t>
            </a:r>
          </a:p>
        </p:txBody>
      </p:sp>
      <p:sp>
        <p:nvSpPr>
          <p:cNvPr id="21" name="">
            <a:extLst xmlns:a="http://schemas.openxmlformats.org/drawingml/2006/main">
              <a:ext uri="{FF2B5EF4-FFF2-40B4-BE49-F238E27FC236}">
                <a16:creationId xmlns:a16="http://schemas.microsoft.com/office/drawing/2014/main" id="{D564BB89-CE15-463C-8312-BD6ABFC9818D}"/>
              </a:ext>
            </a:extLst>
          </p:cNvPr>
          <p:cNvSpPr>
            <a:spLocks xmlns:a="http://schemas.openxmlformats.org/drawingml/2006/main" noGrp="1"/>
          </p:cNvSpPr>
          <p:nvPr/>
        </p:nvSpPr>
        <p:spPr>
          <a:xfrm xmlns:a="http://schemas.openxmlformats.org/drawingml/2006/main">
            <a:off x="619125" y="5095875"/>
            <a:ext cx="5429250" cy="1190625"/>
          </a:xfrm>
          <a:prstGeom xmlns:a="http://schemas.openxmlformats.org/drawingml/2006/main" prst="rect">
            <a:avLst/>
          </a:prstGeom>
          <a:solidFill xmlns:a="http://schemas.openxmlformats.org/drawingml/2006/main">
            <a:srgbClr val="FFF0DE"/>
          </a:solidFill>
          <a:ln xmlns:a="http://schemas.openxmlformats.org/drawingml/2006/main" w="14288">
            <a:solidFill>
              <a:srgbClr val="A84C0A"/>
            </a:solidFill>
          </a:ln>
        </p:spPr>
      </p:sp>
      <p:sp>
        <p:nvSpPr>
          <p:cNvPr id="22" name="">
            <a:extLst xmlns:a="http://schemas.openxmlformats.org/drawingml/2006/main">
              <a:ext uri="{FF2B5EF4-FFF2-40B4-BE49-F238E27FC236}">
                <a16:creationId xmlns:a16="http://schemas.microsoft.com/office/drawing/2014/main" id="{6E6B8245-65D8-4F88-87C1-0B1DE4AEDD2C}"/>
              </a:ext>
            </a:extLst>
          </p:cNvPr>
          <p:cNvSpPr>
            <a:spLocks xmlns:a="http://schemas.openxmlformats.org/drawingml/2006/main" noGrp="1"/>
          </p:cNvSpPr>
          <p:nvPr/>
        </p:nvSpPr>
        <p:spPr>
          <a:xfrm xmlns:a="http://schemas.openxmlformats.org/drawingml/2006/main">
            <a:off x="790575" y="5229225"/>
            <a:ext cx="5086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A84C0A"/>
                </a:solidFill>
                <a:latin typeface="Arial"/>
                <a:ea typeface="Arial"/>
                <a:cs typeface="Arial"/>
              </a:defRPr>
            </a:defPPr>
            <a:lvl1pPr algn="l">
              <a:defRPr sz="2025" b="1">
                <a:solidFill>
                  <a:srgbClr val="A84C0A"/>
                </a:solidFill>
                <a:latin typeface="Arial"/>
                <a:ea typeface="Arial"/>
                <a:cs typeface="Arial"/>
              </a:defRPr>
            </a:lvl1pPr>
            <a:lvl2pPr algn="l">
              <a:defRPr sz="2025" b="1">
                <a:solidFill>
                  <a:srgbClr val="A84C0A"/>
                </a:solidFill>
                <a:latin typeface="Arial"/>
                <a:ea typeface="Arial"/>
                <a:cs typeface="Arial"/>
              </a:defRPr>
            </a:lvl2pPr>
            <a:lvl3pPr algn="l">
              <a:defRPr sz="2025" b="1">
                <a:solidFill>
                  <a:srgbClr val="A84C0A"/>
                </a:solidFill>
                <a:latin typeface="Arial"/>
                <a:ea typeface="Arial"/>
                <a:cs typeface="Arial"/>
              </a:defRPr>
            </a:lvl3pPr>
            <a:lvl4pPr algn="l">
              <a:defRPr sz="2025" b="1">
                <a:solidFill>
                  <a:srgbClr val="A84C0A"/>
                </a:solidFill>
                <a:latin typeface="Arial"/>
                <a:ea typeface="Arial"/>
                <a:cs typeface="Arial"/>
              </a:defRPr>
            </a:lvl4pPr>
            <a:lvl5pPr algn="l">
              <a:defRPr sz="2025" b="1">
                <a:solidFill>
                  <a:srgbClr val="A84C0A"/>
                </a:solidFill>
                <a:latin typeface="Arial"/>
                <a:ea typeface="Arial"/>
                <a:cs typeface="Arial"/>
              </a:defRPr>
            </a:lvl5pPr>
            <a:lvl6pPr algn="l">
              <a:defRPr sz="2025" b="1">
                <a:solidFill>
                  <a:srgbClr val="A84C0A"/>
                </a:solidFill>
                <a:latin typeface="Arial"/>
                <a:ea typeface="Arial"/>
                <a:cs typeface="Arial"/>
              </a:defRPr>
            </a:lvl6pPr>
            <a:lvl7pPr algn="l">
              <a:defRPr sz="2025" b="1">
                <a:solidFill>
                  <a:srgbClr val="A84C0A"/>
                </a:solidFill>
                <a:latin typeface="Arial"/>
                <a:ea typeface="Arial"/>
                <a:cs typeface="Arial"/>
              </a:defRPr>
            </a:lvl7pPr>
            <a:lvl8pPr algn="l">
              <a:defRPr sz="2025" b="1">
                <a:solidFill>
                  <a:srgbClr val="A84C0A"/>
                </a:solidFill>
                <a:latin typeface="Arial"/>
                <a:ea typeface="Arial"/>
                <a:cs typeface="Arial"/>
              </a:defRPr>
            </a:lvl8pPr>
            <a:lvl9pPr algn="l">
              <a:defRPr sz="2025" b="1">
                <a:solidFill>
                  <a:srgbClr val="A84C0A"/>
                </a:solidFill>
                <a:latin typeface="Arial"/>
                <a:ea typeface="Arial"/>
                <a:cs typeface="Arial"/>
              </a:defRPr>
            </a:lvl9pPr>
          </a:lstStyle>
          <a:p xmlns:a="http://schemas.openxmlformats.org/drawingml/2006/main">
            <a:pPr algn="l">
              <a:defRPr sz="2025" b="1">
                <a:solidFill>
                  <a:srgbClr val="A84C0A"/>
                </a:solidFill>
                <a:latin typeface="Arial"/>
                <a:ea typeface="Arial"/>
                <a:cs typeface="Arial"/>
              </a:defRPr>
            </a:pPr>
            <a:r>
              <a:rPr sz="2025" b="1">
                <a:solidFill>
                  <a:srgbClr val="A84C0A"/>
                </a:solidFill>
                <a:latin typeface="Arial"/>
                <a:ea typeface="Arial"/>
                <a:cs typeface="Arial"/>
              </a:rPr>
              <a:t>ServicePurge</a:t>
            </a:r>
          </a:p>
        </p:txBody>
      </p:sp>
      <p:sp>
        <p:nvSpPr>
          <p:cNvPr id="23" name="">
            <a:extLst xmlns:a="http://schemas.openxmlformats.org/drawingml/2006/main">
              <a:ext uri="{FF2B5EF4-FFF2-40B4-BE49-F238E27FC236}">
                <a16:creationId xmlns:a16="http://schemas.microsoft.com/office/drawing/2014/main" id="{434422B4-784B-4805-B166-50AFF8B28DB7}"/>
              </a:ext>
            </a:extLst>
          </p:cNvPr>
          <p:cNvSpPr>
            <a:spLocks xmlns:a="http://schemas.openxmlformats.org/drawingml/2006/main" noGrp="1"/>
          </p:cNvSpPr>
          <p:nvPr/>
        </p:nvSpPr>
        <p:spPr>
          <a:xfrm xmlns:a="http://schemas.openxmlformats.org/drawingml/2006/main">
            <a:off x="790575" y="5638800"/>
            <a:ext cx="50863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F44"/>
                </a:solidFill>
                <a:latin typeface="Arial"/>
                <a:ea typeface="Arial"/>
                <a:cs typeface="Arial"/>
              </a:defRPr>
            </a:defPPr>
            <a:lvl1pPr algn="l">
              <a:defRPr sz="1800" b="0">
                <a:solidFill>
                  <a:srgbClr val="182F44"/>
                </a:solidFill>
                <a:latin typeface="Arial"/>
                <a:ea typeface="Arial"/>
                <a:cs typeface="Arial"/>
              </a:defRPr>
            </a:lvl1pPr>
            <a:lvl2pPr algn="l">
              <a:defRPr sz="1800" b="0">
                <a:solidFill>
                  <a:srgbClr val="182F44"/>
                </a:solidFill>
                <a:latin typeface="Arial"/>
                <a:ea typeface="Arial"/>
                <a:cs typeface="Arial"/>
              </a:defRPr>
            </a:lvl2pPr>
            <a:lvl3pPr algn="l">
              <a:defRPr sz="1800" b="0">
                <a:solidFill>
                  <a:srgbClr val="182F44"/>
                </a:solidFill>
                <a:latin typeface="Arial"/>
                <a:ea typeface="Arial"/>
                <a:cs typeface="Arial"/>
              </a:defRPr>
            </a:lvl3pPr>
            <a:lvl4pPr algn="l">
              <a:defRPr sz="1800" b="0">
                <a:solidFill>
                  <a:srgbClr val="182F44"/>
                </a:solidFill>
                <a:latin typeface="Arial"/>
                <a:ea typeface="Arial"/>
                <a:cs typeface="Arial"/>
              </a:defRPr>
            </a:lvl4pPr>
            <a:lvl5pPr algn="l">
              <a:defRPr sz="1800" b="0">
                <a:solidFill>
                  <a:srgbClr val="182F44"/>
                </a:solidFill>
                <a:latin typeface="Arial"/>
                <a:ea typeface="Arial"/>
                <a:cs typeface="Arial"/>
              </a:defRPr>
            </a:lvl5pPr>
            <a:lvl6pPr algn="l">
              <a:defRPr sz="1800" b="0">
                <a:solidFill>
                  <a:srgbClr val="182F44"/>
                </a:solidFill>
                <a:latin typeface="Arial"/>
                <a:ea typeface="Arial"/>
                <a:cs typeface="Arial"/>
              </a:defRPr>
            </a:lvl6pPr>
            <a:lvl7pPr algn="l">
              <a:defRPr sz="1800" b="0">
                <a:solidFill>
                  <a:srgbClr val="182F44"/>
                </a:solidFill>
                <a:latin typeface="Arial"/>
                <a:ea typeface="Arial"/>
                <a:cs typeface="Arial"/>
              </a:defRPr>
            </a:lvl7pPr>
            <a:lvl8pPr algn="l">
              <a:defRPr sz="1800" b="0">
                <a:solidFill>
                  <a:srgbClr val="182F44"/>
                </a:solidFill>
                <a:latin typeface="Arial"/>
                <a:ea typeface="Arial"/>
                <a:cs typeface="Arial"/>
              </a:defRPr>
            </a:lvl8pPr>
            <a:lvl9pPr algn="l">
              <a:defRPr sz="1800" b="0">
                <a:solidFill>
                  <a:srgbClr val="182F44"/>
                </a:solidFill>
                <a:latin typeface="Arial"/>
                <a:ea typeface="Arial"/>
                <a:cs typeface="Arial"/>
              </a:defRPr>
            </a:lvl9pPr>
          </a:lstStyle>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Retire une commande</a:t>
            </a:r>
          </a:p>
        </p:txBody>
      </p:sp>
      <p:sp>
        <p:nvSpPr>
          <p:cNvPr id="24" name="">
            <a:extLst xmlns:a="http://schemas.openxmlformats.org/drawingml/2006/main">
              <a:ext uri="{FF2B5EF4-FFF2-40B4-BE49-F238E27FC236}">
                <a16:creationId xmlns:a16="http://schemas.microsoft.com/office/drawing/2014/main" id="{8782159D-6F59-4116-95BA-33226D3380D2}"/>
              </a:ext>
            </a:extLst>
          </p:cNvPr>
          <p:cNvSpPr>
            <a:spLocks xmlns:a="http://schemas.openxmlformats.org/drawingml/2006/main" noGrp="1"/>
          </p:cNvSpPr>
          <p:nvPr/>
        </p:nvSpPr>
        <p:spPr>
          <a:xfrm xmlns:a="http://schemas.openxmlformats.org/drawingml/2006/main">
            <a:off x="9525000" y="5095875"/>
            <a:ext cx="5095875" cy="1190625"/>
          </a:xfrm>
          <a:prstGeom xmlns:a="http://schemas.openxmlformats.org/drawingml/2006/main" prst="rect">
            <a:avLst/>
          </a:prstGeom>
          <a:solidFill xmlns:a="http://schemas.openxmlformats.org/drawingml/2006/main">
            <a:srgbClr val="E5F3EA"/>
          </a:solidFill>
          <a:ln xmlns:a="http://schemas.openxmlformats.org/drawingml/2006/main" w="14288">
            <a:solidFill>
              <a:srgbClr val="217046"/>
            </a:solidFill>
          </a:ln>
        </p:spPr>
      </p:sp>
      <p:sp>
        <p:nvSpPr>
          <p:cNvPr id="25" name="">
            <a:extLst xmlns:a="http://schemas.openxmlformats.org/drawingml/2006/main">
              <a:ext uri="{FF2B5EF4-FFF2-40B4-BE49-F238E27FC236}">
                <a16:creationId xmlns:a16="http://schemas.microsoft.com/office/drawing/2014/main" id="{BE743B64-42C6-4538-BE1E-66F7ACC99F59}"/>
              </a:ext>
            </a:extLst>
          </p:cNvPr>
          <p:cNvSpPr>
            <a:spLocks xmlns:a="http://schemas.openxmlformats.org/drawingml/2006/main" noGrp="1"/>
          </p:cNvSpPr>
          <p:nvPr/>
        </p:nvSpPr>
        <p:spPr>
          <a:xfrm xmlns:a="http://schemas.openxmlformats.org/drawingml/2006/main">
            <a:off x="9696450" y="5229225"/>
            <a:ext cx="47529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217046"/>
                </a:solidFill>
                <a:latin typeface="Arial"/>
                <a:ea typeface="Arial"/>
                <a:cs typeface="Arial"/>
              </a:defRPr>
            </a:defPPr>
            <a:lvl1pPr algn="l">
              <a:defRPr sz="2025" b="1">
                <a:solidFill>
                  <a:srgbClr val="217046"/>
                </a:solidFill>
                <a:latin typeface="Arial"/>
                <a:ea typeface="Arial"/>
                <a:cs typeface="Arial"/>
              </a:defRPr>
            </a:lvl1pPr>
            <a:lvl2pPr algn="l">
              <a:defRPr sz="2025" b="1">
                <a:solidFill>
                  <a:srgbClr val="217046"/>
                </a:solidFill>
                <a:latin typeface="Arial"/>
                <a:ea typeface="Arial"/>
                <a:cs typeface="Arial"/>
              </a:defRPr>
            </a:lvl2pPr>
            <a:lvl3pPr algn="l">
              <a:defRPr sz="2025" b="1">
                <a:solidFill>
                  <a:srgbClr val="217046"/>
                </a:solidFill>
                <a:latin typeface="Arial"/>
                <a:ea typeface="Arial"/>
                <a:cs typeface="Arial"/>
              </a:defRPr>
            </a:lvl3pPr>
            <a:lvl4pPr algn="l">
              <a:defRPr sz="2025" b="1">
                <a:solidFill>
                  <a:srgbClr val="217046"/>
                </a:solidFill>
                <a:latin typeface="Arial"/>
                <a:ea typeface="Arial"/>
                <a:cs typeface="Arial"/>
              </a:defRPr>
            </a:lvl4pPr>
            <a:lvl5pPr algn="l">
              <a:defRPr sz="2025" b="1">
                <a:solidFill>
                  <a:srgbClr val="217046"/>
                </a:solidFill>
                <a:latin typeface="Arial"/>
                <a:ea typeface="Arial"/>
                <a:cs typeface="Arial"/>
              </a:defRPr>
            </a:lvl5pPr>
            <a:lvl6pPr algn="l">
              <a:defRPr sz="2025" b="1">
                <a:solidFill>
                  <a:srgbClr val="217046"/>
                </a:solidFill>
                <a:latin typeface="Arial"/>
                <a:ea typeface="Arial"/>
                <a:cs typeface="Arial"/>
              </a:defRPr>
            </a:lvl6pPr>
            <a:lvl7pPr algn="l">
              <a:defRPr sz="2025" b="1">
                <a:solidFill>
                  <a:srgbClr val="217046"/>
                </a:solidFill>
                <a:latin typeface="Arial"/>
                <a:ea typeface="Arial"/>
                <a:cs typeface="Arial"/>
              </a:defRPr>
            </a:lvl7pPr>
            <a:lvl8pPr algn="l">
              <a:defRPr sz="2025" b="1">
                <a:solidFill>
                  <a:srgbClr val="217046"/>
                </a:solidFill>
                <a:latin typeface="Arial"/>
                <a:ea typeface="Arial"/>
                <a:cs typeface="Arial"/>
              </a:defRPr>
            </a:lvl8pPr>
            <a:lvl9pPr algn="l">
              <a:defRPr sz="2025" b="1">
                <a:solidFill>
                  <a:srgbClr val="217046"/>
                </a:solidFill>
                <a:latin typeface="Arial"/>
                <a:ea typeface="Arial"/>
                <a:cs typeface="Arial"/>
              </a:defRPr>
            </a:lvl9pPr>
          </a:lstStyle>
          <a:p xmlns:a="http://schemas.openxmlformats.org/drawingml/2006/main">
            <a:pPr algn="l">
              <a:defRPr sz="2025" b="1">
                <a:solidFill>
                  <a:srgbClr val="217046"/>
                </a:solidFill>
                <a:latin typeface="Arial"/>
                <a:ea typeface="Arial"/>
                <a:cs typeface="Arial"/>
              </a:defRPr>
            </a:pPr>
            <a:r>
              <a:rPr sz="2025" b="1">
                <a:solidFill>
                  <a:srgbClr val="217046"/>
                </a:solidFill>
                <a:latin typeface="Arial"/>
                <a:ea typeface="Arial"/>
                <a:cs typeface="Arial"/>
              </a:rPr>
              <a:t>ISuppressionCommandes</a:t>
            </a:r>
          </a:p>
        </p:txBody>
      </p:sp>
      <p:sp>
        <p:nvSpPr>
          <p:cNvPr id="26" name="">
            <a:extLst xmlns:a="http://schemas.openxmlformats.org/drawingml/2006/main">
              <a:ext uri="{FF2B5EF4-FFF2-40B4-BE49-F238E27FC236}">
                <a16:creationId xmlns:a16="http://schemas.microsoft.com/office/drawing/2014/main" id="{166A1DC3-B1F0-45BF-B191-121830E30DBD}"/>
              </a:ext>
            </a:extLst>
          </p:cNvPr>
          <p:cNvSpPr>
            <a:spLocks xmlns:a="http://schemas.openxmlformats.org/drawingml/2006/main" noGrp="1"/>
          </p:cNvSpPr>
          <p:nvPr/>
        </p:nvSpPr>
        <p:spPr>
          <a:xfrm xmlns:a="http://schemas.openxmlformats.org/drawingml/2006/main">
            <a:off x="9696450" y="5638800"/>
            <a:ext cx="4752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F44"/>
                </a:solidFill>
                <a:latin typeface="Arial"/>
                <a:ea typeface="Arial"/>
                <a:cs typeface="Arial"/>
              </a:defRPr>
            </a:defPPr>
            <a:lvl1pPr algn="l">
              <a:defRPr sz="1800" b="0">
                <a:solidFill>
                  <a:srgbClr val="182F44"/>
                </a:solidFill>
                <a:latin typeface="Arial"/>
                <a:ea typeface="Arial"/>
                <a:cs typeface="Arial"/>
              </a:defRPr>
            </a:lvl1pPr>
            <a:lvl2pPr algn="l">
              <a:defRPr sz="1800" b="0">
                <a:solidFill>
                  <a:srgbClr val="182F44"/>
                </a:solidFill>
                <a:latin typeface="Arial"/>
                <a:ea typeface="Arial"/>
                <a:cs typeface="Arial"/>
              </a:defRPr>
            </a:lvl2pPr>
            <a:lvl3pPr algn="l">
              <a:defRPr sz="1800" b="0">
                <a:solidFill>
                  <a:srgbClr val="182F44"/>
                </a:solidFill>
                <a:latin typeface="Arial"/>
                <a:ea typeface="Arial"/>
                <a:cs typeface="Arial"/>
              </a:defRPr>
            </a:lvl3pPr>
            <a:lvl4pPr algn="l">
              <a:defRPr sz="1800" b="0">
                <a:solidFill>
                  <a:srgbClr val="182F44"/>
                </a:solidFill>
                <a:latin typeface="Arial"/>
                <a:ea typeface="Arial"/>
                <a:cs typeface="Arial"/>
              </a:defRPr>
            </a:lvl4pPr>
            <a:lvl5pPr algn="l">
              <a:defRPr sz="1800" b="0">
                <a:solidFill>
                  <a:srgbClr val="182F44"/>
                </a:solidFill>
                <a:latin typeface="Arial"/>
                <a:ea typeface="Arial"/>
                <a:cs typeface="Arial"/>
              </a:defRPr>
            </a:lvl5pPr>
            <a:lvl6pPr algn="l">
              <a:defRPr sz="1800" b="0">
                <a:solidFill>
                  <a:srgbClr val="182F44"/>
                </a:solidFill>
                <a:latin typeface="Arial"/>
                <a:ea typeface="Arial"/>
                <a:cs typeface="Arial"/>
              </a:defRPr>
            </a:lvl6pPr>
            <a:lvl7pPr algn="l">
              <a:defRPr sz="1800" b="0">
                <a:solidFill>
                  <a:srgbClr val="182F44"/>
                </a:solidFill>
                <a:latin typeface="Arial"/>
                <a:ea typeface="Arial"/>
                <a:cs typeface="Arial"/>
              </a:defRPr>
            </a:lvl7pPr>
            <a:lvl8pPr algn="l">
              <a:defRPr sz="1800" b="0">
                <a:solidFill>
                  <a:srgbClr val="182F44"/>
                </a:solidFill>
                <a:latin typeface="Arial"/>
                <a:ea typeface="Arial"/>
                <a:cs typeface="Arial"/>
              </a:defRPr>
            </a:lvl8pPr>
            <a:lvl9pPr algn="l">
              <a:defRPr sz="1800" b="0">
                <a:solidFill>
                  <a:srgbClr val="182F44"/>
                </a:solidFill>
                <a:latin typeface="Arial"/>
                <a:ea typeface="Arial"/>
                <a:cs typeface="Arial"/>
              </a:defRPr>
            </a:lvl9pPr>
          </a:lstStyle>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Supprimer(id)</a:t>
            </a:r>
          </a:p>
        </p:txBody>
      </p:sp>
      <p:sp>
        <p:nvSpPr>
          <p:cNvPr id="28" name="">
            <a:extLst xmlns:a="http://schemas.openxmlformats.org/drawingml/2006/main">
              <a:ext uri="{FF2B5EF4-FFF2-40B4-BE49-F238E27FC236}">
                <a16:creationId xmlns:a16="http://schemas.microsoft.com/office/drawing/2014/main" id="{A1798211-D71A-43D8-8D01-20128B9B581E}"/>
              </a:ext>
            </a:extLst>
          </p:cNvPr>
          <p:cNvSpPr>
            <a:spLocks xmlns:a="http://schemas.openxmlformats.org/drawingml/2006/main" noGrp="1"/>
          </p:cNvSpPr>
          <p:nvPr/>
        </p:nvSpPr>
        <p:spPr>
          <a:xfrm xmlns:a="http://schemas.openxmlformats.org/drawingml/2006/main">
            <a:off x="7286625" y="533400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76B91"/>
                </a:solidFill>
                <a:latin typeface="Arial"/>
                <a:ea typeface="Arial"/>
                <a:cs typeface="Arial"/>
              </a:defRPr>
            </a:defPPr>
            <a:lvl1pPr algn="l">
              <a:defRPr sz="1800" b="0">
                <a:solidFill>
                  <a:srgbClr val="176B91"/>
                </a:solidFill>
                <a:latin typeface="Arial"/>
                <a:ea typeface="Arial"/>
                <a:cs typeface="Arial"/>
              </a:defRPr>
            </a:lvl1pPr>
            <a:lvl2pPr algn="l">
              <a:defRPr sz="1800" b="0">
                <a:solidFill>
                  <a:srgbClr val="176B91"/>
                </a:solidFill>
                <a:latin typeface="Arial"/>
                <a:ea typeface="Arial"/>
                <a:cs typeface="Arial"/>
              </a:defRPr>
            </a:lvl2pPr>
            <a:lvl3pPr algn="l">
              <a:defRPr sz="1800" b="0">
                <a:solidFill>
                  <a:srgbClr val="176B91"/>
                </a:solidFill>
                <a:latin typeface="Arial"/>
                <a:ea typeface="Arial"/>
                <a:cs typeface="Arial"/>
              </a:defRPr>
            </a:lvl3pPr>
            <a:lvl4pPr algn="l">
              <a:defRPr sz="1800" b="0">
                <a:solidFill>
                  <a:srgbClr val="176B91"/>
                </a:solidFill>
                <a:latin typeface="Arial"/>
                <a:ea typeface="Arial"/>
                <a:cs typeface="Arial"/>
              </a:defRPr>
            </a:lvl4pPr>
            <a:lvl5pPr algn="l">
              <a:defRPr sz="1800" b="0">
                <a:solidFill>
                  <a:srgbClr val="176B91"/>
                </a:solidFill>
                <a:latin typeface="Arial"/>
                <a:ea typeface="Arial"/>
                <a:cs typeface="Arial"/>
              </a:defRPr>
            </a:lvl5pPr>
            <a:lvl6pPr algn="l">
              <a:defRPr sz="1800" b="0">
                <a:solidFill>
                  <a:srgbClr val="176B91"/>
                </a:solidFill>
                <a:latin typeface="Arial"/>
                <a:ea typeface="Arial"/>
                <a:cs typeface="Arial"/>
              </a:defRPr>
            </a:lvl6pPr>
            <a:lvl7pPr algn="l">
              <a:defRPr sz="1800" b="0">
                <a:solidFill>
                  <a:srgbClr val="176B91"/>
                </a:solidFill>
                <a:latin typeface="Arial"/>
                <a:ea typeface="Arial"/>
                <a:cs typeface="Arial"/>
              </a:defRPr>
            </a:lvl7pPr>
            <a:lvl8pPr algn="l">
              <a:defRPr sz="1800" b="0">
                <a:solidFill>
                  <a:srgbClr val="176B91"/>
                </a:solidFill>
                <a:latin typeface="Arial"/>
                <a:ea typeface="Arial"/>
                <a:cs typeface="Arial"/>
              </a:defRPr>
            </a:lvl8pPr>
            <a:lvl9pPr algn="l">
              <a:defRPr sz="1800" b="0">
                <a:solidFill>
                  <a:srgbClr val="176B91"/>
                </a:solidFill>
                <a:latin typeface="Arial"/>
                <a:ea typeface="Arial"/>
                <a:cs typeface="Arial"/>
              </a:defRPr>
            </a:lvl9pPr>
          </a:lstStyle>
          <a:p xmlns:a="http://schemas.openxmlformats.org/drawingml/2006/main">
            <a:pPr algn="l">
              <a:defRPr sz="1800" b="0">
                <a:solidFill>
                  <a:srgbClr val="176B91"/>
                </a:solidFill>
                <a:latin typeface="Arial"/>
                <a:ea typeface="Arial"/>
                <a:cs typeface="Arial"/>
              </a:defRPr>
            </a:pPr>
            <a:r>
              <a:rPr sz="1800" b="0">
                <a:solidFill>
                  <a:srgbClr val="176B91"/>
                </a:solidFill>
                <a:latin typeface="Arial"/>
                <a:ea typeface="Arial"/>
                <a:cs typeface="Arial"/>
              </a:rPr>
              <a:t>utilise</a:t>
            </a:r>
          </a:p>
        </p:txBody>
      </p:sp>
      <p:sp>
        <p:nvSpPr>
          <p:cNvPr id="29" name="">
            <a:extLst xmlns:a="http://schemas.openxmlformats.org/drawingml/2006/main">
              <a:ext uri="{FF2B5EF4-FFF2-40B4-BE49-F238E27FC236}">
                <a16:creationId xmlns:a16="http://schemas.microsoft.com/office/drawing/2014/main" id="{CE851E43-BBA8-4B75-AB24-585A2A571722}"/>
              </a:ext>
            </a:extLst>
          </p:cNvPr>
          <p:cNvSpPr>
            <a:spLocks xmlns:a="http://schemas.openxmlformats.org/drawingml/2006/main" noGrp="1"/>
          </p:cNvSpPr>
          <p:nvPr/>
        </p:nvSpPr>
        <p:spPr>
          <a:xfrm xmlns:a="http://schemas.openxmlformats.org/drawingml/2006/main">
            <a:off x="619125" y="7029450"/>
            <a:ext cx="1400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087F83"/>
                </a:solidFill>
                <a:latin typeface="Arial"/>
                <a:ea typeface="Arial"/>
                <a:cs typeface="Arial"/>
              </a:defRPr>
            </a:defPPr>
            <a:lvl1pPr algn="l">
              <a:defRPr sz="1950" b="1">
                <a:solidFill>
                  <a:srgbClr val="087F83"/>
                </a:solidFill>
                <a:latin typeface="Arial"/>
                <a:ea typeface="Arial"/>
                <a:cs typeface="Arial"/>
              </a:defRPr>
            </a:lvl1pPr>
            <a:lvl2pPr algn="l">
              <a:defRPr sz="1950" b="1">
                <a:solidFill>
                  <a:srgbClr val="087F83"/>
                </a:solidFill>
                <a:latin typeface="Arial"/>
                <a:ea typeface="Arial"/>
                <a:cs typeface="Arial"/>
              </a:defRPr>
            </a:lvl2pPr>
            <a:lvl3pPr algn="l">
              <a:defRPr sz="1950" b="1">
                <a:solidFill>
                  <a:srgbClr val="087F83"/>
                </a:solidFill>
                <a:latin typeface="Arial"/>
                <a:ea typeface="Arial"/>
                <a:cs typeface="Arial"/>
              </a:defRPr>
            </a:lvl3pPr>
            <a:lvl4pPr algn="l">
              <a:defRPr sz="1950" b="1">
                <a:solidFill>
                  <a:srgbClr val="087F83"/>
                </a:solidFill>
                <a:latin typeface="Arial"/>
                <a:ea typeface="Arial"/>
                <a:cs typeface="Arial"/>
              </a:defRPr>
            </a:lvl4pPr>
            <a:lvl5pPr algn="l">
              <a:defRPr sz="1950" b="1">
                <a:solidFill>
                  <a:srgbClr val="087F83"/>
                </a:solidFill>
                <a:latin typeface="Arial"/>
                <a:ea typeface="Arial"/>
                <a:cs typeface="Arial"/>
              </a:defRPr>
            </a:lvl5pPr>
            <a:lvl6pPr algn="l">
              <a:defRPr sz="1950" b="1">
                <a:solidFill>
                  <a:srgbClr val="087F83"/>
                </a:solidFill>
                <a:latin typeface="Arial"/>
                <a:ea typeface="Arial"/>
                <a:cs typeface="Arial"/>
              </a:defRPr>
            </a:lvl6pPr>
            <a:lvl7pPr algn="l">
              <a:defRPr sz="1950" b="1">
                <a:solidFill>
                  <a:srgbClr val="087F83"/>
                </a:solidFill>
                <a:latin typeface="Arial"/>
                <a:ea typeface="Arial"/>
                <a:cs typeface="Arial"/>
              </a:defRPr>
            </a:lvl7pPr>
            <a:lvl8pPr algn="l">
              <a:defRPr sz="1950" b="1">
                <a:solidFill>
                  <a:srgbClr val="087F83"/>
                </a:solidFill>
                <a:latin typeface="Arial"/>
                <a:ea typeface="Arial"/>
                <a:cs typeface="Arial"/>
              </a:defRPr>
            </a:lvl8pPr>
            <a:lvl9pPr algn="l">
              <a:defRPr sz="1950" b="1">
                <a:solidFill>
                  <a:srgbClr val="087F83"/>
                </a:solidFill>
                <a:latin typeface="Arial"/>
                <a:ea typeface="Arial"/>
                <a:cs typeface="Arial"/>
              </a:defRPr>
            </a:lvl9pPr>
          </a:lstStyle>
          <a:p xmlns:a="http://schemas.openxmlformats.org/drawingml/2006/main">
            <a:pPr algn="l">
              <a:defRPr sz="1950" b="1">
                <a:solidFill>
                  <a:srgbClr val="087F83"/>
                </a:solidFill>
                <a:latin typeface="Arial"/>
                <a:ea typeface="Arial"/>
                <a:cs typeface="Arial"/>
              </a:defRPr>
            </a:pPr>
            <a:r>
              <a:rPr sz="1950" b="1">
                <a:solidFill>
                  <a:srgbClr val="087F83"/>
                </a:solidFill>
                <a:latin typeface="Arial"/>
                <a:ea typeface="Arial"/>
                <a:cs typeface="Arial"/>
              </a:rPr>
              <a:t>StockageComplet peut implémenter les trois contrats. StockageLectureSeule implémente la lecture.</a:t>
            </a:r>
          </a:p>
        </p:txBody>
      </p:sp>
      <p:sp>
        <p:nvSpPr>
          <p:cNvPr id="30" name="">
            <a:extLst xmlns:a="http://schemas.openxmlformats.org/drawingml/2006/main">
              <a:ext uri="{FF2B5EF4-FFF2-40B4-BE49-F238E27FC236}">
                <a16:creationId xmlns:a16="http://schemas.microsoft.com/office/drawing/2014/main" id="{4ACBA886-866D-4BC5-A92C-3ACE78A225D3}"/>
              </a:ext>
            </a:extLst>
          </p:cNvPr>
          <p:cNvSpPr>
            <a:spLocks xmlns:a="http://schemas.openxmlformats.org/drawingml/2006/main" noGrp="1"/>
          </p:cNvSpPr>
          <p:nvPr/>
        </p:nvSpPr>
        <p:spPr>
          <a:xfrm xmlns:a="http://schemas.openxmlformats.org/drawingml/2006/main">
            <a:off x="619125" y="7715250"/>
            <a:ext cx="1390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516575"/>
                </a:solidFill>
                <a:latin typeface="Arial"/>
                <a:ea typeface="Arial"/>
                <a:cs typeface="Arial"/>
              </a:defRPr>
            </a:defPPr>
            <a:lvl1pPr algn="l">
              <a:defRPr sz="1575" b="0">
                <a:solidFill>
                  <a:srgbClr val="516575"/>
                </a:solidFill>
                <a:latin typeface="Arial"/>
                <a:ea typeface="Arial"/>
                <a:cs typeface="Arial"/>
              </a:defRPr>
            </a:lvl1pPr>
            <a:lvl2pPr algn="l">
              <a:defRPr sz="1575" b="0">
                <a:solidFill>
                  <a:srgbClr val="516575"/>
                </a:solidFill>
                <a:latin typeface="Arial"/>
                <a:ea typeface="Arial"/>
                <a:cs typeface="Arial"/>
              </a:defRPr>
            </a:lvl2pPr>
            <a:lvl3pPr algn="l">
              <a:defRPr sz="1575" b="0">
                <a:solidFill>
                  <a:srgbClr val="516575"/>
                </a:solidFill>
                <a:latin typeface="Arial"/>
                <a:ea typeface="Arial"/>
                <a:cs typeface="Arial"/>
              </a:defRPr>
            </a:lvl3pPr>
            <a:lvl4pPr algn="l">
              <a:defRPr sz="1575" b="0">
                <a:solidFill>
                  <a:srgbClr val="516575"/>
                </a:solidFill>
                <a:latin typeface="Arial"/>
                <a:ea typeface="Arial"/>
                <a:cs typeface="Arial"/>
              </a:defRPr>
            </a:lvl4pPr>
            <a:lvl5pPr algn="l">
              <a:defRPr sz="1575" b="0">
                <a:solidFill>
                  <a:srgbClr val="516575"/>
                </a:solidFill>
                <a:latin typeface="Arial"/>
                <a:ea typeface="Arial"/>
                <a:cs typeface="Arial"/>
              </a:defRPr>
            </a:lvl5pPr>
            <a:lvl6pPr algn="l">
              <a:defRPr sz="1575" b="0">
                <a:solidFill>
                  <a:srgbClr val="516575"/>
                </a:solidFill>
                <a:latin typeface="Arial"/>
                <a:ea typeface="Arial"/>
                <a:cs typeface="Arial"/>
              </a:defRPr>
            </a:lvl6pPr>
            <a:lvl7pPr algn="l">
              <a:defRPr sz="1575" b="0">
                <a:solidFill>
                  <a:srgbClr val="516575"/>
                </a:solidFill>
                <a:latin typeface="Arial"/>
                <a:ea typeface="Arial"/>
                <a:cs typeface="Arial"/>
              </a:defRPr>
            </a:lvl7pPr>
            <a:lvl8pPr algn="l">
              <a:defRPr sz="1575" b="0">
                <a:solidFill>
                  <a:srgbClr val="516575"/>
                </a:solidFill>
                <a:latin typeface="Arial"/>
                <a:ea typeface="Arial"/>
                <a:cs typeface="Arial"/>
              </a:defRPr>
            </a:lvl8pPr>
            <a:lvl9pPr algn="l">
              <a:defRPr sz="1575" b="0">
                <a:solidFill>
                  <a:srgbClr val="516575"/>
                </a:solidFill>
                <a:latin typeface="Arial"/>
                <a:ea typeface="Arial"/>
                <a:cs typeface="Arial"/>
              </a:defRPr>
            </a:lvl9pPr>
          </a:lstStyle>
          <a:p xmlns:a="http://schemas.openxmlformats.org/drawingml/2006/main">
            <a:pPr algn="l">
              <a:defRPr sz="1575" b="0">
                <a:solidFill>
                  <a:srgbClr val="516575"/>
                </a:solidFill>
                <a:latin typeface="Arial"/>
                <a:ea typeface="Arial"/>
                <a:cs typeface="Arial"/>
              </a:defRPr>
            </a:pPr>
            <a:r>
              <a:rPr sz="1575" b="0">
                <a:solidFill>
                  <a:srgbClr val="516575"/>
                </a:solidFill>
                <a:latin typeface="Arial"/>
                <a:ea typeface="Arial"/>
                <a:cs typeface="Arial"/>
              </a:rPr>
              <a:t>Les flèches représentent des dépendances du code. Le découpage suit les usages, pas une règle « une méthode par interface ».</a:t>
            </a:r>
          </a:p>
        </p:txBody>
      </p:sp>
    </p:spTree>
    <p:extLst>
      <p:ext uri="{BB962C8B-B14F-4D97-AF65-F5344CB8AC3E}">
        <p14:creationId xmlns:p14="http://schemas.microsoft.com/office/powerpoint/2010/main" val="678461804"/>
      </p:ext>
    </p:extLst>
  </p:cSld>
</p:sld>
</file>

<file path=ppt/slides/slide9.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FD9EA32-E279-47A8-A4AA-0E1B492397D6}"/>
              </a:ext>
            </a:extLst>
          </p:cNvPr>
          <p:cNvSpPr>
            <a:spLocks xmlns:a="http://schemas.openxmlformats.org/drawingml/2006/main" noGrp="1"/>
          </p:cNvSpPr>
          <p:nvPr/>
        </p:nvSpPr>
        <p:spPr>
          <a:xfrm xmlns:a="http://schemas.openxmlformats.org/drawingml/2006/main">
            <a:off x="619125" y="304800"/>
            <a:ext cx="1333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087F83"/>
                </a:solidFill>
                <a:latin typeface="Arial"/>
                <a:ea typeface="Arial"/>
                <a:cs typeface="Arial"/>
              </a:defRPr>
            </a:defPPr>
            <a:lvl1pPr algn="l">
              <a:defRPr sz="1350" b="1">
                <a:solidFill>
                  <a:srgbClr val="087F83"/>
                </a:solidFill>
                <a:latin typeface="Arial"/>
                <a:ea typeface="Arial"/>
                <a:cs typeface="Arial"/>
              </a:defRPr>
            </a:lvl1pPr>
            <a:lvl2pPr algn="l">
              <a:defRPr sz="1350" b="1">
                <a:solidFill>
                  <a:srgbClr val="087F83"/>
                </a:solidFill>
                <a:latin typeface="Arial"/>
                <a:ea typeface="Arial"/>
                <a:cs typeface="Arial"/>
              </a:defRPr>
            </a:lvl2pPr>
            <a:lvl3pPr algn="l">
              <a:defRPr sz="1350" b="1">
                <a:solidFill>
                  <a:srgbClr val="087F83"/>
                </a:solidFill>
                <a:latin typeface="Arial"/>
                <a:ea typeface="Arial"/>
                <a:cs typeface="Arial"/>
              </a:defRPr>
            </a:lvl3pPr>
            <a:lvl4pPr algn="l">
              <a:defRPr sz="1350" b="1">
                <a:solidFill>
                  <a:srgbClr val="087F83"/>
                </a:solidFill>
                <a:latin typeface="Arial"/>
                <a:ea typeface="Arial"/>
                <a:cs typeface="Arial"/>
              </a:defRPr>
            </a:lvl4pPr>
            <a:lvl5pPr algn="l">
              <a:defRPr sz="1350" b="1">
                <a:solidFill>
                  <a:srgbClr val="087F83"/>
                </a:solidFill>
                <a:latin typeface="Arial"/>
                <a:ea typeface="Arial"/>
                <a:cs typeface="Arial"/>
              </a:defRPr>
            </a:lvl5pPr>
            <a:lvl6pPr algn="l">
              <a:defRPr sz="1350" b="1">
                <a:solidFill>
                  <a:srgbClr val="087F83"/>
                </a:solidFill>
                <a:latin typeface="Arial"/>
                <a:ea typeface="Arial"/>
                <a:cs typeface="Arial"/>
              </a:defRPr>
            </a:lvl6pPr>
            <a:lvl7pPr algn="l">
              <a:defRPr sz="1350" b="1">
                <a:solidFill>
                  <a:srgbClr val="087F83"/>
                </a:solidFill>
                <a:latin typeface="Arial"/>
                <a:ea typeface="Arial"/>
                <a:cs typeface="Arial"/>
              </a:defRPr>
            </a:lvl7pPr>
            <a:lvl8pPr algn="l">
              <a:defRPr sz="1350" b="1">
                <a:solidFill>
                  <a:srgbClr val="087F83"/>
                </a:solidFill>
                <a:latin typeface="Arial"/>
                <a:ea typeface="Arial"/>
                <a:cs typeface="Arial"/>
              </a:defRPr>
            </a:lvl8pPr>
            <a:lvl9pPr algn="l">
              <a:defRPr sz="1350" b="1">
                <a:solidFill>
                  <a:srgbClr val="087F83"/>
                </a:solidFill>
                <a:latin typeface="Arial"/>
                <a:ea typeface="Arial"/>
                <a:cs typeface="Arial"/>
              </a:defRPr>
            </a:lvl9pPr>
          </a:lstStyle>
          <a:p xmlns:a="http://schemas.openxmlformats.org/drawingml/2006/main">
            <a:pPr algn="l">
              <a:defRPr sz="1350" b="1">
                <a:solidFill>
                  <a:srgbClr val="087F83"/>
                </a:solidFill>
                <a:latin typeface="Arial"/>
                <a:ea typeface="Arial"/>
                <a:cs typeface="Arial"/>
              </a:defRPr>
            </a:pPr>
            <a:r>
              <a:rPr sz="1350" b="1">
                <a:solidFill>
                  <a:srgbClr val="087F83"/>
                </a:solidFill>
                <a:latin typeface="Arial"/>
                <a:ea typeface="Arial"/>
                <a:cs typeface="Arial"/>
              </a:rPr>
              <a:t>ISP • DES INTERFACES COHÉRENTES</a:t>
            </a:r>
          </a:p>
        </p:txBody>
      </p:sp>
      <p:sp>
        <p:nvSpPr>
          <p:cNvPr id="2" name="">
            <a:extLst xmlns:a="http://schemas.openxmlformats.org/drawingml/2006/main">
              <a:ext uri="{FF2B5EF4-FFF2-40B4-BE49-F238E27FC236}">
                <a16:creationId xmlns:a16="http://schemas.microsoft.com/office/drawing/2014/main" id="{47F17C04-F9E2-417D-AFA7-906245037561}"/>
              </a:ext>
            </a:extLst>
          </p:cNvPr>
          <p:cNvSpPr>
            <a:spLocks xmlns:a="http://schemas.openxmlformats.org/drawingml/2006/main" noGrp="1"/>
          </p:cNvSpPr>
          <p:nvPr/>
        </p:nvSpPr>
        <p:spPr>
          <a:xfrm xmlns:a="http://schemas.openxmlformats.org/drawingml/2006/main">
            <a:off x="619125" y="723900"/>
            <a:ext cx="1390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82F44"/>
                </a:solidFill>
                <a:latin typeface="Arial"/>
                <a:ea typeface="Arial"/>
                <a:cs typeface="Arial"/>
              </a:defRPr>
            </a:defPPr>
            <a:lvl1pPr algn="l">
              <a:defRPr sz="3300" b="1">
                <a:solidFill>
                  <a:srgbClr val="182F44"/>
                </a:solidFill>
                <a:latin typeface="Arial"/>
                <a:ea typeface="Arial"/>
                <a:cs typeface="Arial"/>
              </a:defRPr>
            </a:lvl1pPr>
            <a:lvl2pPr algn="l">
              <a:defRPr sz="3300" b="1">
                <a:solidFill>
                  <a:srgbClr val="182F44"/>
                </a:solidFill>
                <a:latin typeface="Arial"/>
                <a:ea typeface="Arial"/>
                <a:cs typeface="Arial"/>
              </a:defRPr>
            </a:lvl2pPr>
            <a:lvl3pPr algn="l">
              <a:defRPr sz="3300" b="1">
                <a:solidFill>
                  <a:srgbClr val="182F44"/>
                </a:solidFill>
                <a:latin typeface="Arial"/>
                <a:ea typeface="Arial"/>
                <a:cs typeface="Arial"/>
              </a:defRPr>
            </a:lvl3pPr>
            <a:lvl4pPr algn="l">
              <a:defRPr sz="3300" b="1">
                <a:solidFill>
                  <a:srgbClr val="182F44"/>
                </a:solidFill>
                <a:latin typeface="Arial"/>
                <a:ea typeface="Arial"/>
                <a:cs typeface="Arial"/>
              </a:defRPr>
            </a:lvl4pPr>
            <a:lvl5pPr algn="l">
              <a:defRPr sz="3300" b="1">
                <a:solidFill>
                  <a:srgbClr val="182F44"/>
                </a:solidFill>
                <a:latin typeface="Arial"/>
                <a:ea typeface="Arial"/>
                <a:cs typeface="Arial"/>
              </a:defRPr>
            </a:lvl5pPr>
            <a:lvl6pPr algn="l">
              <a:defRPr sz="3300" b="1">
                <a:solidFill>
                  <a:srgbClr val="182F44"/>
                </a:solidFill>
                <a:latin typeface="Arial"/>
                <a:ea typeface="Arial"/>
                <a:cs typeface="Arial"/>
              </a:defRPr>
            </a:lvl6pPr>
            <a:lvl7pPr algn="l">
              <a:defRPr sz="3300" b="1">
                <a:solidFill>
                  <a:srgbClr val="182F44"/>
                </a:solidFill>
                <a:latin typeface="Arial"/>
                <a:ea typeface="Arial"/>
                <a:cs typeface="Arial"/>
              </a:defRPr>
            </a:lvl7pPr>
            <a:lvl8pPr algn="l">
              <a:defRPr sz="3300" b="1">
                <a:solidFill>
                  <a:srgbClr val="182F44"/>
                </a:solidFill>
                <a:latin typeface="Arial"/>
                <a:ea typeface="Arial"/>
                <a:cs typeface="Arial"/>
              </a:defRPr>
            </a:lvl8pPr>
            <a:lvl9pPr algn="l">
              <a:defRPr sz="3300" b="1">
                <a:solidFill>
                  <a:srgbClr val="182F44"/>
                </a:solidFill>
                <a:latin typeface="Arial"/>
                <a:ea typeface="Arial"/>
                <a:cs typeface="Arial"/>
              </a:defRPr>
            </a:lvl9pPr>
          </a:lstStyle>
          <a:p xmlns:a="http://schemas.openxmlformats.org/drawingml/2006/main">
            <a:pPr algn="l">
              <a:defRPr sz="3300" b="1">
                <a:solidFill>
                  <a:srgbClr val="182F44"/>
                </a:solidFill>
                <a:latin typeface="Arial"/>
                <a:ea typeface="Arial"/>
                <a:cs typeface="Arial"/>
              </a:defRPr>
            </a:pPr>
            <a:r>
              <a:rPr sz="3300" b="1">
                <a:solidFill>
                  <a:srgbClr val="182F44"/>
                </a:solidFill>
                <a:latin typeface="Arial"/>
                <a:ea typeface="Arial"/>
                <a:cs typeface="Arial"/>
              </a:rPr>
              <a:t>Les effets et les limites du découpage</a:t>
            </a:r>
          </a:p>
        </p:txBody>
      </p:sp>
      <p:sp>
        <p:nvSpPr>
          <p:cNvPr id="3" name="">
            <a:extLst xmlns:a="http://schemas.openxmlformats.org/drawingml/2006/main">
              <a:ext uri="{FF2B5EF4-FFF2-40B4-BE49-F238E27FC236}">
                <a16:creationId xmlns:a16="http://schemas.microsoft.com/office/drawing/2014/main" id="{28EA64F8-555D-421D-91E0-FD1C5EA3B32F}"/>
              </a:ext>
            </a:extLst>
          </p:cNvPr>
          <p:cNvSpPr>
            <a:spLocks xmlns:a="http://schemas.openxmlformats.org/drawingml/2006/main" noGrp="1"/>
          </p:cNvSpPr>
          <p:nvPr/>
        </p:nvSpPr>
        <p:spPr>
          <a:xfrm xmlns:a="http://schemas.openxmlformats.org/drawingml/2006/main">
            <a:off x="619125" y="81438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516575"/>
                </a:solidFill>
                <a:latin typeface="Arial"/>
                <a:ea typeface="Arial"/>
                <a:cs typeface="Arial"/>
              </a:defRPr>
            </a:defPPr>
            <a:lvl1pPr algn="l">
              <a:defRPr sz="1275" b="0">
                <a:solidFill>
                  <a:srgbClr val="516575"/>
                </a:solidFill>
                <a:latin typeface="Arial"/>
                <a:ea typeface="Arial"/>
                <a:cs typeface="Arial"/>
              </a:defRPr>
            </a:lvl1pPr>
            <a:lvl2pPr algn="l">
              <a:defRPr sz="1275" b="0">
                <a:solidFill>
                  <a:srgbClr val="516575"/>
                </a:solidFill>
                <a:latin typeface="Arial"/>
                <a:ea typeface="Arial"/>
                <a:cs typeface="Arial"/>
              </a:defRPr>
            </a:lvl2pPr>
            <a:lvl3pPr algn="l">
              <a:defRPr sz="1275" b="0">
                <a:solidFill>
                  <a:srgbClr val="516575"/>
                </a:solidFill>
                <a:latin typeface="Arial"/>
                <a:ea typeface="Arial"/>
                <a:cs typeface="Arial"/>
              </a:defRPr>
            </a:lvl3pPr>
            <a:lvl4pPr algn="l">
              <a:defRPr sz="1275" b="0">
                <a:solidFill>
                  <a:srgbClr val="516575"/>
                </a:solidFill>
                <a:latin typeface="Arial"/>
                <a:ea typeface="Arial"/>
                <a:cs typeface="Arial"/>
              </a:defRPr>
            </a:lvl4pPr>
            <a:lvl5pPr algn="l">
              <a:defRPr sz="1275" b="0">
                <a:solidFill>
                  <a:srgbClr val="516575"/>
                </a:solidFill>
                <a:latin typeface="Arial"/>
                <a:ea typeface="Arial"/>
                <a:cs typeface="Arial"/>
              </a:defRPr>
            </a:lvl5pPr>
            <a:lvl6pPr algn="l">
              <a:defRPr sz="1275" b="0">
                <a:solidFill>
                  <a:srgbClr val="516575"/>
                </a:solidFill>
                <a:latin typeface="Arial"/>
                <a:ea typeface="Arial"/>
                <a:cs typeface="Arial"/>
              </a:defRPr>
            </a:lvl6pPr>
            <a:lvl7pPr algn="l">
              <a:defRPr sz="1275" b="0">
                <a:solidFill>
                  <a:srgbClr val="516575"/>
                </a:solidFill>
                <a:latin typeface="Arial"/>
                <a:ea typeface="Arial"/>
                <a:cs typeface="Arial"/>
              </a:defRPr>
            </a:lvl7pPr>
            <a:lvl8pPr algn="l">
              <a:defRPr sz="1275" b="0">
                <a:solidFill>
                  <a:srgbClr val="516575"/>
                </a:solidFill>
                <a:latin typeface="Arial"/>
                <a:ea typeface="Arial"/>
                <a:cs typeface="Arial"/>
              </a:defRPr>
            </a:lvl8pPr>
            <a:lvl9pPr algn="l">
              <a:defRPr sz="1275" b="0">
                <a:solidFill>
                  <a:srgbClr val="516575"/>
                </a:solidFill>
                <a:latin typeface="Arial"/>
                <a:ea typeface="Arial"/>
                <a:cs typeface="Arial"/>
              </a:defRPr>
            </a:lvl9pPr>
          </a:lstStyle>
          <a:p xmlns:a="http://schemas.openxmlformats.org/drawingml/2006/main">
            <a:pPr algn="l">
              <a:defRPr sz="1275" b="0">
                <a:solidFill>
                  <a:srgbClr val="516575"/>
                </a:solidFill>
                <a:latin typeface="Arial"/>
                <a:ea typeface="Arial"/>
                <a:cs typeface="Arial"/>
              </a:defRPr>
            </a:pPr>
            <a:r>
              <a:rPr sz="1275" b="0">
                <a:solidFill>
                  <a:srgbClr val="516575"/>
                </a:solidFill>
                <a:latin typeface="Arial"/>
                <a:ea typeface="Arial"/>
                <a:cs typeface="Arial"/>
              </a:rPr>
              <a:t>R304 • Qualité du développement</a:t>
            </a:r>
          </a:p>
        </p:txBody>
      </p:sp>
      <p:sp>
        <p:nvSpPr>
          <p:cNvPr id="4" name="">
            <a:extLst xmlns:a="http://schemas.openxmlformats.org/drawingml/2006/main">
              <a:ext uri="{FF2B5EF4-FFF2-40B4-BE49-F238E27FC236}">
                <a16:creationId xmlns:a16="http://schemas.microsoft.com/office/drawing/2014/main" id="{55D082D8-0C2E-4028-A5B2-4F1B9655C2D0}"/>
              </a:ext>
            </a:extLst>
          </p:cNvPr>
          <p:cNvSpPr>
            <a:spLocks xmlns:a="http://schemas.openxmlformats.org/drawingml/2006/main" noGrp="1"/>
          </p:cNvSpPr>
          <p:nvPr/>
        </p:nvSpPr>
        <p:spPr>
          <a:xfrm xmlns:a="http://schemas.openxmlformats.org/drawingml/2006/main">
            <a:off x="13335000" y="8143875"/>
            <a:ext cx="1285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575"/>
                </a:solidFill>
                <a:latin typeface="Arial"/>
                <a:ea typeface="Arial"/>
                <a:cs typeface="Arial"/>
              </a:defRPr>
            </a:defPPr>
            <a:lvl1pPr algn="r">
              <a:defRPr sz="1275" b="0">
                <a:solidFill>
                  <a:srgbClr val="516575"/>
                </a:solidFill>
                <a:latin typeface="Arial"/>
                <a:ea typeface="Arial"/>
                <a:cs typeface="Arial"/>
              </a:defRPr>
            </a:lvl1pPr>
            <a:lvl2pPr algn="r">
              <a:defRPr sz="1275" b="0">
                <a:solidFill>
                  <a:srgbClr val="516575"/>
                </a:solidFill>
                <a:latin typeface="Arial"/>
                <a:ea typeface="Arial"/>
                <a:cs typeface="Arial"/>
              </a:defRPr>
            </a:lvl2pPr>
            <a:lvl3pPr algn="r">
              <a:defRPr sz="1275" b="0">
                <a:solidFill>
                  <a:srgbClr val="516575"/>
                </a:solidFill>
                <a:latin typeface="Arial"/>
                <a:ea typeface="Arial"/>
                <a:cs typeface="Arial"/>
              </a:defRPr>
            </a:lvl3pPr>
            <a:lvl4pPr algn="r">
              <a:defRPr sz="1275" b="0">
                <a:solidFill>
                  <a:srgbClr val="516575"/>
                </a:solidFill>
                <a:latin typeface="Arial"/>
                <a:ea typeface="Arial"/>
                <a:cs typeface="Arial"/>
              </a:defRPr>
            </a:lvl4pPr>
            <a:lvl5pPr algn="r">
              <a:defRPr sz="1275" b="0">
                <a:solidFill>
                  <a:srgbClr val="516575"/>
                </a:solidFill>
                <a:latin typeface="Arial"/>
                <a:ea typeface="Arial"/>
                <a:cs typeface="Arial"/>
              </a:defRPr>
            </a:lvl5pPr>
            <a:lvl6pPr algn="r">
              <a:defRPr sz="1275" b="0">
                <a:solidFill>
                  <a:srgbClr val="516575"/>
                </a:solidFill>
                <a:latin typeface="Arial"/>
                <a:ea typeface="Arial"/>
                <a:cs typeface="Arial"/>
              </a:defRPr>
            </a:lvl6pPr>
            <a:lvl7pPr algn="r">
              <a:defRPr sz="1275" b="0">
                <a:solidFill>
                  <a:srgbClr val="516575"/>
                </a:solidFill>
                <a:latin typeface="Arial"/>
                <a:ea typeface="Arial"/>
                <a:cs typeface="Arial"/>
              </a:defRPr>
            </a:lvl7pPr>
            <a:lvl8pPr algn="r">
              <a:defRPr sz="1275" b="0">
                <a:solidFill>
                  <a:srgbClr val="516575"/>
                </a:solidFill>
                <a:latin typeface="Arial"/>
                <a:ea typeface="Arial"/>
                <a:cs typeface="Arial"/>
              </a:defRPr>
            </a:lvl8pPr>
            <a:lvl9pPr algn="r">
              <a:defRPr sz="1275" b="0">
                <a:solidFill>
                  <a:srgbClr val="516575"/>
                </a:solidFill>
                <a:latin typeface="Arial"/>
                <a:ea typeface="Arial"/>
                <a:cs typeface="Arial"/>
              </a:defRPr>
            </a:lvl9pPr>
          </a:lstStyle>
          <a:p xmlns:a="http://schemas.openxmlformats.org/drawingml/2006/main">
            <a:pPr algn="r">
              <a:defRPr sz="1275" b="0">
                <a:solidFill>
                  <a:srgbClr val="516575"/>
                </a:solidFill>
                <a:latin typeface="Arial"/>
                <a:ea typeface="Arial"/>
                <a:cs typeface="Arial"/>
              </a:defRPr>
            </a:pPr>
            <a:r>
              <a:rPr sz="1275" b="0">
                <a:solidFill>
                  <a:srgbClr val="516575"/>
                </a:solidFill>
                <a:latin typeface="Arial"/>
                <a:ea typeface="Arial"/>
                <a:cs typeface="Arial"/>
              </a:rPr>
              <a:t>09 / 16</a:t>
            </a:r>
          </a:p>
        </p:txBody>
      </p:sp>
      <p:graphicFrame>
        <p:nvGraphicFramePr>
          <p:cNvPr id="5" name="">
            <a:extLst xmlns:a="http://schemas.openxmlformats.org/drawingml/2006/main">
              <a:ext uri="{FF2B5EF4-FFF2-40B4-BE49-F238E27FC236}">
                <a16:creationId xmlns:a16="http://schemas.microsoft.com/office/drawing/2014/main" id="{8B556D7F-7B48-46FD-BF32-65467E6554D4}"/>
              </a:ext>
            </a:extLst>
          </p:cNvPr>
          <p:cNvGraphicFramePr/>
          <p:nvPr/>
        </p:nvGraphicFramePr>
        <p:xfrm>
          <a:off xmlns:a="http://schemas.openxmlformats.org/drawingml/2006/main" x="619125" y="1952625"/>
          <a:ext xmlns:a="http://schemas.openxmlformats.org/drawingml/2006/main" cx="14001750" cy="3095625"/>
        </p:xfrm>
        <a:graphic xmlns:a="http://schemas.openxmlformats.org/drawingml/2006/main">
          <a:graphicData uri="http://schemas.openxmlformats.org/drawingml/2006/table">
            <a:tbl>
              <a:tblPr/>
              <a:tblGrid>
                <a:gridCol w="3667125"/>
                <a:gridCol w="5048250"/>
                <a:gridCol w="5286375"/>
              </a:tblGrid>
              <a:tr h="1031875">
                <a:tc>
                  <a:txBody>
                    <a:bodyPr/>
                    <a:lstStyle/>
                    <a:p>
                      <a:r>
                        <a:rPr sz="1875" b="1">
                          <a:solidFill>
                            <a:srgbClr val="FFFFFF"/>
                          </a:solidFill>
                          <a:latin typeface="Arial"/>
                          <a:ea typeface="Arial"/>
                          <a:cs typeface="Arial"/>
                        </a:rPr>
                        <a:t>Évolution</a:t>
                      </a:r>
                    </a:p>
                  </a:txBody>
                  <a:tcPr marL="152400" marR="152400" marT="114300" marB="114300" anchor="ctr">
                    <a:lnL w="9525">
                      <a:solidFill>
                        <a:srgbClr val="CFD9DE"/>
                      </a:solidFill>
                    </a:lnL>
                    <a:lnR w="9525">
                      <a:solidFill>
                        <a:srgbClr val="CFD9DE"/>
                      </a:solidFill>
                    </a:lnR>
                    <a:lnT w="9525">
                      <a:solidFill>
                        <a:srgbClr val="CFD9DE"/>
                      </a:solidFill>
                    </a:lnT>
                    <a:lnB w="9525">
                      <a:solidFill>
                        <a:srgbClr val="CFD9DE"/>
                      </a:solidFill>
                    </a:lnB>
                    <a:solidFill>
                      <a:srgbClr val="182F44"/>
                    </a:solidFill>
                  </a:tcPr>
                </a:tc>
                <a:tc>
                  <a:txBody>
                    <a:bodyPr/>
                    <a:lstStyle/>
                    <a:p>
                      <a:r>
                        <a:rPr sz="1875" b="1">
                          <a:solidFill>
                            <a:srgbClr val="FFFFFF"/>
                          </a:solidFill>
                          <a:latin typeface="Arial"/>
                          <a:ea typeface="Arial"/>
                          <a:cs typeface="Arial"/>
                        </a:rPr>
                        <a:t>Avec un contrat global</a:t>
                      </a:r>
                    </a:p>
                  </a:txBody>
                  <a:tcPr marL="152400" marR="152400" marT="114300" marB="114300" anchor="ctr">
                    <a:lnR w="9525">
                      <a:solidFill>
                        <a:srgbClr val="CFD9DE"/>
                      </a:solidFill>
                    </a:lnR>
                    <a:lnT w="9525">
                      <a:solidFill>
                        <a:srgbClr val="CFD9DE"/>
                      </a:solidFill>
                    </a:lnT>
                    <a:lnB w="9525">
                      <a:solidFill>
                        <a:srgbClr val="CFD9DE"/>
                      </a:solidFill>
                    </a:lnB>
                    <a:solidFill>
                      <a:srgbClr val="182F44"/>
                    </a:solidFill>
                  </a:tcPr>
                </a:tc>
                <a:tc>
                  <a:txBody>
                    <a:bodyPr/>
                    <a:lstStyle/>
                    <a:p>
                      <a:r>
                        <a:rPr sz="1875" b="1">
                          <a:solidFill>
                            <a:srgbClr val="FFFFFF"/>
                          </a:solidFill>
                          <a:latin typeface="Arial"/>
                          <a:ea typeface="Arial"/>
                          <a:cs typeface="Arial"/>
                        </a:rPr>
                        <a:t>Avec des contrats par rôle</a:t>
                      </a:r>
                    </a:p>
                  </a:txBody>
                  <a:tcPr marL="152400" marR="152400" marT="114300" marB="114300" anchor="ctr">
                    <a:lnR w="9525">
                      <a:solidFill>
                        <a:srgbClr val="CFD9DE"/>
                      </a:solidFill>
                    </a:lnR>
                    <a:lnT w="9525">
                      <a:solidFill>
                        <a:srgbClr val="CFD9DE"/>
                      </a:solidFill>
                    </a:lnT>
                    <a:lnB w="9525">
                      <a:solidFill>
                        <a:srgbClr val="CFD9DE"/>
                      </a:solidFill>
                    </a:lnB>
                    <a:solidFill>
                      <a:srgbClr val="182F44"/>
                    </a:solidFill>
                  </a:tcPr>
                </a:tc>
              </a:tr>
              <a:tr h="1031875">
                <a:tc>
                  <a:txBody>
                    <a:bodyPr/>
                    <a:lstStyle/>
                    <a:p>
                      <a:r>
                        <a:rPr sz="1875" b="0">
                          <a:solidFill>
                            <a:srgbClr val="182F44"/>
                          </a:solidFill>
                          <a:latin typeface="Arial"/>
                          <a:ea typeface="Arial"/>
                          <a:cs typeface="Arial"/>
                        </a:rPr>
                        <a:t>La suppression exige un motif</a:t>
                      </a:r>
                    </a:p>
                  </a:txBody>
                  <a:tcPr marL="152400" marR="152400" marT="114300" marB="114300" anchor="ctr">
                    <a:lnL w="9525">
                      <a:solidFill>
                        <a:srgbClr val="CFD9DE"/>
                      </a:solidFill>
                    </a:lnL>
                    <a:lnR w="9525">
                      <a:solidFill>
                        <a:srgbClr val="CFD9DE"/>
                      </a:solidFill>
                    </a:lnR>
                    <a:lnB w="9525">
                      <a:solidFill>
                        <a:srgbClr val="CFD9DE"/>
                      </a:solidFill>
                    </a:lnB>
                    <a:solidFill>
                      <a:srgbClr val="FFFFFF"/>
                    </a:solidFill>
                  </a:tcPr>
                </a:tc>
                <a:tc>
                  <a:txBody>
                    <a:bodyPr/>
                    <a:lstStyle/>
                    <a:p>
                      <a:r>
                        <a:rPr sz="1875" b="0">
                          <a:solidFill>
                            <a:srgbClr val="182F44"/>
                          </a:solidFill>
                          <a:latin typeface="Arial"/>
                          <a:ea typeface="Arial"/>
                          <a:cs typeface="Arial"/>
                        </a:rPr>
                        <a:t>Le contrat global change, y compris pour ses utilisateurs en lecture.</a:t>
                      </a:r>
                    </a:p>
                  </a:txBody>
                  <a:tcPr marL="152400" marR="152400" marT="114300" marB="114300" anchor="ctr">
                    <a:lnR w="9525">
                      <a:solidFill>
                        <a:srgbClr val="CFD9DE"/>
                      </a:solidFill>
                    </a:lnR>
                    <a:lnB w="9525">
                      <a:solidFill>
                        <a:srgbClr val="CFD9DE"/>
                      </a:solidFill>
                    </a:lnB>
                    <a:solidFill>
                      <a:srgbClr val="FFFFFF"/>
                    </a:solidFill>
                  </a:tcPr>
                </a:tc>
                <a:tc>
                  <a:txBody>
                    <a:bodyPr/>
                    <a:lstStyle/>
                    <a:p>
                      <a:r>
                        <a:rPr sz="1875" b="0">
                          <a:solidFill>
                            <a:srgbClr val="182F44"/>
                          </a:solidFill>
                          <a:latin typeface="Arial"/>
                          <a:ea typeface="Arial"/>
                          <a:cs typeface="Arial"/>
                        </a:rPr>
                        <a:t>ISuppressionCommandes évolue. Le contrat de lecture reste stable.</a:t>
                      </a:r>
                    </a:p>
                  </a:txBody>
                  <a:tcPr marL="152400" marR="152400" marT="114300" marB="114300" anchor="ctr">
                    <a:lnR w="9525">
                      <a:solidFill>
                        <a:srgbClr val="CFD9DE"/>
                      </a:solidFill>
                    </a:lnR>
                    <a:lnB w="9525">
                      <a:solidFill>
                        <a:srgbClr val="CFD9DE"/>
                      </a:solidFill>
                    </a:lnB>
                    <a:solidFill>
                      <a:srgbClr val="FFFFFF"/>
                    </a:solidFill>
                  </a:tcPr>
                </a:tc>
              </a:tr>
              <a:tr h="1031875">
                <a:tc>
                  <a:txBody>
                    <a:bodyPr/>
                    <a:lstStyle/>
                    <a:p>
                      <a:r>
                        <a:rPr sz="1875" b="0">
                          <a:solidFill>
                            <a:srgbClr val="182F44"/>
                          </a:solidFill>
                          <a:latin typeface="Arial"/>
                          <a:ea typeface="Arial"/>
                          <a:cs typeface="Arial"/>
                        </a:rPr>
                        <a:t>Une consultation nécessite deux lectures</a:t>
                      </a:r>
                    </a:p>
                  </a:txBody>
                  <a:tcPr marL="152400" marR="152400" marT="114300" marB="114300" anchor="ctr">
                    <a:lnL w="9525">
                      <a:solidFill>
                        <a:srgbClr val="CFD9DE"/>
                      </a:solidFill>
                    </a:lnL>
                    <a:lnR w="9525">
                      <a:solidFill>
                        <a:srgbClr val="CFD9DE"/>
                      </a:solidFill>
                    </a:lnR>
                    <a:lnB w="9525">
                      <a:solidFill>
                        <a:srgbClr val="CFD9DE"/>
                      </a:solidFill>
                    </a:lnB>
                    <a:solidFill>
                      <a:srgbClr val="EFF4F6"/>
                    </a:solidFill>
                  </a:tcPr>
                </a:tc>
                <a:tc>
                  <a:txBody>
                    <a:bodyPr/>
                    <a:lstStyle/>
                    <a:p>
                      <a:r>
                        <a:rPr sz="1875" b="0">
                          <a:solidFill>
                            <a:srgbClr val="182F44"/>
                          </a:solidFill>
                          <a:latin typeface="Arial"/>
                          <a:ea typeface="Arial"/>
                          <a:cs typeface="Arial"/>
                        </a:rPr>
                        <a:t>Une seule interface peut déjà couvrir ce besoin.</a:t>
                      </a:r>
                    </a:p>
                  </a:txBody>
                  <a:tcPr marL="152400" marR="152400" marT="114300" marB="114300" anchor="ctr">
                    <a:lnR w="9525">
                      <a:solidFill>
                        <a:srgbClr val="CFD9DE"/>
                      </a:solidFill>
                    </a:lnR>
                    <a:lnB w="9525">
                      <a:solidFill>
                        <a:srgbClr val="CFD9DE"/>
                      </a:solidFill>
                    </a:lnB>
                    <a:solidFill>
                      <a:srgbClr val="EFF4F6"/>
                    </a:solidFill>
                  </a:tcPr>
                </a:tc>
                <a:tc>
                  <a:txBody>
                    <a:bodyPr/>
                    <a:lstStyle/>
                    <a:p>
                      <a:r>
                        <a:rPr sz="1875" b="0">
                          <a:solidFill>
                            <a:srgbClr val="182F44"/>
                          </a:solidFill>
                          <a:latin typeface="Arial"/>
                          <a:ea typeface="Arial"/>
                          <a:cs typeface="Arial"/>
                        </a:rPr>
                        <a:t>Regrouper les lectures utiles à ce même rôle reste cohérent.</a:t>
                      </a:r>
                    </a:p>
                  </a:txBody>
                  <a:tcPr marL="152400" marR="152400" marT="114300" marB="114300" anchor="ctr">
                    <a:lnR w="9525">
                      <a:solidFill>
                        <a:srgbClr val="CFD9DE"/>
                      </a:solidFill>
                    </a:lnR>
                    <a:lnB w="9525">
                      <a:solidFill>
                        <a:srgbClr val="CFD9DE"/>
                      </a:solidFill>
                    </a:lnB>
                    <a:solidFill>
                      <a:srgbClr val="EFF4F6"/>
                    </a:solidFill>
                  </a:tcPr>
                </a:tc>
              </a:tr>
            </a:tbl>
          </a:graphicData>
        </a:graphic>
      </p:graphicFrame>
      <p:sp>
        <p:nvSpPr>
          <p:cNvPr id="6" name="">
            <a:extLst xmlns:a="http://schemas.openxmlformats.org/drawingml/2006/main">
              <a:ext uri="{FF2B5EF4-FFF2-40B4-BE49-F238E27FC236}">
                <a16:creationId xmlns:a16="http://schemas.microsoft.com/office/drawing/2014/main" id="{71AD1C00-1F13-4E25-987C-4B9F93415F7E}"/>
              </a:ext>
            </a:extLst>
          </p:cNvPr>
          <p:cNvSpPr>
            <a:spLocks xmlns:a="http://schemas.openxmlformats.org/drawingml/2006/main" noGrp="1"/>
          </p:cNvSpPr>
          <p:nvPr/>
        </p:nvSpPr>
        <p:spPr>
          <a:xfrm xmlns:a="http://schemas.openxmlformats.org/drawingml/2006/main">
            <a:off x="619125" y="5572125"/>
            <a:ext cx="13716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F44"/>
                </a:solidFill>
                <a:latin typeface="Arial"/>
                <a:ea typeface="Arial"/>
                <a:cs typeface="Arial"/>
              </a:defRPr>
            </a:defPPr>
            <a:lvl1pPr algn="l">
              <a:defRPr sz="2100" b="0">
                <a:solidFill>
                  <a:srgbClr val="182F44"/>
                </a:solidFill>
                <a:latin typeface="Arial"/>
                <a:ea typeface="Arial"/>
                <a:cs typeface="Arial"/>
              </a:defRPr>
            </a:lvl1pPr>
            <a:lvl2pPr algn="l">
              <a:defRPr sz="2100" b="0">
                <a:solidFill>
                  <a:srgbClr val="182F44"/>
                </a:solidFill>
                <a:latin typeface="Arial"/>
                <a:ea typeface="Arial"/>
                <a:cs typeface="Arial"/>
              </a:defRPr>
            </a:lvl2pPr>
            <a:lvl3pPr algn="l">
              <a:defRPr sz="2100" b="0">
                <a:solidFill>
                  <a:srgbClr val="182F44"/>
                </a:solidFill>
                <a:latin typeface="Arial"/>
                <a:ea typeface="Arial"/>
                <a:cs typeface="Arial"/>
              </a:defRPr>
            </a:lvl3pPr>
            <a:lvl4pPr algn="l">
              <a:defRPr sz="2100" b="0">
                <a:solidFill>
                  <a:srgbClr val="182F44"/>
                </a:solidFill>
                <a:latin typeface="Arial"/>
                <a:ea typeface="Arial"/>
                <a:cs typeface="Arial"/>
              </a:defRPr>
            </a:lvl4pPr>
            <a:lvl5pPr algn="l">
              <a:defRPr sz="2100" b="0">
                <a:solidFill>
                  <a:srgbClr val="182F44"/>
                </a:solidFill>
                <a:latin typeface="Arial"/>
                <a:ea typeface="Arial"/>
                <a:cs typeface="Arial"/>
              </a:defRPr>
            </a:lvl5pPr>
            <a:lvl6pPr algn="l">
              <a:defRPr sz="2100" b="0">
                <a:solidFill>
                  <a:srgbClr val="182F44"/>
                </a:solidFill>
                <a:latin typeface="Arial"/>
                <a:ea typeface="Arial"/>
                <a:cs typeface="Arial"/>
              </a:defRPr>
            </a:lvl6pPr>
            <a:lvl7pPr algn="l">
              <a:defRPr sz="2100" b="0">
                <a:solidFill>
                  <a:srgbClr val="182F44"/>
                </a:solidFill>
                <a:latin typeface="Arial"/>
                <a:ea typeface="Arial"/>
                <a:cs typeface="Arial"/>
              </a:defRPr>
            </a:lvl7pPr>
            <a:lvl8pPr algn="l">
              <a:defRPr sz="2100" b="0">
                <a:solidFill>
                  <a:srgbClr val="182F44"/>
                </a:solidFill>
                <a:latin typeface="Arial"/>
                <a:ea typeface="Arial"/>
                <a:cs typeface="Arial"/>
              </a:defRPr>
            </a:lvl8pPr>
            <a:lvl9pPr algn="l">
              <a:defRPr sz="2100" b="0">
                <a:solidFill>
                  <a:srgbClr val="182F44"/>
                </a:solidFill>
                <a:latin typeface="Arial"/>
                <a:ea typeface="Arial"/>
                <a:cs typeface="Arial"/>
              </a:defRPr>
            </a:lvl9pPr>
          </a:lstStyle>
          <a:p xmlns:a="http://schemas.openxmlformats.org/drawingml/2006/main">
            <a:pPr algn="l">
              <a:defRPr sz="2100" b="0">
                <a:solidFill>
                  <a:srgbClr val="182F44"/>
                </a:solidFill>
                <a:latin typeface="Arial"/>
                <a:ea typeface="Arial"/>
                <a:cs typeface="Arial"/>
              </a:defRPr>
            </a:pPr>
            <a:r>
              <a:rPr sz="2100" b="0">
                <a:solidFill>
                  <a:srgbClr val="182F44"/>
                </a:solidFill>
                <a:latin typeface="Arial"/>
                <a:ea typeface="Arial"/>
                <a:cs typeface="Arial"/>
              </a:rPr>
              <a:t>ISP réduit les dépendances inutiles et facilite des doublures de test ciblées. Il ne garantit pas qu’un changement technique sera invisible aux autres fonctions : les comportements réels restent à vérifier.</a:t>
            </a:r>
          </a:p>
        </p:txBody>
      </p:sp>
      <p:sp>
        <p:nvSpPr>
          <p:cNvPr id="7" name="">
            <a:extLst xmlns:a="http://schemas.openxmlformats.org/drawingml/2006/main">
              <a:ext uri="{FF2B5EF4-FFF2-40B4-BE49-F238E27FC236}">
                <a16:creationId xmlns:a16="http://schemas.microsoft.com/office/drawing/2014/main" id="{59076206-0B40-4043-BC7F-10133CFA5E7D}"/>
              </a:ext>
            </a:extLst>
          </p:cNvPr>
          <p:cNvSpPr>
            <a:spLocks xmlns:a="http://schemas.openxmlformats.org/drawingml/2006/main" noGrp="1"/>
          </p:cNvSpPr>
          <p:nvPr/>
        </p:nvSpPr>
        <p:spPr>
          <a:xfrm xmlns:a="http://schemas.openxmlformats.org/drawingml/2006/main">
            <a:off x="619125" y="7134225"/>
            <a:ext cx="1400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087F83"/>
                </a:solidFill>
                <a:latin typeface="Arial"/>
                <a:ea typeface="Arial"/>
                <a:cs typeface="Arial"/>
              </a:defRPr>
            </a:defPPr>
            <a:lvl1pPr algn="l">
              <a:defRPr sz="1950" b="1">
                <a:solidFill>
                  <a:srgbClr val="087F83"/>
                </a:solidFill>
                <a:latin typeface="Arial"/>
                <a:ea typeface="Arial"/>
                <a:cs typeface="Arial"/>
              </a:defRPr>
            </a:lvl1pPr>
            <a:lvl2pPr algn="l">
              <a:defRPr sz="1950" b="1">
                <a:solidFill>
                  <a:srgbClr val="087F83"/>
                </a:solidFill>
                <a:latin typeface="Arial"/>
                <a:ea typeface="Arial"/>
                <a:cs typeface="Arial"/>
              </a:defRPr>
            </a:lvl2pPr>
            <a:lvl3pPr algn="l">
              <a:defRPr sz="1950" b="1">
                <a:solidFill>
                  <a:srgbClr val="087F83"/>
                </a:solidFill>
                <a:latin typeface="Arial"/>
                <a:ea typeface="Arial"/>
                <a:cs typeface="Arial"/>
              </a:defRPr>
            </a:lvl3pPr>
            <a:lvl4pPr algn="l">
              <a:defRPr sz="1950" b="1">
                <a:solidFill>
                  <a:srgbClr val="087F83"/>
                </a:solidFill>
                <a:latin typeface="Arial"/>
                <a:ea typeface="Arial"/>
                <a:cs typeface="Arial"/>
              </a:defRPr>
            </a:lvl4pPr>
            <a:lvl5pPr algn="l">
              <a:defRPr sz="1950" b="1">
                <a:solidFill>
                  <a:srgbClr val="087F83"/>
                </a:solidFill>
                <a:latin typeface="Arial"/>
                <a:ea typeface="Arial"/>
                <a:cs typeface="Arial"/>
              </a:defRPr>
            </a:lvl5pPr>
            <a:lvl6pPr algn="l">
              <a:defRPr sz="1950" b="1">
                <a:solidFill>
                  <a:srgbClr val="087F83"/>
                </a:solidFill>
                <a:latin typeface="Arial"/>
                <a:ea typeface="Arial"/>
                <a:cs typeface="Arial"/>
              </a:defRPr>
            </a:lvl6pPr>
            <a:lvl7pPr algn="l">
              <a:defRPr sz="1950" b="1">
                <a:solidFill>
                  <a:srgbClr val="087F83"/>
                </a:solidFill>
                <a:latin typeface="Arial"/>
                <a:ea typeface="Arial"/>
                <a:cs typeface="Arial"/>
              </a:defRPr>
            </a:lvl7pPr>
            <a:lvl8pPr algn="l">
              <a:defRPr sz="1950" b="1">
                <a:solidFill>
                  <a:srgbClr val="087F83"/>
                </a:solidFill>
                <a:latin typeface="Arial"/>
                <a:ea typeface="Arial"/>
                <a:cs typeface="Arial"/>
              </a:defRPr>
            </a:lvl8pPr>
            <a:lvl9pPr algn="l">
              <a:defRPr sz="1950" b="1">
                <a:solidFill>
                  <a:srgbClr val="087F83"/>
                </a:solidFill>
                <a:latin typeface="Arial"/>
                <a:ea typeface="Arial"/>
                <a:cs typeface="Arial"/>
              </a:defRPr>
            </a:lvl9pPr>
          </a:lstStyle>
          <a:p xmlns:a="http://schemas.openxmlformats.org/drawingml/2006/main">
            <a:pPr algn="l">
              <a:defRPr sz="1950" b="1">
                <a:solidFill>
                  <a:srgbClr val="087F83"/>
                </a:solidFill>
                <a:latin typeface="Arial"/>
                <a:ea typeface="Arial"/>
                <a:cs typeface="Arial"/>
              </a:defRPr>
            </a:pPr>
            <a:r>
              <a:rPr sz="1950" b="1">
                <a:solidFill>
                  <a:srgbClr val="087F83"/>
                </a:solidFill>
                <a:latin typeface="Arial"/>
                <a:ea typeface="Arial"/>
                <a:cs typeface="Arial"/>
              </a:rPr>
              <a:t>SRP organise les raisons de changer d’un composant. ISP organise les contrats vus par ses clients.</a:t>
            </a:r>
          </a:p>
        </p:txBody>
      </p:sp>
    </p:spTree>
    <p:extLst>
      <p:ext uri="{BB962C8B-B14F-4D97-AF65-F5344CB8AC3E}">
        <p14:creationId xmlns:p14="http://schemas.microsoft.com/office/powerpoint/2010/main" val="1256081842"/>
      </p:ext>
    </p:extLst>
  </p:cSld>
</p:sld>
</file>

<file path=ppt/slides/slide10.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A7018DA-D369-42EB-A326-7A5F8CC2458D}"/>
              </a:ext>
            </a:extLst>
          </p:cNvPr>
          <p:cNvSpPr>
            <a:spLocks xmlns:a="http://schemas.openxmlformats.org/drawingml/2006/main" noGrp="1"/>
          </p:cNvSpPr>
          <p:nvPr/>
        </p:nvSpPr>
        <p:spPr>
          <a:xfrm xmlns:a="http://schemas.openxmlformats.org/drawingml/2006/main">
            <a:off x="619125" y="304800"/>
            <a:ext cx="1333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087F83"/>
                </a:solidFill>
                <a:latin typeface="Arial"/>
                <a:ea typeface="Arial"/>
                <a:cs typeface="Arial"/>
              </a:defRPr>
            </a:defPPr>
            <a:lvl1pPr algn="l">
              <a:defRPr sz="1350" b="1">
                <a:solidFill>
                  <a:srgbClr val="087F83"/>
                </a:solidFill>
                <a:latin typeface="Arial"/>
                <a:ea typeface="Arial"/>
                <a:cs typeface="Arial"/>
              </a:defRPr>
            </a:lvl1pPr>
            <a:lvl2pPr algn="l">
              <a:defRPr sz="1350" b="1">
                <a:solidFill>
                  <a:srgbClr val="087F83"/>
                </a:solidFill>
                <a:latin typeface="Arial"/>
                <a:ea typeface="Arial"/>
                <a:cs typeface="Arial"/>
              </a:defRPr>
            </a:lvl2pPr>
            <a:lvl3pPr algn="l">
              <a:defRPr sz="1350" b="1">
                <a:solidFill>
                  <a:srgbClr val="087F83"/>
                </a:solidFill>
                <a:latin typeface="Arial"/>
                <a:ea typeface="Arial"/>
                <a:cs typeface="Arial"/>
              </a:defRPr>
            </a:lvl3pPr>
            <a:lvl4pPr algn="l">
              <a:defRPr sz="1350" b="1">
                <a:solidFill>
                  <a:srgbClr val="087F83"/>
                </a:solidFill>
                <a:latin typeface="Arial"/>
                <a:ea typeface="Arial"/>
                <a:cs typeface="Arial"/>
              </a:defRPr>
            </a:lvl4pPr>
            <a:lvl5pPr algn="l">
              <a:defRPr sz="1350" b="1">
                <a:solidFill>
                  <a:srgbClr val="087F83"/>
                </a:solidFill>
                <a:latin typeface="Arial"/>
                <a:ea typeface="Arial"/>
                <a:cs typeface="Arial"/>
              </a:defRPr>
            </a:lvl5pPr>
            <a:lvl6pPr algn="l">
              <a:defRPr sz="1350" b="1">
                <a:solidFill>
                  <a:srgbClr val="087F83"/>
                </a:solidFill>
                <a:latin typeface="Arial"/>
                <a:ea typeface="Arial"/>
                <a:cs typeface="Arial"/>
              </a:defRPr>
            </a:lvl6pPr>
            <a:lvl7pPr algn="l">
              <a:defRPr sz="1350" b="1">
                <a:solidFill>
                  <a:srgbClr val="087F83"/>
                </a:solidFill>
                <a:latin typeface="Arial"/>
                <a:ea typeface="Arial"/>
                <a:cs typeface="Arial"/>
              </a:defRPr>
            </a:lvl7pPr>
            <a:lvl8pPr algn="l">
              <a:defRPr sz="1350" b="1">
                <a:solidFill>
                  <a:srgbClr val="087F83"/>
                </a:solidFill>
                <a:latin typeface="Arial"/>
                <a:ea typeface="Arial"/>
                <a:cs typeface="Arial"/>
              </a:defRPr>
            </a:lvl8pPr>
            <a:lvl9pPr algn="l">
              <a:defRPr sz="1350" b="1">
                <a:solidFill>
                  <a:srgbClr val="087F83"/>
                </a:solidFill>
                <a:latin typeface="Arial"/>
                <a:ea typeface="Arial"/>
                <a:cs typeface="Arial"/>
              </a:defRPr>
            </a:lvl9pPr>
          </a:lstStyle>
          <a:p xmlns:a="http://schemas.openxmlformats.org/drawingml/2006/main">
            <a:pPr algn="l">
              <a:defRPr sz="1350" b="1">
                <a:solidFill>
                  <a:srgbClr val="087F83"/>
                </a:solidFill>
                <a:latin typeface="Arial"/>
                <a:ea typeface="Arial"/>
                <a:cs typeface="Arial"/>
              </a:defRPr>
            </a:pPr>
            <a:r>
              <a:rPr sz="1350" b="1">
                <a:solidFill>
                  <a:srgbClr val="087F83"/>
                </a:solidFill>
                <a:latin typeface="Arial"/>
                <a:ea typeface="Arial"/>
                <a:cs typeface="Arial"/>
              </a:rPr>
              <a:t>DEPENDENCY INVERSION PRINCIPLE</a:t>
            </a:r>
          </a:p>
        </p:txBody>
      </p:sp>
      <p:sp>
        <p:nvSpPr>
          <p:cNvPr id="2" name="">
            <a:extLst xmlns:a="http://schemas.openxmlformats.org/drawingml/2006/main">
              <a:ext uri="{FF2B5EF4-FFF2-40B4-BE49-F238E27FC236}">
                <a16:creationId xmlns:a16="http://schemas.microsoft.com/office/drawing/2014/main" id="{7499144F-42BE-464B-863F-17B61D2651DC}"/>
              </a:ext>
            </a:extLst>
          </p:cNvPr>
          <p:cNvSpPr>
            <a:spLocks xmlns:a="http://schemas.openxmlformats.org/drawingml/2006/main" noGrp="1"/>
          </p:cNvSpPr>
          <p:nvPr/>
        </p:nvSpPr>
        <p:spPr>
          <a:xfrm xmlns:a="http://schemas.openxmlformats.org/drawingml/2006/main">
            <a:off x="619125" y="723900"/>
            <a:ext cx="1390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82F44"/>
                </a:solidFill>
                <a:latin typeface="Arial"/>
                <a:ea typeface="Arial"/>
                <a:cs typeface="Arial"/>
              </a:defRPr>
            </a:defPPr>
            <a:lvl1pPr algn="l">
              <a:defRPr sz="3300" b="1">
                <a:solidFill>
                  <a:srgbClr val="182F44"/>
                </a:solidFill>
                <a:latin typeface="Arial"/>
                <a:ea typeface="Arial"/>
                <a:cs typeface="Arial"/>
              </a:defRPr>
            </a:lvl1pPr>
            <a:lvl2pPr algn="l">
              <a:defRPr sz="3300" b="1">
                <a:solidFill>
                  <a:srgbClr val="182F44"/>
                </a:solidFill>
                <a:latin typeface="Arial"/>
                <a:ea typeface="Arial"/>
                <a:cs typeface="Arial"/>
              </a:defRPr>
            </a:lvl2pPr>
            <a:lvl3pPr algn="l">
              <a:defRPr sz="3300" b="1">
                <a:solidFill>
                  <a:srgbClr val="182F44"/>
                </a:solidFill>
                <a:latin typeface="Arial"/>
                <a:ea typeface="Arial"/>
                <a:cs typeface="Arial"/>
              </a:defRPr>
            </a:lvl3pPr>
            <a:lvl4pPr algn="l">
              <a:defRPr sz="3300" b="1">
                <a:solidFill>
                  <a:srgbClr val="182F44"/>
                </a:solidFill>
                <a:latin typeface="Arial"/>
                <a:ea typeface="Arial"/>
                <a:cs typeface="Arial"/>
              </a:defRPr>
            </a:lvl4pPr>
            <a:lvl5pPr algn="l">
              <a:defRPr sz="3300" b="1">
                <a:solidFill>
                  <a:srgbClr val="182F44"/>
                </a:solidFill>
                <a:latin typeface="Arial"/>
                <a:ea typeface="Arial"/>
                <a:cs typeface="Arial"/>
              </a:defRPr>
            </a:lvl5pPr>
            <a:lvl6pPr algn="l">
              <a:defRPr sz="3300" b="1">
                <a:solidFill>
                  <a:srgbClr val="182F44"/>
                </a:solidFill>
                <a:latin typeface="Arial"/>
                <a:ea typeface="Arial"/>
                <a:cs typeface="Arial"/>
              </a:defRPr>
            </a:lvl6pPr>
            <a:lvl7pPr algn="l">
              <a:defRPr sz="3300" b="1">
                <a:solidFill>
                  <a:srgbClr val="182F44"/>
                </a:solidFill>
                <a:latin typeface="Arial"/>
                <a:ea typeface="Arial"/>
                <a:cs typeface="Arial"/>
              </a:defRPr>
            </a:lvl7pPr>
            <a:lvl8pPr algn="l">
              <a:defRPr sz="3300" b="1">
                <a:solidFill>
                  <a:srgbClr val="182F44"/>
                </a:solidFill>
                <a:latin typeface="Arial"/>
                <a:ea typeface="Arial"/>
                <a:cs typeface="Arial"/>
              </a:defRPr>
            </a:lvl8pPr>
            <a:lvl9pPr algn="l">
              <a:defRPr sz="3300" b="1">
                <a:solidFill>
                  <a:srgbClr val="182F44"/>
                </a:solidFill>
                <a:latin typeface="Arial"/>
                <a:ea typeface="Arial"/>
                <a:cs typeface="Arial"/>
              </a:defRPr>
            </a:lvl9pPr>
          </a:lstStyle>
          <a:p xmlns:a="http://schemas.openxmlformats.org/drawingml/2006/main">
            <a:pPr algn="l">
              <a:defRPr sz="3300" b="1">
                <a:solidFill>
                  <a:srgbClr val="182F44"/>
                </a:solidFill>
                <a:latin typeface="Arial"/>
                <a:ea typeface="Arial"/>
                <a:cs typeface="Arial"/>
              </a:defRPr>
            </a:pPr>
            <a:r>
              <a:rPr sz="3300" b="1">
                <a:solidFill>
                  <a:srgbClr val="182F44"/>
                </a:solidFill>
                <a:latin typeface="Arial"/>
                <a:ea typeface="Arial"/>
                <a:cs typeface="Arial"/>
              </a:rPr>
              <a:t>DIP : les dépendances vers les abstractions</a:t>
            </a:r>
          </a:p>
        </p:txBody>
      </p:sp>
      <p:sp>
        <p:nvSpPr>
          <p:cNvPr id="3" name="">
            <a:extLst xmlns:a="http://schemas.openxmlformats.org/drawingml/2006/main">
              <a:ext uri="{FF2B5EF4-FFF2-40B4-BE49-F238E27FC236}">
                <a16:creationId xmlns:a16="http://schemas.microsoft.com/office/drawing/2014/main" id="{FB2F2844-9529-4DD2-99AE-1D118819632C}"/>
              </a:ext>
            </a:extLst>
          </p:cNvPr>
          <p:cNvSpPr>
            <a:spLocks xmlns:a="http://schemas.openxmlformats.org/drawingml/2006/main" noGrp="1"/>
          </p:cNvSpPr>
          <p:nvPr/>
        </p:nvSpPr>
        <p:spPr>
          <a:xfrm xmlns:a="http://schemas.openxmlformats.org/drawingml/2006/main">
            <a:off x="619125" y="81438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516575"/>
                </a:solidFill>
                <a:latin typeface="Arial"/>
                <a:ea typeface="Arial"/>
                <a:cs typeface="Arial"/>
              </a:defRPr>
            </a:defPPr>
            <a:lvl1pPr algn="l">
              <a:defRPr sz="1275" b="0">
                <a:solidFill>
                  <a:srgbClr val="516575"/>
                </a:solidFill>
                <a:latin typeface="Arial"/>
                <a:ea typeface="Arial"/>
                <a:cs typeface="Arial"/>
              </a:defRPr>
            </a:lvl1pPr>
            <a:lvl2pPr algn="l">
              <a:defRPr sz="1275" b="0">
                <a:solidFill>
                  <a:srgbClr val="516575"/>
                </a:solidFill>
                <a:latin typeface="Arial"/>
                <a:ea typeface="Arial"/>
                <a:cs typeface="Arial"/>
              </a:defRPr>
            </a:lvl2pPr>
            <a:lvl3pPr algn="l">
              <a:defRPr sz="1275" b="0">
                <a:solidFill>
                  <a:srgbClr val="516575"/>
                </a:solidFill>
                <a:latin typeface="Arial"/>
                <a:ea typeface="Arial"/>
                <a:cs typeface="Arial"/>
              </a:defRPr>
            </a:lvl3pPr>
            <a:lvl4pPr algn="l">
              <a:defRPr sz="1275" b="0">
                <a:solidFill>
                  <a:srgbClr val="516575"/>
                </a:solidFill>
                <a:latin typeface="Arial"/>
                <a:ea typeface="Arial"/>
                <a:cs typeface="Arial"/>
              </a:defRPr>
            </a:lvl4pPr>
            <a:lvl5pPr algn="l">
              <a:defRPr sz="1275" b="0">
                <a:solidFill>
                  <a:srgbClr val="516575"/>
                </a:solidFill>
                <a:latin typeface="Arial"/>
                <a:ea typeface="Arial"/>
                <a:cs typeface="Arial"/>
              </a:defRPr>
            </a:lvl5pPr>
            <a:lvl6pPr algn="l">
              <a:defRPr sz="1275" b="0">
                <a:solidFill>
                  <a:srgbClr val="516575"/>
                </a:solidFill>
                <a:latin typeface="Arial"/>
                <a:ea typeface="Arial"/>
                <a:cs typeface="Arial"/>
              </a:defRPr>
            </a:lvl6pPr>
            <a:lvl7pPr algn="l">
              <a:defRPr sz="1275" b="0">
                <a:solidFill>
                  <a:srgbClr val="516575"/>
                </a:solidFill>
                <a:latin typeface="Arial"/>
                <a:ea typeface="Arial"/>
                <a:cs typeface="Arial"/>
              </a:defRPr>
            </a:lvl7pPr>
            <a:lvl8pPr algn="l">
              <a:defRPr sz="1275" b="0">
                <a:solidFill>
                  <a:srgbClr val="516575"/>
                </a:solidFill>
                <a:latin typeface="Arial"/>
                <a:ea typeface="Arial"/>
                <a:cs typeface="Arial"/>
              </a:defRPr>
            </a:lvl8pPr>
            <a:lvl9pPr algn="l">
              <a:defRPr sz="1275" b="0">
                <a:solidFill>
                  <a:srgbClr val="516575"/>
                </a:solidFill>
                <a:latin typeface="Arial"/>
                <a:ea typeface="Arial"/>
                <a:cs typeface="Arial"/>
              </a:defRPr>
            </a:lvl9pPr>
          </a:lstStyle>
          <a:p xmlns:a="http://schemas.openxmlformats.org/drawingml/2006/main">
            <a:pPr algn="l">
              <a:defRPr sz="1275" b="0">
                <a:solidFill>
                  <a:srgbClr val="516575"/>
                </a:solidFill>
                <a:latin typeface="Arial"/>
                <a:ea typeface="Arial"/>
                <a:cs typeface="Arial"/>
              </a:defRPr>
            </a:pPr>
            <a:r>
              <a:rPr sz="1275" b="0">
                <a:solidFill>
                  <a:srgbClr val="516575"/>
                </a:solidFill>
                <a:latin typeface="Arial"/>
                <a:ea typeface="Arial"/>
                <a:cs typeface="Arial"/>
              </a:rPr>
              <a:t>R304 • Qualité du développement</a:t>
            </a:r>
          </a:p>
        </p:txBody>
      </p:sp>
      <p:sp>
        <p:nvSpPr>
          <p:cNvPr id="4" name="">
            <a:extLst xmlns:a="http://schemas.openxmlformats.org/drawingml/2006/main">
              <a:ext uri="{FF2B5EF4-FFF2-40B4-BE49-F238E27FC236}">
                <a16:creationId xmlns:a16="http://schemas.microsoft.com/office/drawing/2014/main" id="{17086968-FC30-463A-B184-B080FC006264}"/>
              </a:ext>
            </a:extLst>
          </p:cNvPr>
          <p:cNvSpPr>
            <a:spLocks xmlns:a="http://schemas.openxmlformats.org/drawingml/2006/main" noGrp="1"/>
          </p:cNvSpPr>
          <p:nvPr/>
        </p:nvSpPr>
        <p:spPr>
          <a:xfrm xmlns:a="http://schemas.openxmlformats.org/drawingml/2006/main">
            <a:off x="13335000" y="8143875"/>
            <a:ext cx="1285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575"/>
                </a:solidFill>
                <a:latin typeface="Arial"/>
                <a:ea typeface="Arial"/>
                <a:cs typeface="Arial"/>
              </a:defRPr>
            </a:defPPr>
            <a:lvl1pPr algn="r">
              <a:defRPr sz="1275" b="0">
                <a:solidFill>
                  <a:srgbClr val="516575"/>
                </a:solidFill>
                <a:latin typeface="Arial"/>
                <a:ea typeface="Arial"/>
                <a:cs typeface="Arial"/>
              </a:defRPr>
            </a:lvl1pPr>
            <a:lvl2pPr algn="r">
              <a:defRPr sz="1275" b="0">
                <a:solidFill>
                  <a:srgbClr val="516575"/>
                </a:solidFill>
                <a:latin typeface="Arial"/>
                <a:ea typeface="Arial"/>
                <a:cs typeface="Arial"/>
              </a:defRPr>
            </a:lvl2pPr>
            <a:lvl3pPr algn="r">
              <a:defRPr sz="1275" b="0">
                <a:solidFill>
                  <a:srgbClr val="516575"/>
                </a:solidFill>
                <a:latin typeface="Arial"/>
                <a:ea typeface="Arial"/>
                <a:cs typeface="Arial"/>
              </a:defRPr>
            </a:lvl3pPr>
            <a:lvl4pPr algn="r">
              <a:defRPr sz="1275" b="0">
                <a:solidFill>
                  <a:srgbClr val="516575"/>
                </a:solidFill>
                <a:latin typeface="Arial"/>
                <a:ea typeface="Arial"/>
                <a:cs typeface="Arial"/>
              </a:defRPr>
            </a:lvl4pPr>
            <a:lvl5pPr algn="r">
              <a:defRPr sz="1275" b="0">
                <a:solidFill>
                  <a:srgbClr val="516575"/>
                </a:solidFill>
                <a:latin typeface="Arial"/>
                <a:ea typeface="Arial"/>
                <a:cs typeface="Arial"/>
              </a:defRPr>
            </a:lvl5pPr>
            <a:lvl6pPr algn="r">
              <a:defRPr sz="1275" b="0">
                <a:solidFill>
                  <a:srgbClr val="516575"/>
                </a:solidFill>
                <a:latin typeface="Arial"/>
                <a:ea typeface="Arial"/>
                <a:cs typeface="Arial"/>
              </a:defRPr>
            </a:lvl6pPr>
            <a:lvl7pPr algn="r">
              <a:defRPr sz="1275" b="0">
                <a:solidFill>
                  <a:srgbClr val="516575"/>
                </a:solidFill>
                <a:latin typeface="Arial"/>
                <a:ea typeface="Arial"/>
                <a:cs typeface="Arial"/>
              </a:defRPr>
            </a:lvl7pPr>
            <a:lvl8pPr algn="r">
              <a:defRPr sz="1275" b="0">
                <a:solidFill>
                  <a:srgbClr val="516575"/>
                </a:solidFill>
                <a:latin typeface="Arial"/>
                <a:ea typeface="Arial"/>
                <a:cs typeface="Arial"/>
              </a:defRPr>
            </a:lvl8pPr>
            <a:lvl9pPr algn="r">
              <a:defRPr sz="1275" b="0">
                <a:solidFill>
                  <a:srgbClr val="516575"/>
                </a:solidFill>
                <a:latin typeface="Arial"/>
                <a:ea typeface="Arial"/>
                <a:cs typeface="Arial"/>
              </a:defRPr>
            </a:lvl9pPr>
          </a:lstStyle>
          <a:p xmlns:a="http://schemas.openxmlformats.org/drawingml/2006/main">
            <a:pPr algn="r">
              <a:defRPr sz="1275" b="0">
                <a:solidFill>
                  <a:srgbClr val="516575"/>
                </a:solidFill>
                <a:latin typeface="Arial"/>
                <a:ea typeface="Arial"/>
                <a:cs typeface="Arial"/>
              </a:defRPr>
            </a:pPr>
            <a:r>
              <a:rPr sz="1275" b="0">
                <a:solidFill>
                  <a:srgbClr val="516575"/>
                </a:solidFill>
                <a:latin typeface="Arial"/>
                <a:ea typeface="Arial"/>
                <a:cs typeface="Arial"/>
              </a:rPr>
              <a:t>10 / 16</a:t>
            </a:r>
          </a:p>
        </p:txBody>
      </p:sp>
      <p:sp>
        <p:nvSpPr>
          <p:cNvPr id="5" name="">
            <a:extLst xmlns:a="http://schemas.openxmlformats.org/drawingml/2006/main">
              <a:ext uri="{FF2B5EF4-FFF2-40B4-BE49-F238E27FC236}">
                <a16:creationId xmlns:a16="http://schemas.microsoft.com/office/drawing/2014/main" id="{A5E72EF7-9DF2-4ABF-9CAD-7D1370FDEB6D}"/>
              </a:ext>
            </a:extLst>
          </p:cNvPr>
          <p:cNvSpPr>
            <a:spLocks xmlns:a="http://schemas.openxmlformats.org/drawingml/2006/main" noGrp="1"/>
          </p:cNvSpPr>
          <p:nvPr/>
        </p:nvSpPr>
        <p:spPr>
          <a:xfrm xmlns:a="http://schemas.openxmlformats.org/drawingml/2006/main">
            <a:off x="619125" y="1809750"/>
            <a:ext cx="1381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182F44"/>
                </a:solidFill>
                <a:latin typeface="Arial"/>
                <a:ea typeface="Arial"/>
                <a:cs typeface="Arial"/>
              </a:defRPr>
            </a:defPPr>
            <a:lvl1pPr algn="l">
              <a:defRPr sz="2250" b="0">
                <a:solidFill>
                  <a:srgbClr val="182F44"/>
                </a:solidFill>
                <a:latin typeface="Arial"/>
                <a:ea typeface="Arial"/>
                <a:cs typeface="Arial"/>
              </a:defRPr>
            </a:lvl1pPr>
            <a:lvl2pPr algn="l">
              <a:defRPr sz="2250" b="0">
                <a:solidFill>
                  <a:srgbClr val="182F44"/>
                </a:solidFill>
                <a:latin typeface="Arial"/>
                <a:ea typeface="Arial"/>
                <a:cs typeface="Arial"/>
              </a:defRPr>
            </a:lvl2pPr>
            <a:lvl3pPr algn="l">
              <a:defRPr sz="2250" b="0">
                <a:solidFill>
                  <a:srgbClr val="182F44"/>
                </a:solidFill>
                <a:latin typeface="Arial"/>
                <a:ea typeface="Arial"/>
                <a:cs typeface="Arial"/>
              </a:defRPr>
            </a:lvl3pPr>
            <a:lvl4pPr algn="l">
              <a:defRPr sz="2250" b="0">
                <a:solidFill>
                  <a:srgbClr val="182F44"/>
                </a:solidFill>
                <a:latin typeface="Arial"/>
                <a:ea typeface="Arial"/>
                <a:cs typeface="Arial"/>
              </a:defRPr>
            </a:lvl4pPr>
            <a:lvl5pPr algn="l">
              <a:defRPr sz="2250" b="0">
                <a:solidFill>
                  <a:srgbClr val="182F44"/>
                </a:solidFill>
                <a:latin typeface="Arial"/>
                <a:ea typeface="Arial"/>
                <a:cs typeface="Arial"/>
              </a:defRPr>
            </a:lvl5pPr>
            <a:lvl6pPr algn="l">
              <a:defRPr sz="2250" b="0">
                <a:solidFill>
                  <a:srgbClr val="182F44"/>
                </a:solidFill>
                <a:latin typeface="Arial"/>
                <a:ea typeface="Arial"/>
                <a:cs typeface="Arial"/>
              </a:defRPr>
            </a:lvl6pPr>
            <a:lvl7pPr algn="l">
              <a:defRPr sz="2250" b="0">
                <a:solidFill>
                  <a:srgbClr val="182F44"/>
                </a:solidFill>
                <a:latin typeface="Arial"/>
                <a:ea typeface="Arial"/>
                <a:cs typeface="Arial"/>
              </a:defRPr>
            </a:lvl7pPr>
            <a:lvl8pPr algn="l">
              <a:defRPr sz="2250" b="0">
                <a:solidFill>
                  <a:srgbClr val="182F44"/>
                </a:solidFill>
                <a:latin typeface="Arial"/>
                <a:ea typeface="Arial"/>
                <a:cs typeface="Arial"/>
              </a:defRPr>
            </a:lvl8pPr>
            <a:lvl9pPr algn="l">
              <a:defRPr sz="2250" b="0">
                <a:solidFill>
                  <a:srgbClr val="182F44"/>
                </a:solidFill>
                <a:latin typeface="Arial"/>
                <a:ea typeface="Arial"/>
                <a:cs typeface="Arial"/>
              </a:defRPr>
            </a:lvl9pPr>
          </a:lstStyle>
          <a:p xmlns:a="http://schemas.openxmlformats.org/drawingml/2006/main">
            <a:pPr algn="l">
              <a:defRPr sz="2250" b="0">
                <a:solidFill>
                  <a:srgbClr val="182F44"/>
                </a:solidFill>
                <a:latin typeface="Arial"/>
                <a:ea typeface="Arial"/>
                <a:cs typeface="Arial"/>
              </a:defRPr>
            </a:pPr>
            <a:r>
              <a:rPr sz="2250" b="0">
                <a:solidFill>
                  <a:srgbClr val="182F44"/>
                </a:solidFill>
                <a:latin typeface="Arial"/>
                <a:ea typeface="Arial"/>
                <a:cs typeface="Arial"/>
              </a:rPr>
              <a:t>Les modules de haut niveau portent les règles et les cas d’usage. Les modules de bas niveau réalisent les détails techniques, par exemple les requêtes SQL ou l’accès à un fichier.</a:t>
            </a:r>
          </a:p>
        </p:txBody>
      </p:sp>
      <p:sp>
        <p:nvSpPr>
          <p:cNvPr id="6" name="">
            <a:extLst xmlns:a="http://schemas.openxmlformats.org/drawingml/2006/main">
              <a:ext uri="{FF2B5EF4-FFF2-40B4-BE49-F238E27FC236}">
                <a16:creationId xmlns:a16="http://schemas.microsoft.com/office/drawing/2014/main" id="{C87E5311-B95F-4954-9F6A-DEDA92D227CC}"/>
              </a:ext>
            </a:extLst>
          </p:cNvPr>
          <p:cNvSpPr>
            <a:spLocks xmlns:a="http://schemas.openxmlformats.org/drawingml/2006/main" noGrp="1"/>
          </p:cNvSpPr>
          <p:nvPr/>
        </p:nvSpPr>
        <p:spPr>
          <a:xfrm xmlns:a="http://schemas.openxmlformats.org/drawingml/2006/main">
            <a:off x="619125" y="3476625"/>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176B91"/>
                </a:solidFill>
                <a:latin typeface="Arial"/>
                <a:ea typeface="Arial"/>
                <a:cs typeface="Arial"/>
              </a:defRPr>
            </a:defPPr>
            <a:lvl1pPr algn="l">
              <a:defRPr sz="2175" b="1">
                <a:solidFill>
                  <a:srgbClr val="176B91"/>
                </a:solidFill>
                <a:latin typeface="Arial"/>
                <a:ea typeface="Arial"/>
                <a:cs typeface="Arial"/>
              </a:defRPr>
            </a:lvl1pPr>
            <a:lvl2pPr algn="l">
              <a:defRPr sz="2175" b="1">
                <a:solidFill>
                  <a:srgbClr val="176B91"/>
                </a:solidFill>
                <a:latin typeface="Arial"/>
                <a:ea typeface="Arial"/>
                <a:cs typeface="Arial"/>
              </a:defRPr>
            </a:lvl2pPr>
            <a:lvl3pPr algn="l">
              <a:defRPr sz="2175" b="1">
                <a:solidFill>
                  <a:srgbClr val="176B91"/>
                </a:solidFill>
                <a:latin typeface="Arial"/>
                <a:ea typeface="Arial"/>
                <a:cs typeface="Arial"/>
              </a:defRPr>
            </a:lvl3pPr>
            <a:lvl4pPr algn="l">
              <a:defRPr sz="2175" b="1">
                <a:solidFill>
                  <a:srgbClr val="176B91"/>
                </a:solidFill>
                <a:latin typeface="Arial"/>
                <a:ea typeface="Arial"/>
                <a:cs typeface="Arial"/>
              </a:defRPr>
            </a:lvl4pPr>
            <a:lvl5pPr algn="l">
              <a:defRPr sz="2175" b="1">
                <a:solidFill>
                  <a:srgbClr val="176B91"/>
                </a:solidFill>
                <a:latin typeface="Arial"/>
                <a:ea typeface="Arial"/>
                <a:cs typeface="Arial"/>
              </a:defRPr>
            </a:lvl5pPr>
            <a:lvl6pPr algn="l">
              <a:defRPr sz="2175" b="1">
                <a:solidFill>
                  <a:srgbClr val="176B91"/>
                </a:solidFill>
                <a:latin typeface="Arial"/>
                <a:ea typeface="Arial"/>
                <a:cs typeface="Arial"/>
              </a:defRPr>
            </a:lvl6pPr>
            <a:lvl7pPr algn="l">
              <a:defRPr sz="2175" b="1">
                <a:solidFill>
                  <a:srgbClr val="176B91"/>
                </a:solidFill>
                <a:latin typeface="Arial"/>
                <a:ea typeface="Arial"/>
                <a:cs typeface="Arial"/>
              </a:defRPr>
            </a:lvl7pPr>
            <a:lvl8pPr algn="l">
              <a:defRPr sz="2175" b="1">
                <a:solidFill>
                  <a:srgbClr val="176B91"/>
                </a:solidFill>
                <a:latin typeface="Arial"/>
                <a:ea typeface="Arial"/>
                <a:cs typeface="Arial"/>
              </a:defRPr>
            </a:lvl8pPr>
            <a:lvl9pPr algn="l">
              <a:defRPr sz="2175" b="1">
                <a:solidFill>
                  <a:srgbClr val="176B91"/>
                </a:solidFill>
                <a:latin typeface="Arial"/>
                <a:ea typeface="Arial"/>
                <a:cs typeface="Arial"/>
              </a:defRPr>
            </a:lvl9pPr>
          </a:lstStyle>
          <a:p xmlns:a="http://schemas.openxmlformats.org/drawingml/2006/main">
            <a:pPr algn="l">
              <a:defRPr sz="2175" b="1">
                <a:solidFill>
                  <a:srgbClr val="176B91"/>
                </a:solidFill>
                <a:latin typeface="Arial"/>
                <a:ea typeface="Arial"/>
                <a:cs typeface="Arial"/>
              </a:defRPr>
            </a:pPr>
            <a:r>
              <a:rPr sz="2175" b="1">
                <a:solidFill>
                  <a:srgbClr val="176B91"/>
                </a:solidFill>
                <a:latin typeface="Arial"/>
                <a:ea typeface="Arial"/>
                <a:cs typeface="Arial"/>
              </a:rPr>
              <a:t>Deux exigences complémentaires</a:t>
            </a:r>
          </a:p>
        </p:txBody>
      </p:sp>
      <p:sp>
        <p:nvSpPr>
          <p:cNvPr id="7" name="">
            <a:extLst xmlns:a="http://schemas.openxmlformats.org/drawingml/2006/main">
              <a:ext uri="{FF2B5EF4-FFF2-40B4-BE49-F238E27FC236}">
                <a16:creationId xmlns:a16="http://schemas.microsoft.com/office/drawing/2014/main" id="{4628E973-5184-4CB7-9B60-CF9A7329F3A0}"/>
              </a:ext>
            </a:extLst>
          </p:cNvPr>
          <p:cNvSpPr>
            <a:spLocks xmlns:a="http://schemas.openxmlformats.org/drawingml/2006/main" noGrp="1"/>
          </p:cNvSpPr>
          <p:nvPr/>
        </p:nvSpPr>
        <p:spPr>
          <a:xfrm xmlns:a="http://schemas.openxmlformats.org/drawingml/2006/main">
            <a:off x="619125" y="4048125"/>
            <a:ext cx="13716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1">
                <a:solidFill>
                  <a:srgbClr val="176B91"/>
                </a:solidFill>
                <a:latin typeface="Arial"/>
                <a:ea typeface="Arial"/>
                <a:cs typeface="Arial"/>
              </a:defRPr>
            </a:defPPr>
            <a:lvl1pPr algn="l">
              <a:defRPr sz="2400" b="1">
                <a:solidFill>
                  <a:srgbClr val="176B91"/>
                </a:solidFill>
                <a:latin typeface="Arial"/>
                <a:ea typeface="Arial"/>
                <a:cs typeface="Arial"/>
              </a:defRPr>
            </a:lvl1pPr>
            <a:lvl2pPr algn="l">
              <a:defRPr sz="2400" b="1">
                <a:solidFill>
                  <a:srgbClr val="176B91"/>
                </a:solidFill>
                <a:latin typeface="Arial"/>
                <a:ea typeface="Arial"/>
                <a:cs typeface="Arial"/>
              </a:defRPr>
            </a:lvl2pPr>
            <a:lvl3pPr algn="l">
              <a:defRPr sz="2400" b="1">
                <a:solidFill>
                  <a:srgbClr val="176B91"/>
                </a:solidFill>
                <a:latin typeface="Arial"/>
                <a:ea typeface="Arial"/>
                <a:cs typeface="Arial"/>
              </a:defRPr>
            </a:lvl3pPr>
            <a:lvl4pPr algn="l">
              <a:defRPr sz="2400" b="1">
                <a:solidFill>
                  <a:srgbClr val="176B91"/>
                </a:solidFill>
                <a:latin typeface="Arial"/>
                <a:ea typeface="Arial"/>
                <a:cs typeface="Arial"/>
              </a:defRPr>
            </a:lvl4pPr>
            <a:lvl5pPr algn="l">
              <a:defRPr sz="2400" b="1">
                <a:solidFill>
                  <a:srgbClr val="176B91"/>
                </a:solidFill>
                <a:latin typeface="Arial"/>
                <a:ea typeface="Arial"/>
                <a:cs typeface="Arial"/>
              </a:defRPr>
            </a:lvl5pPr>
            <a:lvl6pPr algn="l">
              <a:defRPr sz="2400" b="1">
                <a:solidFill>
                  <a:srgbClr val="176B91"/>
                </a:solidFill>
                <a:latin typeface="Arial"/>
                <a:ea typeface="Arial"/>
                <a:cs typeface="Arial"/>
              </a:defRPr>
            </a:lvl6pPr>
            <a:lvl7pPr algn="l">
              <a:defRPr sz="2400" b="1">
                <a:solidFill>
                  <a:srgbClr val="176B91"/>
                </a:solidFill>
                <a:latin typeface="Arial"/>
                <a:ea typeface="Arial"/>
                <a:cs typeface="Arial"/>
              </a:defRPr>
            </a:lvl7pPr>
            <a:lvl8pPr algn="l">
              <a:defRPr sz="2400" b="1">
                <a:solidFill>
                  <a:srgbClr val="176B91"/>
                </a:solidFill>
                <a:latin typeface="Arial"/>
                <a:ea typeface="Arial"/>
                <a:cs typeface="Arial"/>
              </a:defRPr>
            </a:lvl8pPr>
            <a:lvl9pPr algn="l">
              <a:defRPr sz="2400" b="1">
                <a:solidFill>
                  <a:srgbClr val="176B91"/>
                </a:solidFill>
                <a:latin typeface="Arial"/>
                <a:ea typeface="Arial"/>
                <a:cs typeface="Arial"/>
              </a:defRPr>
            </a:lvl9pPr>
          </a:lstStyle>
          <a:p xmlns:a="http://schemas.openxmlformats.org/drawingml/2006/main">
            <a:pPr algn="l">
              <a:defRPr sz="2400" b="1">
                <a:solidFill>
                  <a:srgbClr val="176B91"/>
                </a:solidFill>
                <a:latin typeface="Arial"/>
                <a:ea typeface="Arial"/>
                <a:cs typeface="Arial"/>
              </a:defRPr>
            </a:pPr>
            <a:r>
              <a:rPr sz="2400" b="1">
                <a:solidFill>
                  <a:srgbClr val="176B91"/>
                </a:solidFill>
                <a:latin typeface="Arial"/>
                <a:ea typeface="Arial"/>
                <a:cs typeface="Arial"/>
              </a:rPr>
              <a:t>1. Le haut niveau et le bas niveau dépendent d’abstractions.</a:t>
            </a:r>
          </a:p>
          <a:p xmlns:a="http://schemas.openxmlformats.org/drawingml/2006/main">
            <a:r>
              <a:t/>
            </a:r>
          </a:p>
          <a:p xmlns:a="http://schemas.openxmlformats.org/drawingml/2006/main">
            <a:pPr algn="l">
              <a:defRPr sz="2400" b="1">
                <a:solidFill>
                  <a:srgbClr val="176B91"/>
                </a:solidFill>
                <a:latin typeface="Arial"/>
                <a:ea typeface="Arial"/>
                <a:cs typeface="Arial"/>
              </a:defRPr>
            </a:pPr>
            <a:r>
              <a:rPr sz="2400" b="1">
                <a:solidFill>
                  <a:srgbClr val="176B91"/>
                </a:solidFill>
                <a:latin typeface="Arial"/>
                <a:ea typeface="Arial"/>
                <a:cs typeface="Arial"/>
              </a:rPr>
              <a:t>2. Les détails techniques dépendent de ces abstractions,</a:t>
            </a:r>
          </a:p>
          <a:p xmlns:a="http://schemas.openxmlformats.org/drawingml/2006/main">
            <a:pPr algn="l">
              <a:defRPr sz="2400" b="1">
                <a:solidFill>
                  <a:srgbClr val="176B91"/>
                </a:solidFill>
                <a:latin typeface="Arial"/>
                <a:ea typeface="Arial"/>
                <a:cs typeface="Arial"/>
              </a:defRPr>
            </a:pPr>
            <a:r>
              <a:rPr sz="2400" b="1">
                <a:solidFill>
                  <a:srgbClr val="176B91"/>
                </a:solidFill>
                <a:latin typeface="Arial"/>
                <a:ea typeface="Arial"/>
                <a:cs typeface="Arial"/>
              </a:rPr>
              <a:t>    dont les contrats restent indépendants des détails.</a:t>
            </a:r>
          </a:p>
        </p:txBody>
      </p:sp>
      <p:sp>
        <p:nvSpPr>
          <p:cNvPr id="8" name="">
            <a:extLst xmlns:a="http://schemas.openxmlformats.org/drawingml/2006/main">
              <a:ext uri="{FF2B5EF4-FFF2-40B4-BE49-F238E27FC236}">
                <a16:creationId xmlns:a16="http://schemas.microsoft.com/office/drawing/2014/main" id="{0A6899F7-A42C-4303-9F58-3C4D0A68D692}"/>
              </a:ext>
            </a:extLst>
          </p:cNvPr>
          <p:cNvSpPr>
            <a:spLocks xmlns:a="http://schemas.openxmlformats.org/drawingml/2006/main" noGrp="1"/>
          </p:cNvSpPr>
          <p:nvPr/>
        </p:nvSpPr>
        <p:spPr>
          <a:xfrm xmlns:a="http://schemas.openxmlformats.org/drawingml/2006/main">
            <a:off x="619125" y="6486525"/>
            <a:ext cx="1381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F44"/>
                </a:solidFill>
                <a:latin typeface="Arial"/>
                <a:ea typeface="Arial"/>
                <a:cs typeface="Arial"/>
              </a:defRPr>
            </a:defPPr>
            <a:lvl1pPr algn="l">
              <a:defRPr sz="2100" b="0">
                <a:solidFill>
                  <a:srgbClr val="182F44"/>
                </a:solidFill>
                <a:latin typeface="Arial"/>
                <a:ea typeface="Arial"/>
                <a:cs typeface="Arial"/>
              </a:defRPr>
            </a:lvl1pPr>
            <a:lvl2pPr algn="l">
              <a:defRPr sz="2100" b="0">
                <a:solidFill>
                  <a:srgbClr val="182F44"/>
                </a:solidFill>
                <a:latin typeface="Arial"/>
                <a:ea typeface="Arial"/>
                <a:cs typeface="Arial"/>
              </a:defRPr>
            </a:lvl2pPr>
            <a:lvl3pPr algn="l">
              <a:defRPr sz="2100" b="0">
                <a:solidFill>
                  <a:srgbClr val="182F44"/>
                </a:solidFill>
                <a:latin typeface="Arial"/>
                <a:ea typeface="Arial"/>
                <a:cs typeface="Arial"/>
              </a:defRPr>
            </a:lvl3pPr>
            <a:lvl4pPr algn="l">
              <a:defRPr sz="2100" b="0">
                <a:solidFill>
                  <a:srgbClr val="182F44"/>
                </a:solidFill>
                <a:latin typeface="Arial"/>
                <a:ea typeface="Arial"/>
                <a:cs typeface="Arial"/>
              </a:defRPr>
            </a:lvl4pPr>
            <a:lvl5pPr algn="l">
              <a:defRPr sz="2100" b="0">
                <a:solidFill>
                  <a:srgbClr val="182F44"/>
                </a:solidFill>
                <a:latin typeface="Arial"/>
                <a:ea typeface="Arial"/>
                <a:cs typeface="Arial"/>
              </a:defRPr>
            </a:lvl5pPr>
            <a:lvl6pPr algn="l">
              <a:defRPr sz="2100" b="0">
                <a:solidFill>
                  <a:srgbClr val="182F44"/>
                </a:solidFill>
                <a:latin typeface="Arial"/>
                <a:ea typeface="Arial"/>
                <a:cs typeface="Arial"/>
              </a:defRPr>
            </a:lvl6pPr>
            <a:lvl7pPr algn="l">
              <a:defRPr sz="2100" b="0">
                <a:solidFill>
                  <a:srgbClr val="182F44"/>
                </a:solidFill>
                <a:latin typeface="Arial"/>
                <a:ea typeface="Arial"/>
                <a:cs typeface="Arial"/>
              </a:defRPr>
            </a:lvl7pPr>
            <a:lvl8pPr algn="l">
              <a:defRPr sz="2100" b="0">
                <a:solidFill>
                  <a:srgbClr val="182F44"/>
                </a:solidFill>
                <a:latin typeface="Arial"/>
                <a:ea typeface="Arial"/>
                <a:cs typeface="Arial"/>
              </a:defRPr>
            </a:lvl8pPr>
            <a:lvl9pPr algn="l">
              <a:defRPr sz="2100" b="0">
                <a:solidFill>
                  <a:srgbClr val="182F44"/>
                </a:solidFill>
                <a:latin typeface="Arial"/>
                <a:ea typeface="Arial"/>
                <a:cs typeface="Arial"/>
              </a:defRPr>
            </a:lvl9pPr>
          </a:lstStyle>
          <a:p xmlns:a="http://schemas.openxmlformats.org/drawingml/2006/main">
            <a:pPr algn="l">
              <a:defRPr sz="2100" b="0">
                <a:solidFill>
                  <a:srgbClr val="182F44"/>
                </a:solidFill>
                <a:latin typeface="Arial"/>
                <a:ea typeface="Arial"/>
                <a:cs typeface="Arial"/>
              </a:defRPr>
            </a:pPr>
            <a:r>
              <a:rPr sz="2100" b="0">
                <a:solidFill>
                  <a:srgbClr val="182F44"/>
                </a:solidFill>
                <a:latin typeface="Arial"/>
                <a:ea typeface="Arial"/>
                <a:cs typeface="Arial"/>
              </a:rPr>
              <a:t>Dans notre application, ServiceCommande exprime le cas d’usage. StockageMySQL réalise sa persistance. Le contrat doit exprimer le besoin du service, sans lui imposer les types du pilote MySQL.</a:t>
            </a:r>
          </a:p>
        </p:txBody>
      </p:sp>
      <p:sp>
        <p:nvSpPr>
          <p:cNvPr id="9" name="">
            <a:extLst xmlns:a="http://schemas.openxmlformats.org/drawingml/2006/main">
              <a:ext uri="{FF2B5EF4-FFF2-40B4-BE49-F238E27FC236}">
                <a16:creationId xmlns:a16="http://schemas.microsoft.com/office/drawing/2014/main" id="{DC10A636-3D09-4BFF-BAF0-E7382FE7A48E}"/>
              </a:ext>
            </a:extLst>
          </p:cNvPr>
          <p:cNvSpPr>
            <a:spLocks xmlns:a="http://schemas.openxmlformats.org/drawingml/2006/main" noGrp="1"/>
          </p:cNvSpPr>
          <p:nvPr/>
        </p:nvSpPr>
        <p:spPr>
          <a:xfrm xmlns:a="http://schemas.openxmlformats.org/drawingml/2006/main">
            <a:off x="619125" y="7800975"/>
            <a:ext cx="1371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425" b="0">
                <a:solidFill>
                  <a:srgbClr val="516575"/>
                </a:solidFill>
                <a:latin typeface="Arial"/>
                <a:ea typeface="Arial"/>
                <a:cs typeface="Arial"/>
              </a:defRPr>
            </a:defPPr>
            <a:lvl1pPr algn="l">
              <a:defRPr sz="1425" b="0">
                <a:solidFill>
                  <a:srgbClr val="516575"/>
                </a:solidFill>
                <a:latin typeface="Arial"/>
                <a:ea typeface="Arial"/>
                <a:cs typeface="Arial"/>
              </a:defRPr>
            </a:lvl1pPr>
            <a:lvl2pPr algn="l">
              <a:defRPr sz="1425" b="0">
                <a:solidFill>
                  <a:srgbClr val="516575"/>
                </a:solidFill>
                <a:latin typeface="Arial"/>
                <a:ea typeface="Arial"/>
                <a:cs typeface="Arial"/>
              </a:defRPr>
            </a:lvl2pPr>
            <a:lvl3pPr algn="l">
              <a:defRPr sz="1425" b="0">
                <a:solidFill>
                  <a:srgbClr val="516575"/>
                </a:solidFill>
                <a:latin typeface="Arial"/>
                <a:ea typeface="Arial"/>
                <a:cs typeface="Arial"/>
              </a:defRPr>
            </a:lvl3pPr>
            <a:lvl4pPr algn="l">
              <a:defRPr sz="1425" b="0">
                <a:solidFill>
                  <a:srgbClr val="516575"/>
                </a:solidFill>
                <a:latin typeface="Arial"/>
                <a:ea typeface="Arial"/>
                <a:cs typeface="Arial"/>
              </a:defRPr>
            </a:lvl4pPr>
            <a:lvl5pPr algn="l">
              <a:defRPr sz="1425" b="0">
                <a:solidFill>
                  <a:srgbClr val="516575"/>
                </a:solidFill>
                <a:latin typeface="Arial"/>
                <a:ea typeface="Arial"/>
                <a:cs typeface="Arial"/>
              </a:defRPr>
            </a:lvl5pPr>
            <a:lvl6pPr algn="l">
              <a:defRPr sz="1425" b="0">
                <a:solidFill>
                  <a:srgbClr val="516575"/>
                </a:solidFill>
                <a:latin typeface="Arial"/>
                <a:ea typeface="Arial"/>
                <a:cs typeface="Arial"/>
              </a:defRPr>
            </a:lvl6pPr>
            <a:lvl7pPr algn="l">
              <a:defRPr sz="1425" b="0">
                <a:solidFill>
                  <a:srgbClr val="516575"/>
                </a:solidFill>
                <a:latin typeface="Arial"/>
                <a:ea typeface="Arial"/>
                <a:cs typeface="Arial"/>
              </a:defRPr>
            </a:lvl7pPr>
            <a:lvl8pPr algn="l">
              <a:defRPr sz="1425" b="0">
                <a:solidFill>
                  <a:srgbClr val="516575"/>
                </a:solidFill>
                <a:latin typeface="Arial"/>
                <a:ea typeface="Arial"/>
                <a:cs typeface="Arial"/>
              </a:defRPr>
            </a:lvl8pPr>
            <a:lvl9pPr algn="l">
              <a:defRPr sz="1425" b="0">
                <a:solidFill>
                  <a:srgbClr val="516575"/>
                </a:solidFill>
                <a:latin typeface="Arial"/>
                <a:ea typeface="Arial"/>
                <a:cs typeface="Arial"/>
              </a:defRPr>
            </a:lvl9pPr>
          </a:lstStyle>
          <a:p xmlns:a="http://schemas.openxmlformats.org/drawingml/2006/main">
            <a:pPr algn="l">
              <a:defRPr sz="1425" b="0">
                <a:solidFill>
                  <a:srgbClr val="516575"/>
                </a:solidFill>
                <a:latin typeface="Arial"/>
                <a:ea typeface="Arial"/>
                <a:cs typeface="Arial"/>
              </a:defRPr>
            </a:pPr>
            <a:r>
              <a:rPr sz="1425" b="0">
                <a:solidFill>
                  <a:srgbClr val="516575"/>
                </a:solidFill>
                <a:latin typeface="Arial"/>
                <a:ea typeface="Arial"/>
                <a:cs typeface="Arial"/>
              </a:rPr>
              <a:t>Principe formulé par Robert C. Martin. Haut et bas niveau décrivent ici le rôle du code.</a:t>
            </a:r>
          </a:p>
        </p:txBody>
      </p:sp>
    </p:spTree>
    <p:extLst>
      <p:ext uri="{BB962C8B-B14F-4D97-AF65-F5344CB8AC3E}">
        <p14:creationId xmlns:p14="http://schemas.microsoft.com/office/powerpoint/2010/main" val="633969294"/>
      </p:ext>
    </p:extLst>
  </p:cSld>
</p:sld>
</file>

<file path=ppt/slides/slide11.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C4FF37D9-0D12-45C4-A730-741C7D549601}"/>
              </a:ext>
            </a:extLst>
          </p:cNvPr>
          <p:cNvCxnSpPr>
            <a:stCxn xmlns:a="http://schemas.openxmlformats.org/drawingml/2006/main" id="5" idx="3"/>
            <a:endCxn xmlns:a="http://schemas.openxmlformats.org/drawingml/2006/main" id="8" idx="1"/>
          </p:cNvCxnSpPr>
          <p:nvPr/>
        </p:nvCxnSpPr>
        <p:spPr>
          <a:xfrm xmlns:a="http://schemas.openxmlformats.org/drawingml/2006/main">
            <a:off x="7858125" y="2928938"/>
            <a:ext cx="2476500" cy="0"/>
          </a:xfrm>
          <a:prstGeom xmlns:a="http://schemas.openxmlformats.org/drawingml/2006/main" prst="straightConnector1">
            <a:avLst/>
          </a:prstGeom>
          <a:ln xmlns:a="http://schemas.openxmlformats.org/drawingml/2006/main" w="23813">
            <a:solidFill>
              <a:srgbClr val="176B91"/>
            </a:solidFill>
            <a:prstDash val="solid"/>
            <a:tailEnd type="arrow" w="med" len="med"/>
          </a:ln>
        </p:spPr>
      </p:cxnSp>
      <p:sp>
        <p:nvSpPr>
          <p:cNvPr id="16" name="">
            <a:extLst xmlns:a="http://schemas.openxmlformats.org/drawingml/2006/main">
              <a:ext uri="{FF2B5EF4-FFF2-40B4-BE49-F238E27FC236}">
                <a16:creationId xmlns:a16="http://schemas.microsoft.com/office/drawing/2014/main" id="{57678652-1B44-4E10-97F4-39440EFABCB4}"/>
              </a:ext>
            </a:extLst>
          </p:cNvPr>
          <p:cNvSpPr>
            <a:spLocks xmlns:a="http://schemas.openxmlformats.org/drawingml/2006/main" noGrp="1"/>
          </p:cNvSpPr>
          <p:nvPr/>
        </p:nvSpPr>
        <p:spPr>
          <a:xfrm xmlns:a="http://schemas.openxmlformats.org/drawingml/2006/main">
            <a:off x="619125" y="304800"/>
            <a:ext cx="1333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087F83"/>
                </a:solidFill>
                <a:latin typeface="Arial"/>
                <a:ea typeface="Arial"/>
                <a:cs typeface="Arial"/>
              </a:defRPr>
            </a:defPPr>
            <a:lvl1pPr algn="l">
              <a:defRPr sz="1350" b="1">
                <a:solidFill>
                  <a:srgbClr val="087F83"/>
                </a:solidFill>
                <a:latin typeface="Arial"/>
                <a:ea typeface="Arial"/>
                <a:cs typeface="Arial"/>
              </a:defRPr>
            </a:lvl1pPr>
            <a:lvl2pPr algn="l">
              <a:defRPr sz="1350" b="1">
                <a:solidFill>
                  <a:srgbClr val="087F83"/>
                </a:solidFill>
                <a:latin typeface="Arial"/>
                <a:ea typeface="Arial"/>
                <a:cs typeface="Arial"/>
              </a:defRPr>
            </a:lvl2pPr>
            <a:lvl3pPr algn="l">
              <a:defRPr sz="1350" b="1">
                <a:solidFill>
                  <a:srgbClr val="087F83"/>
                </a:solidFill>
                <a:latin typeface="Arial"/>
                <a:ea typeface="Arial"/>
                <a:cs typeface="Arial"/>
              </a:defRPr>
            </a:lvl3pPr>
            <a:lvl4pPr algn="l">
              <a:defRPr sz="1350" b="1">
                <a:solidFill>
                  <a:srgbClr val="087F83"/>
                </a:solidFill>
                <a:latin typeface="Arial"/>
                <a:ea typeface="Arial"/>
                <a:cs typeface="Arial"/>
              </a:defRPr>
            </a:lvl4pPr>
            <a:lvl5pPr algn="l">
              <a:defRPr sz="1350" b="1">
                <a:solidFill>
                  <a:srgbClr val="087F83"/>
                </a:solidFill>
                <a:latin typeface="Arial"/>
                <a:ea typeface="Arial"/>
                <a:cs typeface="Arial"/>
              </a:defRPr>
            </a:lvl5pPr>
            <a:lvl6pPr algn="l">
              <a:defRPr sz="1350" b="1">
                <a:solidFill>
                  <a:srgbClr val="087F83"/>
                </a:solidFill>
                <a:latin typeface="Arial"/>
                <a:ea typeface="Arial"/>
                <a:cs typeface="Arial"/>
              </a:defRPr>
            </a:lvl6pPr>
            <a:lvl7pPr algn="l">
              <a:defRPr sz="1350" b="1">
                <a:solidFill>
                  <a:srgbClr val="087F83"/>
                </a:solidFill>
                <a:latin typeface="Arial"/>
                <a:ea typeface="Arial"/>
                <a:cs typeface="Arial"/>
              </a:defRPr>
            </a:lvl7pPr>
            <a:lvl8pPr algn="l">
              <a:defRPr sz="1350" b="1">
                <a:solidFill>
                  <a:srgbClr val="087F83"/>
                </a:solidFill>
                <a:latin typeface="Arial"/>
                <a:ea typeface="Arial"/>
                <a:cs typeface="Arial"/>
              </a:defRPr>
            </a:lvl8pPr>
            <a:lvl9pPr algn="l">
              <a:defRPr sz="1350" b="1">
                <a:solidFill>
                  <a:srgbClr val="087F83"/>
                </a:solidFill>
                <a:latin typeface="Arial"/>
                <a:ea typeface="Arial"/>
                <a:cs typeface="Arial"/>
              </a:defRPr>
            </a:lvl9pPr>
          </a:lstStyle>
          <a:p xmlns:a="http://schemas.openxmlformats.org/drawingml/2006/main">
            <a:pPr algn="l">
              <a:defRPr sz="1350" b="1">
                <a:solidFill>
                  <a:srgbClr val="087F83"/>
                </a:solidFill>
                <a:latin typeface="Arial"/>
                <a:ea typeface="Arial"/>
                <a:cs typeface="Arial"/>
              </a:defRPr>
            </a:pPr>
            <a:r>
              <a:rPr sz="1350" b="1">
                <a:solidFill>
                  <a:srgbClr val="087F83"/>
                </a:solidFill>
                <a:latin typeface="Arial"/>
                <a:ea typeface="Arial"/>
                <a:cs typeface="Arial"/>
              </a:rPr>
              <a:t>DIP • AVANT INVERSION DES DÉPENDANCES</a:t>
            </a:r>
          </a:p>
        </p:txBody>
      </p:sp>
      <p:sp>
        <p:nvSpPr>
          <p:cNvPr id="2" name="">
            <a:extLst xmlns:a="http://schemas.openxmlformats.org/drawingml/2006/main">
              <a:ext uri="{FF2B5EF4-FFF2-40B4-BE49-F238E27FC236}">
                <a16:creationId xmlns:a16="http://schemas.microsoft.com/office/drawing/2014/main" id="{32B0FB2D-6B4D-4866-B050-37752B7447B9}"/>
              </a:ext>
            </a:extLst>
          </p:cNvPr>
          <p:cNvSpPr>
            <a:spLocks xmlns:a="http://schemas.openxmlformats.org/drawingml/2006/main" noGrp="1"/>
          </p:cNvSpPr>
          <p:nvPr/>
        </p:nvSpPr>
        <p:spPr>
          <a:xfrm xmlns:a="http://schemas.openxmlformats.org/drawingml/2006/main">
            <a:off x="619125" y="723900"/>
            <a:ext cx="1390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82F44"/>
                </a:solidFill>
                <a:latin typeface="Arial"/>
                <a:ea typeface="Arial"/>
                <a:cs typeface="Arial"/>
              </a:defRPr>
            </a:defPPr>
            <a:lvl1pPr algn="l">
              <a:defRPr sz="3300" b="1">
                <a:solidFill>
                  <a:srgbClr val="182F44"/>
                </a:solidFill>
                <a:latin typeface="Arial"/>
                <a:ea typeface="Arial"/>
                <a:cs typeface="Arial"/>
              </a:defRPr>
            </a:lvl1pPr>
            <a:lvl2pPr algn="l">
              <a:defRPr sz="3300" b="1">
                <a:solidFill>
                  <a:srgbClr val="182F44"/>
                </a:solidFill>
                <a:latin typeface="Arial"/>
                <a:ea typeface="Arial"/>
                <a:cs typeface="Arial"/>
              </a:defRPr>
            </a:lvl2pPr>
            <a:lvl3pPr algn="l">
              <a:defRPr sz="3300" b="1">
                <a:solidFill>
                  <a:srgbClr val="182F44"/>
                </a:solidFill>
                <a:latin typeface="Arial"/>
                <a:ea typeface="Arial"/>
                <a:cs typeface="Arial"/>
              </a:defRPr>
            </a:lvl3pPr>
            <a:lvl4pPr algn="l">
              <a:defRPr sz="3300" b="1">
                <a:solidFill>
                  <a:srgbClr val="182F44"/>
                </a:solidFill>
                <a:latin typeface="Arial"/>
                <a:ea typeface="Arial"/>
                <a:cs typeface="Arial"/>
              </a:defRPr>
            </a:lvl4pPr>
            <a:lvl5pPr algn="l">
              <a:defRPr sz="3300" b="1">
                <a:solidFill>
                  <a:srgbClr val="182F44"/>
                </a:solidFill>
                <a:latin typeface="Arial"/>
                <a:ea typeface="Arial"/>
                <a:cs typeface="Arial"/>
              </a:defRPr>
            </a:lvl5pPr>
            <a:lvl6pPr algn="l">
              <a:defRPr sz="3300" b="1">
                <a:solidFill>
                  <a:srgbClr val="182F44"/>
                </a:solidFill>
                <a:latin typeface="Arial"/>
                <a:ea typeface="Arial"/>
                <a:cs typeface="Arial"/>
              </a:defRPr>
            </a:lvl6pPr>
            <a:lvl7pPr algn="l">
              <a:defRPr sz="3300" b="1">
                <a:solidFill>
                  <a:srgbClr val="182F44"/>
                </a:solidFill>
                <a:latin typeface="Arial"/>
                <a:ea typeface="Arial"/>
                <a:cs typeface="Arial"/>
              </a:defRPr>
            </a:lvl7pPr>
            <a:lvl8pPr algn="l">
              <a:defRPr sz="3300" b="1">
                <a:solidFill>
                  <a:srgbClr val="182F44"/>
                </a:solidFill>
                <a:latin typeface="Arial"/>
                <a:ea typeface="Arial"/>
                <a:cs typeface="Arial"/>
              </a:defRPr>
            </a:lvl8pPr>
            <a:lvl9pPr algn="l">
              <a:defRPr sz="3300" b="1">
                <a:solidFill>
                  <a:srgbClr val="182F44"/>
                </a:solidFill>
                <a:latin typeface="Arial"/>
                <a:ea typeface="Arial"/>
                <a:cs typeface="Arial"/>
              </a:defRPr>
            </a:lvl9pPr>
          </a:lstStyle>
          <a:p xmlns:a="http://schemas.openxmlformats.org/drawingml/2006/main">
            <a:pPr algn="l">
              <a:defRPr sz="3300" b="1">
                <a:solidFill>
                  <a:srgbClr val="182F44"/>
                </a:solidFill>
                <a:latin typeface="Arial"/>
                <a:ea typeface="Arial"/>
                <a:cs typeface="Arial"/>
              </a:defRPr>
            </a:pPr>
            <a:r>
              <a:rPr sz="3300" b="1">
                <a:solidFill>
                  <a:srgbClr val="182F44"/>
                </a:solidFill>
                <a:latin typeface="Arial"/>
                <a:ea typeface="Arial"/>
                <a:cs typeface="Arial"/>
              </a:rPr>
              <a:t>Le métier connaît un détail technique</a:t>
            </a:r>
          </a:p>
        </p:txBody>
      </p:sp>
      <p:sp>
        <p:nvSpPr>
          <p:cNvPr id="3" name="">
            <a:extLst xmlns:a="http://schemas.openxmlformats.org/drawingml/2006/main">
              <a:ext uri="{FF2B5EF4-FFF2-40B4-BE49-F238E27FC236}">
                <a16:creationId xmlns:a16="http://schemas.microsoft.com/office/drawing/2014/main" id="{B8551AB9-3279-4D92-9896-CFC93DB2BB91}"/>
              </a:ext>
            </a:extLst>
          </p:cNvPr>
          <p:cNvSpPr>
            <a:spLocks xmlns:a="http://schemas.openxmlformats.org/drawingml/2006/main" noGrp="1"/>
          </p:cNvSpPr>
          <p:nvPr/>
        </p:nvSpPr>
        <p:spPr>
          <a:xfrm xmlns:a="http://schemas.openxmlformats.org/drawingml/2006/main">
            <a:off x="619125" y="81438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516575"/>
                </a:solidFill>
                <a:latin typeface="Arial"/>
                <a:ea typeface="Arial"/>
                <a:cs typeface="Arial"/>
              </a:defRPr>
            </a:defPPr>
            <a:lvl1pPr algn="l">
              <a:defRPr sz="1275" b="0">
                <a:solidFill>
                  <a:srgbClr val="516575"/>
                </a:solidFill>
                <a:latin typeface="Arial"/>
                <a:ea typeface="Arial"/>
                <a:cs typeface="Arial"/>
              </a:defRPr>
            </a:lvl1pPr>
            <a:lvl2pPr algn="l">
              <a:defRPr sz="1275" b="0">
                <a:solidFill>
                  <a:srgbClr val="516575"/>
                </a:solidFill>
                <a:latin typeface="Arial"/>
                <a:ea typeface="Arial"/>
                <a:cs typeface="Arial"/>
              </a:defRPr>
            </a:lvl2pPr>
            <a:lvl3pPr algn="l">
              <a:defRPr sz="1275" b="0">
                <a:solidFill>
                  <a:srgbClr val="516575"/>
                </a:solidFill>
                <a:latin typeface="Arial"/>
                <a:ea typeface="Arial"/>
                <a:cs typeface="Arial"/>
              </a:defRPr>
            </a:lvl3pPr>
            <a:lvl4pPr algn="l">
              <a:defRPr sz="1275" b="0">
                <a:solidFill>
                  <a:srgbClr val="516575"/>
                </a:solidFill>
                <a:latin typeface="Arial"/>
                <a:ea typeface="Arial"/>
                <a:cs typeface="Arial"/>
              </a:defRPr>
            </a:lvl4pPr>
            <a:lvl5pPr algn="l">
              <a:defRPr sz="1275" b="0">
                <a:solidFill>
                  <a:srgbClr val="516575"/>
                </a:solidFill>
                <a:latin typeface="Arial"/>
                <a:ea typeface="Arial"/>
                <a:cs typeface="Arial"/>
              </a:defRPr>
            </a:lvl5pPr>
            <a:lvl6pPr algn="l">
              <a:defRPr sz="1275" b="0">
                <a:solidFill>
                  <a:srgbClr val="516575"/>
                </a:solidFill>
                <a:latin typeface="Arial"/>
                <a:ea typeface="Arial"/>
                <a:cs typeface="Arial"/>
              </a:defRPr>
            </a:lvl6pPr>
            <a:lvl7pPr algn="l">
              <a:defRPr sz="1275" b="0">
                <a:solidFill>
                  <a:srgbClr val="516575"/>
                </a:solidFill>
                <a:latin typeface="Arial"/>
                <a:ea typeface="Arial"/>
                <a:cs typeface="Arial"/>
              </a:defRPr>
            </a:lvl7pPr>
            <a:lvl8pPr algn="l">
              <a:defRPr sz="1275" b="0">
                <a:solidFill>
                  <a:srgbClr val="516575"/>
                </a:solidFill>
                <a:latin typeface="Arial"/>
                <a:ea typeface="Arial"/>
                <a:cs typeface="Arial"/>
              </a:defRPr>
            </a:lvl8pPr>
            <a:lvl9pPr algn="l">
              <a:defRPr sz="1275" b="0">
                <a:solidFill>
                  <a:srgbClr val="516575"/>
                </a:solidFill>
                <a:latin typeface="Arial"/>
                <a:ea typeface="Arial"/>
                <a:cs typeface="Arial"/>
              </a:defRPr>
            </a:lvl9pPr>
          </a:lstStyle>
          <a:p xmlns:a="http://schemas.openxmlformats.org/drawingml/2006/main">
            <a:pPr algn="l">
              <a:defRPr sz="1275" b="0">
                <a:solidFill>
                  <a:srgbClr val="516575"/>
                </a:solidFill>
                <a:latin typeface="Arial"/>
                <a:ea typeface="Arial"/>
                <a:cs typeface="Arial"/>
              </a:defRPr>
            </a:pPr>
            <a:r>
              <a:rPr sz="1275" b="0">
                <a:solidFill>
                  <a:srgbClr val="516575"/>
                </a:solidFill>
                <a:latin typeface="Arial"/>
                <a:ea typeface="Arial"/>
                <a:cs typeface="Arial"/>
              </a:rPr>
              <a:t>R304 • Qualité du développement</a:t>
            </a:r>
          </a:p>
        </p:txBody>
      </p:sp>
      <p:sp>
        <p:nvSpPr>
          <p:cNvPr id="4" name="">
            <a:extLst xmlns:a="http://schemas.openxmlformats.org/drawingml/2006/main">
              <a:ext uri="{FF2B5EF4-FFF2-40B4-BE49-F238E27FC236}">
                <a16:creationId xmlns:a16="http://schemas.microsoft.com/office/drawing/2014/main" id="{DB4D2DD6-AF8F-4D71-B8D6-CD2C41C5DDA7}"/>
              </a:ext>
            </a:extLst>
          </p:cNvPr>
          <p:cNvSpPr>
            <a:spLocks xmlns:a="http://schemas.openxmlformats.org/drawingml/2006/main" noGrp="1"/>
          </p:cNvSpPr>
          <p:nvPr/>
        </p:nvSpPr>
        <p:spPr>
          <a:xfrm xmlns:a="http://schemas.openxmlformats.org/drawingml/2006/main">
            <a:off x="13335000" y="8143875"/>
            <a:ext cx="1285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575"/>
                </a:solidFill>
                <a:latin typeface="Arial"/>
                <a:ea typeface="Arial"/>
                <a:cs typeface="Arial"/>
              </a:defRPr>
            </a:defPPr>
            <a:lvl1pPr algn="r">
              <a:defRPr sz="1275" b="0">
                <a:solidFill>
                  <a:srgbClr val="516575"/>
                </a:solidFill>
                <a:latin typeface="Arial"/>
                <a:ea typeface="Arial"/>
                <a:cs typeface="Arial"/>
              </a:defRPr>
            </a:lvl1pPr>
            <a:lvl2pPr algn="r">
              <a:defRPr sz="1275" b="0">
                <a:solidFill>
                  <a:srgbClr val="516575"/>
                </a:solidFill>
                <a:latin typeface="Arial"/>
                <a:ea typeface="Arial"/>
                <a:cs typeface="Arial"/>
              </a:defRPr>
            </a:lvl2pPr>
            <a:lvl3pPr algn="r">
              <a:defRPr sz="1275" b="0">
                <a:solidFill>
                  <a:srgbClr val="516575"/>
                </a:solidFill>
                <a:latin typeface="Arial"/>
                <a:ea typeface="Arial"/>
                <a:cs typeface="Arial"/>
              </a:defRPr>
            </a:lvl3pPr>
            <a:lvl4pPr algn="r">
              <a:defRPr sz="1275" b="0">
                <a:solidFill>
                  <a:srgbClr val="516575"/>
                </a:solidFill>
                <a:latin typeface="Arial"/>
                <a:ea typeface="Arial"/>
                <a:cs typeface="Arial"/>
              </a:defRPr>
            </a:lvl4pPr>
            <a:lvl5pPr algn="r">
              <a:defRPr sz="1275" b="0">
                <a:solidFill>
                  <a:srgbClr val="516575"/>
                </a:solidFill>
                <a:latin typeface="Arial"/>
                <a:ea typeface="Arial"/>
                <a:cs typeface="Arial"/>
              </a:defRPr>
            </a:lvl5pPr>
            <a:lvl6pPr algn="r">
              <a:defRPr sz="1275" b="0">
                <a:solidFill>
                  <a:srgbClr val="516575"/>
                </a:solidFill>
                <a:latin typeface="Arial"/>
                <a:ea typeface="Arial"/>
                <a:cs typeface="Arial"/>
              </a:defRPr>
            </a:lvl6pPr>
            <a:lvl7pPr algn="r">
              <a:defRPr sz="1275" b="0">
                <a:solidFill>
                  <a:srgbClr val="516575"/>
                </a:solidFill>
                <a:latin typeface="Arial"/>
                <a:ea typeface="Arial"/>
                <a:cs typeface="Arial"/>
              </a:defRPr>
            </a:lvl7pPr>
            <a:lvl8pPr algn="r">
              <a:defRPr sz="1275" b="0">
                <a:solidFill>
                  <a:srgbClr val="516575"/>
                </a:solidFill>
                <a:latin typeface="Arial"/>
                <a:ea typeface="Arial"/>
                <a:cs typeface="Arial"/>
              </a:defRPr>
            </a:lvl8pPr>
            <a:lvl9pPr algn="r">
              <a:defRPr sz="1275" b="0">
                <a:solidFill>
                  <a:srgbClr val="516575"/>
                </a:solidFill>
                <a:latin typeface="Arial"/>
                <a:ea typeface="Arial"/>
                <a:cs typeface="Arial"/>
              </a:defRPr>
            </a:lvl9pPr>
          </a:lstStyle>
          <a:p xmlns:a="http://schemas.openxmlformats.org/drawingml/2006/main">
            <a:pPr algn="r">
              <a:defRPr sz="1275" b="0">
                <a:solidFill>
                  <a:srgbClr val="516575"/>
                </a:solidFill>
                <a:latin typeface="Arial"/>
                <a:ea typeface="Arial"/>
                <a:cs typeface="Arial"/>
              </a:defRPr>
            </a:pPr>
            <a:r>
              <a:rPr sz="1275" b="0">
                <a:solidFill>
                  <a:srgbClr val="516575"/>
                </a:solidFill>
                <a:latin typeface="Arial"/>
                <a:ea typeface="Arial"/>
                <a:cs typeface="Arial"/>
              </a:rPr>
              <a:t>11 / 16</a:t>
            </a:r>
          </a:p>
        </p:txBody>
      </p:sp>
      <p:sp>
        <p:nvSpPr>
          <p:cNvPr id="5" name="">
            <a:extLst xmlns:a="http://schemas.openxmlformats.org/drawingml/2006/main">
              <a:ext uri="{FF2B5EF4-FFF2-40B4-BE49-F238E27FC236}">
                <a16:creationId xmlns:a16="http://schemas.microsoft.com/office/drawing/2014/main" id="{4F2FE734-490F-4DCE-8361-663C3E86F765}"/>
              </a:ext>
            </a:extLst>
          </p:cNvPr>
          <p:cNvSpPr>
            <a:spLocks xmlns:a="http://schemas.openxmlformats.org/drawingml/2006/main" noGrp="1"/>
          </p:cNvSpPr>
          <p:nvPr/>
        </p:nvSpPr>
        <p:spPr>
          <a:xfrm xmlns:a="http://schemas.openxmlformats.org/drawingml/2006/main">
            <a:off x="619125" y="1905000"/>
            <a:ext cx="7239000" cy="2047875"/>
          </a:xfrm>
          <a:prstGeom xmlns:a="http://schemas.openxmlformats.org/drawingml/2006/main" prst="rect">
            <a:avLst/>
          </a:prstGeom>
          <a:solidFill xmlns:a="http://schemas.openxmlformats.org/drawingml/2006/main">
            <a:srgbClr val="FFF0DE"/>
          </a:solidFill>
          <a:ln xmlns:a="http://schemas.openxmlformats.org/drawingml/2006/main" w="14288">
            <a:solidFill>
              <a:srgbClr val="A84C0A"/>
            </a:solidFill>
          </a:ln>
        </p:spPr>
      </p:sp>
      <p:sp>
        <p:nvSpPr>
          <p:cNvPr id="6" name="">
            <a:extLst xmlns:a="http://schemas.openxmlformats.org/drawingml/2006/main">
              <a:ext uri="{FF2B5EF4-FFF2-40B4-BE49-F238E27FC236}">
                <a16:creationId xmlns:a16="http://schemas.microsoft.com/office/drawing/2014/main" id="{0532805A-C367-4C1B-BAE5-977573C5EFDD}"/>
              </a:ext>
            </a:extLst>
          </p:cNvPr>
          <p:cNvSpPr>
            <a:spLocks xmlns:a="http://schemas.openxmlformats.org/drawingml/2006/main" noGrp="1"/>
          </p:cNvSpPr>
          <p:nvPr/>
        </p:nvSpPr>
        <p:spPr>
          <a:xfrm xmlns:a="http://schemas.openxmlformats.org/drawingml/2006/main">
            <a:off x="790575" y="2038350"/>
            <a:ext cx="6896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A84C0A"/>
                </a:solidFill>
                <a:latin typeface="Arial"/>
                <a:ea typeface="Arial"/>
                <a:cs typeface="Arial"/>
              </a:defRPr>
            </a:defPPr>
            <a:lvl1pPr algn="l">
              <a:defRPr sz="2025" b="1">
                <a:solidFill>
                  <a:srgbClr val="A84C0A"/>
                </a:solidFill>
                <a:latin typeface="Arial"/>
                <a:ea typeface="Arial"/>
                <a:cs typeface="Arial"/>
              </a:defRPr>
            </a:lvl1pPr>
            <a:lvl2pPr algn="l">
              <a:defRPr sz="2025" b="1">
                <a:solidFill>
                  <a:srgbClr val="A84C0A"/>
                </a:solidFill>
                <a:latin typeface="Arial"/>
                <a:ea typeface="Arial"/>
                <a:cs typeface="Arial"/>
              </a:defRPr>
            </a:lvl2pPr>
            <a:lvl3pPr algn="l">
              <a:defRPr sz="2025" b="1">
                <a:solidFill>
                  <a:srgbClr val="A84C0A"/>
                </a:solidFill>
                <a:latin typeface="Arial"/>
                <a:ea typeface="Arial"/>
                <a:cs typeface="Arial"/>
              </a:defRPr>
            </a:lvl3pPr>
            <a:lvl4pPr algn="l">
              <a:defRPr sz="2025" b="1">
                <a:solidFill>
                  <a:srgbClr val="A84C0A"/>
                </a:solidFill>
                <a:latin typeface="Arial"/>
                <a:ea typeface="Arial"/>
                <a:cs typeface="Arial"/>
              </a:defRPr>
            </a:lvl4pPr>
            <a:lvl5pPr algn="l">
              <a:defRPr sz="2025" b="1">
                <a:solidFill>
                  <a:srgbClr val="A84C0A"/>
                </a:solidFill>
                <a:latin typeface="Arial"/>
                <a:ea typeface="Arial"/>
                <a:cs typeface="Arial"/>
              </a:defRPr>
            </a:lvl5pPr>
            <a:lvl6pPr algn="l">
              <a:defRPr sz="2025" b="1">
                <a:solidFill>
                  <a:srgbClr val="A84C0A"/>
                </a:solidFill>
                <a:latin typeface="Arial"/>
                <a:ea typeface="Arial"/>
                <a:cs typeface="Arial"/>
              </a:defRPr>
            </a:lvl6pPr>
            <a:lvl7pPr algn="l">
              <a:defRPr sz="2025" b="1">
                <a:solidFill>
                  <a:srgbClr val="A84C0A"/>
                </a:solidFill>
                <a:latin typeface="Arial"/>
                <a:ea typeface="Arial"/>
                <a:cs typeface="Arial"/>
              </a:defRPr>
            </a:lvl7pPr>
            <a:lvl8pPr algn="l">
              <a:defRPr sz="2025" b="1">
                <a:solidFill>
                  <a:srgbClr val="A84C0A"/>
                </a:solidFill>
                <a:latin typeface="Arial"/>
                <a:ea typeface="Arial"/>
                <a:cs typeface="Arial"/>
              </a:defRPr>
            </a:lvl8pPr>
            <a:lvl9pPr algn="l">
              <a:defRPr sz="2025" b="1">
                <a:solidFill>
                  <a:srgbClr val="A84C0A"/>
                </a:solidFill>
                <a:latin typeface="Arial"/>
                <a:ea typeface="Arial"/>
                <a:cs typeface="Arial"/>
              </a:defRPr>
            </a:lvl9pPr>
          </a:lstStyle>
          <a:p xmlns:a="http://schemas.openxmlformats.org/drawingml/2006/main">
            <a:pPr algn="l">
              <a:defRPr sz="2025" b="1">
                <a:solidFill>
                  <a:srgbClr val="A84C0A"/>
                </a:solidFill>
                <a:latin typeface="Arial"/>
                <a:ea typeface="Arial"/>
                <a:cs typeface="Arial"/>
              </a:defRPr>
            </a:pPr>
            <a:r>
              <a:rPr sz="2025" b="1">
                <a:solidFill>
                  <a:srgbClr val="A84C0A"/>
                </a:solidFill>
                <a:latin typeface="Arial"/>
                <a:ea typeface="Arial"/>
                <a:cs typeface="Arial"/>
              </a:rPr>
              <a:t>ServiceCommande</a:t>
            </a:r>
          </a:p>
        </p:txBody>
      </p:sp>
      <p:sp>
        <p:nvSpPr>
          <p:cNvPr id="7" name="">
            <a:extLst xmlns:a="http://schemas.openxmlformats.org/drawingml/2006/main">
              <a:ext uri="{FF2B5EF4-FFF2-40B4-BE49-F238E27FC236}">
                <a16:creationId xmlns:a16="http://schemas.microsoft.com/office/drawing/2014/main" id="{42FFCA3E-DB12-46A3-BB89-A54C4DB3BF2B}"/>
              </a:ext>
            </a:extLst>
          </p:cNvPr>
          <p:cNvSpPr>
            <a:spLocks xmlns:a="http://schemas.openxmlformats.org/drawingml/2006/main" noGrp="1"/>
          </p:cNvSpPr>
          <p:nvPr/>
        </p:nvSpPr>
        <p:spPr>
          <a:xfrm xmlns:a="http://schemas.openxmlformats.org/drawingml/2006/main">
            <a:off x="790575" y="2447925"/>
            <a:ext cx="68961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F44"/>
                </a:solidFill>
                <a:latin typeface="Arial"/>
                <a:ea typeface="Arial"/>
                <a:cs typeface="Arial"/>
              </a:defRPr>
            </a:defPPr>
            <a:lvl1pPr algn="l">
              <a:defRPr sz="1800" b="0">
                <a:solidFill>
                  <a:srgbClr val="182F44"/>
                </a:solidFill>
                <a:latin typeface="Arial"/>
                <a:ea typeface="Arial"/>
                <a:cs typeface="Arial"/>
              </a:defRPr>
            </a:lvl1pPr>
            <a:lvl2pPr algn="l">
              <a:defRPr sz="1800" b="0">
                <a:solidFill>
                  <a:srgbClr val="182F44"/>
                </a:solidFill>
                <a:latin typeface="Arial"/>
                <a:ea typeface="Arial"/>
                <a:cs typeface="Arial"/>
              </a:defRPr>
            </a:lvl2pPr>
            <a:lvl3pPr algn="l">
              <a:defRPr sz="1800" b="0">
                <a:solidFill>
                  <a:srgbClr val="182F44"/>
                </a:solidFill>
                <a:latin typeface="Arial"/>
                <a:ea typeface="Arial"/>
                <a:cs typeface="Arial"/>
              </a:defRPr>
            </a:lvl3pPr>
            <a:lvl4pPr algn="l">
              <a:defRPr sz="1800" b="0">
                <a:solidFill>
                  <a:srgbClr val="182F44"/>
                </a:solidFill>
                <a:latin typeface="Arial"/>
                <a:ea typeface="Arial"/>
                <a:cs typeface="Arial"/>
              </a:defRPr>
            </a:lvl4pPr>
            <a:lvl5pPr algn="l">
              <a:defRPr sz="1800" b="0">
                <a:solidFill>
                  <a:srgbClr val="182F44"/>
                </a:solidFill>
                <a:latin typeface="Arial"/>
                <a:ea typeface="Arial"/>
                <a:cs typeface="Arial"/>
              </a:defRPr>
            </a:lvl5pPr>
            <a:lvl6pPr algn="l">
              <a:defRPr sz="1800" b="0">
                <a:solidFill>
                  <a:srgbClr val="182F44"/>
                </a:solidFill>
                <a:latin typeface="Arial"/>
                <a:ea typeface="Arial"/>
                <a:cs typeface="Arial"/>
              </a:defRPr>
            </a:lvl6pPr>
            <a:lvl7pPr algn="l">
              <a:defRPr sz="1800" b="0">
                <a:solidFill>
                  <a:srgbClr val="182F44"/>
                </a:solidFill>
                <a:latin typeface="Arial"/>
                <a:ea typeface="Arial"/>
                <a:cs typeface="Arial"/>
              </a:defRPr>
            </a:lvl7pPr>
            <a:lvl8pPr algn="l">
              <a:defRPr sz="1800" b="0">
                <a:solidFill>
                  <a:srgbClr val="182F44"/>
                </a:solidFill>
                <a:latin typeface="Arial"/>
                <a:ea typeface="Arial"/>
                <a:cs typeface="Arial"/>
              </a:defRPr>
            </a:lvl8pPr>
            <a:lvl9pPr algn="l">
              <a:defRPr sz="1800" b="0">
                <a:solidFill>
                  <a:srgbClr val="182F44"/>
                </a:solidFill>
                <a:latin typeface="Arial"/>
                <a:ea typeface="Arial"/>
                <a:cs typeface="Arial"/>
              </a:defRPr>
            </a:lvl9pPr>
          </a:lstStyle>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Règles de validation</a:t>
            </a:r>
          </a:p>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new StockageMySQL(...)</a:t>
            </a:r>
          </a:p>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Appel à Enregistrer(c)</a:t>
            </a:r>
          </a:p>
        </p:txBody>
      </p:sp>
      <p:sp>
        <p:nvSpPr>
          <p:cNvPr id="8" name="">
            <a:extLst xmlns:a="http://schemas.openxmlformats.org/drawingml/2006/main">
              <a:ext uri="{FF2B5EF4-FFF2-40B4-BE49-F238E27FC236}">
                <a16:creationId xmlns:a16="http://schemas.microsoft.com/office/drawing/2014/main" id="{96FBF39A-FBC5-48CA-9CC4-DF35A87A5D2C}"/>
              </a:ext>
            </a:extLst>
          </p:cNvPr>
          <p:cNvSpPr>
            <a:spLocks xmlns:a="http://schemas.openxmlformats.org/drawingml/2006/main" noGrp="1"/>
          </p:cNvSpPr>
          <p:nvPr/>
        </p:nvSpPr>
        <p:spPr>
          <a:xfrm xmlns:a="http://schemas.openxmlformats.org/drawingml/2006/main">
            <a:off x="10334625" y="2238375"/>
            <a:ext cx="4286250" cy="1381125"/>
          </a:xfrm>
          <a:prstGeom xmlns:a="http://schemas.openxmlformats.org/drawingml/2006/main" prst="rect">
            <a:avLst/>
          </a:prstGeom>
          <a:solidFill xmlns:a="http://schemas.openxmlformats.org/drawingml/2006/main">
            <a:srgbClr val="FFF0DE"/>
          </a:solidFill>
          <a:ln xmlns:a="http://schemas.openxmlformats.org/drawingml/2006/main" w="14288">
            <a:solidFill>
              <a:srgbClr val="A84C0A"/>
            </a:solidFill>
          </a:ln>
        </p:spPr>
      </p:sp>
      <p:sp>
        <p:nvSpPr>
          <p:cNvPr id="9" name="">
            <a:extLst xmlns:a="http://schemas.openxmlformats.org/drawingml/2006/main">
              <a:ext uri="{FF2B5EF4-FFF2-40B4-BE49-F238E27FC236}">
                <a16:creationId xmlns:a16="http://schemas.microsoft.com/office/drawing/2014/main" id="{64831BBF-6868-48AF-AE35-6A66407E7B2D}"/>
              </a:ext>
            </a:extLst>
          </p:cNvPr>
          <p:cNvSpPr>
            <a:spLocks xmlns:a="http://schemas.openxmlformats.org/drawingml/2006/main" noGrp="1"/>
          </p:cNvSpPr>
          <p:nvPr/>
        </p:nvSpPr>
        <p:spPr>
          <a:xfrm xmlns:a="http://schemas.openxmlformats.org/drawingml/2006/main">
            <a:off x="10506075" y="2371725"/>
            <a:ext cx="3943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A84C0A"/>
                </a:solidFill>
                <a:latin typeface="Arial"/>
                <a:ea typeface="Arial"/>
                <a:cs typeface="Arial"/>
              </a:defRPr>
            </a:defPPr>
            <a:lvl1pPr algn="l">
              <a:defRPr sz="2025" b="1">
                <a:solidFill>
                  <a:srgbClr val="A84C0A"/>
                </a:solidFill>
                <a:latin typeface="Arial"/>
                <a:ea typeface="Arial"/>
                <a:cs typeface="Arial"/>
              </a:defRPr>
            </a:lvl1pPr>
            <a:lvl2pPr algn="l">
              <a:defRPr sz="2025" b="1">
                <a:solidFill>
                  <a:srgbClr val="A84C0A"/>
                </a:solidFill>
                <a:latin typeface="Arial"/>
                <a:ea typeface="Arial"/>
                <a:cs typeface="Arial"/>
              </a:defRPr>
            </a:lvl2pPr>
            <a:lvl3pPr algn="l">
              <a:defRPr sz="2025" b="1">
                <a:solidFill>
                  <a:srgbClr val="A84C0A"/>
                </a:solidFill>
                <a:latin typeface="Arial"/>
                <a:ea typeface="Arial"/>
                <a:cs typeface="Arial"/>
              </a:defRPr>
            </a:lvl3pPr>
            <a:lvl4pPr algn="l">
              <a:defRPr sz="2025" b="1">
                <a:solidFill>
                  <a:srgbClr val="A84C0A"/>
                </a:solidFill>
                <a:latin typeface="Arial"/>
                <a:ea typeface="Arial"/>
                <a:cs typeface="Arial"/>
              </a:defRPr>
            </a:lvl4pPr>
            <a:lvl5pPr algn="l">
              <a:defRPr sz="2025" b="1">
                <a:solidFill>
                  <a:srgbClr val="A84C0A"/>
                </a:solidFill>
                <a:latin typeface="Arial"/>
                <a:ea typeface="Arial"/>
                <a:cs typeface="Arial"/>
              </a:defRPr>
            </a:lvl5pPr>
            <a:lvl6pPr algn="l">
              <a:defRPr sz="2025" b="1">
                <a:solidFill>
                  <a:srgbClr val="A84C0A"/>
                </a:solidFill>
                <a:latin typeface="Arial"/>
                <a:ea typeface="Arial"/>
                <a:cs typeface="Arial"/>
              </a:defRPr>
            </a:lvl6pPr>
            <a:lvl7pPr algn="l">
              <a:defRPr sz="2025" b="1">
                <a:solidFill>
                  <a:srgbClr val="A84C0A"/>
                </a:solidFill>
                <a:latin typeface="Arial"/>
                <a:ea typeface="Arial"/>
                <a:cs typeface="Arial"/>
              </a:defRPr>
            </a:lvl7pPr>
            <a:lvl8pPr algn="l">
              <a:defRPr sz="2025" b="1">
                <a:solidFill>
                  <a:srgbClr val="A84C0A"/>
                </a:solidFill>
                <a:latin typeface="Arial"/>
                <a:ea typeface="Arial"/>
                <a:cs typeface="Arial"/>
              </a:defRPr>
            </a:lvl8pPr>
            <a:lvl9pPr algn="l">
              <a:defRPr sz="2025" b="1">
                <a:solidFill>
                  <a:srgbClr val="A84C0A"/>
                </a:solidFill>
                <a:latin typeface="Arial"/>
                <a:ea typeface="Arial"/>
                <a:cs typeface="Arial"/>
              </a:defRPr>
            </a:lvl9pPr>
          </a:lstStyle>
          <a:p xmlns:a="http://schemas.openxmlformats.org/drawingml/2006/main">
            <a:pPr algn="l">
              <a:defRPr sz="2025" b="1">
                <a:solidFill>
                  <a:srgbClr val="A84C0A"/>
                </a:solidFill>
                <a:latin typeface="Arial"/>
                <a:ea typeface="Arial"/>
                <a:cs typeface="Arial"/>
              </a:defRPr>
            </a:pPr>
            <a:r>
              <a:rPr sz="2025" b="1">
                <a:solidFill>
                  <a:srgbClr val="A84C0A"/>
                </a:solidFill>
                <a:latin typeface="Arial"/>
                <a:ea typeface="Arial"/>
                <a:cs typeface="Arial"/>
              </a:rPr>
              <a:t>StockageMySQL</a:t>
            </a:r>
          </a:p>
        </p:txBody>
      </p:sp>
      <p:sp>
        <p:nvSpPr>
          <p:cNvPr id="10" name="">
            <a:extLst xmlns:a="http://schemas.openxmlformats.org/drawingml/2006/main">
              <a:ext uri="{FF2B5EF4-FFF2-40B4-BE49-F238E27FC236}">
                <a16:creationId xmlns:a16="http://schemas.microsoft.com/office/drawing/2014/main" id="{23FD1C43-7102-4ADD-93C8-4C4C3833A8AE}"/>
              </a:ext>
            </a:extLst>
          </p:cNvPr>
          <p:cNvSpPr>
            <a:spLocks xmlns:a="http://schemas.openxmlformats.org/drawingml/2006/main" noGrp="1"/>
          </p:cNvSpPr>
          <p:nvPr/>
        </p:nvSpPr>
        <p:spPr>
          <a:xfrm xmlns:a="http://schemas.openxmlformats.org/drawingml/2006/main">
            <a:off x="10506075" y="2781300"/>
            <a:ext cx="39433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F44"/>
                </a:solidFill>
                <a:latin typeface="Arial"/>
                <a:ea typeface="Arial"/>
                <a:cs typeface="Arial"/>
              </a:defRPr>
            </a:defPPr>
            <a:lvl1pPr algn="l">
              <a:defRPr sz="1800" b="0">
                <a:solidFill>
                  <a:srgbClr val="182F44"/>
                </a:solidFill>
                <a:latin typeface="Arial"/>
                <a:ea typeface="Arial"/>
                <a:cs typeface="Arial"/>
              </a:defRPr>
            </a:lvl1pPr>
            <a:lvl2pPr algn="l">
              <a:defRPr sz="1800" b="0">
                <a:solidFill>
                  <a:srgbClr val="182F44"/>
                </a:solidFill>
                <a:latin typeface="Arial"/>
                <a:ea typeface="Arial"/>
                <a:cs typeface="Arial"/>
              </a:defRPr>
            </a:lvl2pPr>
            <a:lvl3pPr algn="l">
              <a:defRPr sz="1800" b="0">
                <a:solidFill>
                  <a:srgbClr val="182F44"/>
                </a:solidFill>
                <a:latin typeface="Arial"/>
                <a:ea typeface="Arial"/>
                <a:cs typeface="Arial"/>
              </a:defRPr>
            </a:lvl3pPr>
            <a:lvl4pPr algn="l">
              <a:defRPr sz="1800" b="0">
                <a:solidFill>
                  <a:srgbClr val="182F44"/>
                </a:solidFill>
                <a:latin typeface="Arial"/>
                <a:ea typeface="Arial"/>
                <a:cs typeface="Arial"/>
              </a:defRPr>
            </a:lvl4pPr>
            <a:lvl5pPr algn="l">
              <a:defRPr sz="1800" b="0">
                <a:solidFill>
                  <a:srgbClr val="182F44"/>
                </a:solidFill>
                <a:latin typeface="Arial"/>
                <a:ea typeface="Arial"/>
                <a:cs typeface="Arial"/>
              </a:defRPr>
            </a:lvl5pPr>
            <a:lvl6pPr algn="l">
              <a:defRPr sz="1800" b="0">
                <a:solidFill>
                  <a:srgbClr val="182F44"/>
                </a:solidFill>
                <a:latin typeface="Arial"/>
                <a:ea typeface="Arial"/>
                <a:cs typeface="Arial"/>
              </a:defRPr>
            </a:lvl6pPr>
            <a:lvl7pPr algn="l">
              <a:defRPr sz="1800" b="0">
                <a:solidFill>
                  <a:srgbClr val="182F44"/>
                </a:solidFill>
                <a:latin typeface="Arial"/>
                <a:ea typeface="Arial"/>
                <a:cs typeface="Arial"/>
              </a:defRPr>
            </a:lvl7pPr>
            <a:lvl8pPr algn="l">
              <a:defRPr sz="1800" b="0">
                <a:solidFill>
                  <a:srgbClr val="182F44"/>
                </a:solidFill>
                <a:latin typeface="Arial"/>
                <a:ea typeface="Arial"/>
                <a:cs typeface="Arial"/>
              </a:defRPr>
            </a:lvl8pPr>
            <a:lvl9pPr algn="l">
              <a:defRPr sz="1800" b="0">
                <a:solidFill>
                  <a:srgbClr val="182F44"/>
                </a:solidFill>
                <a:latin typeface="Arial"/>
                <a:ea typeface="Arial"/>
                <a:cs typeface="Arial"/>
              </a:defRPr>
            </a:lvl9pPr>
          </a:lstStyle>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Pilote et requêtes MySQL</a:t>
            </a:r>
          </a:p>
        </p:txBody>
      </p:sp>
      <p:sp>
        <p:nvSpPr>
          <p:cNvPr id="12" name="">
            <a:extLst xmlns:a="http://schemas.openxmlformats.org/drawingml/2006/main">
              <a:ext uri="{FF2B5EF4-FFF2-40B4-BE49-F238E27FC236}">
                <a16:creationId xmlns:a16="http://schemas.microsoft.com/office/drawing/2014/main" id="{B1E4D9AD-8C94-45AA-879D-D691934D45CA}"/>
              </a:ext>
            </a:extLst>
          </p:cNvPr>
          <p:cNvSpPr>
            <a:spLocks xmlns:a="http://schemas.openxmlformats.org/drawingml/2006/main" noGrp="1"/>
          </p:cNvSpPr>
          <p:nvPr/>
        </p:nvSpPr>
        <p:spPr>
          <a:xfrm xmlns:a="http://schemas.openxmlformats.org/drawingml/2006/main">
            <a:off x="8286750" y="2381250"/>
            <a:ext cx="190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76B91"/>
                </a:solidFill>
                <a:latin typeface="Arial"/>
                <a:ea typeface="Arial"/>
                <a:cs typeface="Arial"/>
              </a:defRPr>
            </a:defPPr>
            <a:lvl1pPr algn="l">
              <a:defRPr sz="1800" b="0">
                <a:solidFill>
                  <a:srgbClr val="176B91"/>
                </a:solidFill>
                <a:latin typeface="Arial"/>
                <a:ea typeface="Arial"/>
                <a:cs typeface="Arial"/>
              </a:defRPr>
            </a:lvl1pPr>
            <a:lvl2pPr algn="l">
              <a:defRPr sz="1800" b="0">
                <a:solidFill>
                  <a:srgbClr val="176B91"/>
                </a:solidFill>
                <a:latin typeface="Arial"/>
                <a:ea typeface="Arial"/>
                <a:cs typeface="Arial"/>
              </a:defRPr>
            </a:lvl2pPr>
            <a:lvl3pPr algn="l">
              <a:defRPr sz="1800" b="0">
                <a:solidFill>
                  <a:srgbClr val="176B91"/>
                </a:solidFill>
                <a:latin typeface="Arial"/>
                <a:ea typeface="Arial"/>
                <a:cs typeface="Arial"/>
              </a:defRPr>
            </a:lvl3pPr>
            <a:lvl4pPr algn="l">
              <a:defRPr sz="1800" b="0">
                <a:solidFill>
                  <a:srgbClr val="176B91"/>
                </a:solidFill>
                <a:latin typeface="Arial"/>
                <a:ea typeface="Arial"/>
                <a:cs typeface="Arial"/>
              </a:defRPr>
            </a:lvl4pPr>
            <a:lvl5pPr algn="l">
              <a:defRPr sz="1800" b="0">
                <a:solidFill>
                  <a:srgbClr val="176B91"/>
                </a:solidFill>
                <a:latin typeface="Arial"/>
                <a:ea typeface="Arial"/>
                <a:cs typeface="Arial"/>
              </a:defRPr>
            </a:lvl5pPr>
            <a:lvl6pPr algn="l">
              <a:defRPr sz="1800" b="0">
                <a:solidFill>
                  <a:srgbClr val="176B91"/>
                </a:solidFill>
                <a:latin typeface="Arial"/>
                <a:ea typeface="Arial"/>
                <a:cs typeface="Arial"/>
              </a:defRPr>
            </a:lvl6pPr>
            <a:lvl7pPr algn="l">
              <a:defRPr sz="1800" b="0">
                <a:solidFill>
                  <a:srgbClr val="176B91"/>
                </a:solidFill>
                <a:latin typeface="Arial"/>
                <a:ea typeface="Arial"/>
                <a:cs typeface="Arial"/>
              </a:defRPr>
            </a:lvl7pPr>
            <a:lvl8pPr algn="l">
              <a:defRPr sz="1800" b="0">
                <a:solidFill>
                  <a:srgbClr val="176B91"/>
                </a:solidFill>
                <a:latin typeface="Arial"/>
                <a:ea typeface="Arial"/>
                <a:cs typeface="Arial"/>
              </a:defRPr>
            </a:lvl8pPr>
            <a:lvl9pPr algn="l">
              <a:defRPr sz="1800" b="0">
                <a:solidFill>
                  <a:srgbClr val="176B91"/>
                </a:solidFill>
                <a:latin typeface="Arial"/>
                <a:ea typeface="Arial"/>
                <a:cs typeface="Arial"/>
              </a:defRPr>
            </a:lvl9pPr>
          </a:lstStyle>
          <a:p xmlns:a="http://schemas.openxmlformats.org/drawingml/2006/main">
            <a:pPr algn="l">
              <a:defRPr sz="1800" b="0">
                <a:solidFill>
                  <a:srgbClr val="176B91"/>
                </a:solidFill>
                <a:latin typeface="Arial"/>
                <a:ea typeface="Arial"/>
                <a:cs typeface="Arial"/>
              </a:defRPr>
            </a:pPr>
            <a:r>
              <a:rPr sz="1800" b="0">
                <a:solidFill>
                  <a:srgbClr val="176B91"/>
                </a:solidFill>
                <a:latin typeface="Arial"/>
                <a:ea typeface="Arial"/>
                <a:cs typeface="Arial"/>
              </a:rPr>
              <a:t>dépend de</a:t>
            </a:r>
          </a:p>
        </p:txBody>
      </p:sp>
      <p:sp>
        <p:nvSpPr>
          <p:cNvPr id="13" name="">
            <a:extLst xmlns:a="http://schemas.openxmlformats.org/drawingml/2006/main">
              <a:ext uri="{FF2B5EF4-FFF2-40B4-BE49-F238E27FC236}">
                <a16:creationId xmlns:a16="http://schemas.microsoft.com/office/drawing/2014/main" id="{5E68B3ED-3F04-4DDF-9FDF-8BA47A3A86A9}"/>
              </a:ext>
            </a:extLst>
          </p:cNvPr>
          <p:cNvSpPr>
            <a:spLocks xmlns:a="http://schemas.openxmlformats.org/drawingml/2006/main" noGrp="1"/>
          </p:cNvSpPr>
          <p:nvPr/>
        </p:nvSpPr>
        <p:spPr>
          <a:xfrm xmlns:a="http://schemas.openxmlformats.org/drawingml/2006/main">
            <a:off x="619125" y="466725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176B91"/>
                </a:solidFill>
                <a:latin typeface="Arial"/>
                <a:ea typeface="Arial"/>
                <a:cs typeface="Arial"/>
              </a:defRPr>
            </a:defPPr>
            <a:lvl1pPr algn="l">
              <a:defRPr sz="2175" b="1">
                <a:solidFill>
                  <a:srgbClr val="176B91"/>
                </a:solidFill>
                <a:latin typeface="Arial"/>
                <a:ea typeface="Arial"/>
                <a:cs typeface="Arial"/>
              </a:defRPr>
            </a:lvl1pPr>
            <a:lvl2pPr algn="l">
              <a:defRPr sz="2175" b="1">
                <a:solidFill>
                  <a:srgbClr val="176B91"/>
                </a:solidFill>
                <a:latin typeface="Arial"/>
                <a:ea typeface="Arial"/>
                <a:cs typeface="Arial"/>
              </a:defRPr>
            </a:lvl2pPr>
            <a:lvl3pPr algn="l">
              <a:defRPr sz="2175" b="1">
                <a:solidFill>
                  <a:srgbClr val="176B91"/>
                </a:solidFill>
                <a:latin typeface="Arial"/>
                <a:ea typeface="Arial"/>
                <a:cs typeface="Arial"/>
              </a:defRPr>
            </a:lvl3pPr>
            <a:lvl4pPr algn="l">
              <a:defRPr sz="2175" b="1">
                <a:solidFill>
                  <a:srgbClr val="176B91"/>
                </a:solidFill>
                <a:latin typeface="Arial"/>
                <a:ea typeface="Arial"/>
                <a:cs typeface="Arial"/>
              </a:defRPr>
            </a:lvl4pPr>
            <a:lvl5pPr algn="l">
              <a:defRPr sz="2175" b="1">
                <a:solidFill>
                  <a:srgbClr val="176B91"/>
                </a:solidFill>
                <a:latin typeface="Arial"/>
                <a:ea typeface="Arial"/>
                <a:cs typeface="Arial"/>
              </a:defRPr>
            </a:lvl5pPr>
            <a:lvl6pPr algn="l">
              <a:defRPr sz="2175" b="1">
                <a:solidFill>
                  <a:srgbClr val="176B91"/>
                </a:solidFill>
                <a:latin typeface="Arial"/>
                <a:ea typeface="Arial"/>
                <a:cs typeface="Arial"/>
              </a:defRPr>
            </a:lvl6pPr>
            <a:lvl7pPr algn="l">
              <a:defRPr sz="2175" b="1">
                <a:solidFill>
                  <a:srgbClr val="176B91"/>
                </a:solidFill>
                <a:latin typeface="Arial"/>
                <a:ea typeface="Arial"/>
                <a:cs typeface="Arial"/>
              </a:defRPr>
            </a:lvl7pPr>
            <a:lvl8pPr algn="l">
              <a:defRPr sz="2175" b="1">
                <a:solidFill>
                  <a:srgbClr val="176B91"/>
                </a:solidFill>
                <a:latin typeface="Arial"/>
                <a:ea typeface="Arial"/>
                <a:cs typeface="Arial"/>
              </a:defRPr>
            </a:lvl8pPr>
            <a:lvl9pPr algn="l">
              <a:defRPr sz="2175" b="1">
                <a:solidFill>
                  <a:srgbClr val="176B91"/>
                </a:solidFill>
                <a:latin typeface="Arial"/>
                <a:ea typeface="Arial"/>
                <a:cs typeface="Arial"/>
              </a:defRPr>
            </a:lvl9pPr>
          </a:lstStyle>
          <a:p xmlns:a="http://schemas.openxmlformats.org/drawingml/2006/main">
            <a:pPr algn="l">
              <a:defRPr sz="2175" b="1">
                <a:solidFill>
                  <a:srgbClr val="176B91"/>
                </a:solidFill>
                <a:latin typeface="Arial"/>
                <a:ea typeface="Arial"/>
                <a:cs typeface="Arial"/>
              </a:defRPr>
            </a:pPr>
            <a:r>
              <a:rPr sz="2175" b="1">
                <a:solidFill>
                  <a:srgbClr val="176B91"/>
                </a:solidFill>
                <a:latin typeface="Arial"/>
                <a:ea typeface="Arial"/>
                <a:cs typeface="Arial"/>
              </a:rPr>
              <a:t>Ce que cette dépendance entraîne</a:t>
            </a:r>
          </a:p>
        </p:txBody>
      </p:sp>
      <p:sp>
        <p:nvSpPr>
          <p:cNvPr id="14" name="">
            <a:extLst xmlns:a="http://schemas.openxmlformats.org/drawingml/2006/main">
              <a:ext uri="{FF2B5EF4-FFF2-40B4-BE49-F238E27FC236}">
                <a16:creationId xmlns:a16="http://schemas.microsoft.com/office/drawing/2014/main" id="{40E7F286-9BA2-480B-B906-C99B4B5EE855}"/>
              </a:ext>
            </a:extLst>
          </p:cNvPr>
          <p:cNvSpPr>
            <a:spLocks xmlns:a="http://schemas.openxmlformats.org/drawingml/2006/main" noGrp="1"/>
          </p:cNvSpPr>
          <p:nvPr/>
        </p:nvSpPr>
        <p:spPr>
          <a:xfrm xmlns:a="http://schemas.openxmlformats.org/drawingml/2006/main">
            <a:off x="619125" y="5238750"/>
            <a:ext cx="1381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82F44"/>
                </a:solidFill>
                <a:latin typeface="Arial"/>
                <a:ea typeface="Arial"/>
                <a:cs typeface="Arial"/>
              </a:defRPr>
            </a:defPPr>
            <a:lvl1pPr algn="l">
              <a:defRPr sz="2175" b="0">
                <a:solidFill>
                  <a:srgbClr val="182F44"/>
                </a:solidFill>
                <a:latin typeface="Arial"/>
                <a:ea typeface="Arial"/>
                <a:cs typeface="Arial"/>
              </a:defRPr>
            </a:lvl1pPr>
            <a:lvl2pPr algn="l">
              <a:defRPr sz="2175" b="0">
                <a:solidFill>
                  <a:srgbClr val="182F44"/>
                </a:solidFill>
                <a:latin typeface="Arial"/>
                <a:ea typeface="Arial"/>
                <a:cs typeface="Arial"/>
              </a:defRPr>
            </a:lvl2pPr>
            <a:lvl3pPr algn="l">
              <a:defRPr sz="2175" b="0">
                <a:solidFill>
                  <a:srgbClr val="182F44"/>
                </a:solidFill>
                <a:latin typeface="Arial"/>
                <a:ea typeface="Arial"/>
                <a:cs typeface="Arial"/>
              </a:defRPr>
            </a:lvl3pPr>
            <a:lvl4pPr algn="l">
              <a:defRPr sz="2175" b="0">
                <a:solidFill>
                  <a:srgbClr val="182F44"/>
                </a:solidFill>
                <a:latin typeface="Arial"/>
                <a:ea typeface="Arial"/>
                <a:cs typeface="Arial"/>
              </a:defRPr>
            </a:lvl4pPr>
            <a:lvl5pPr algn="l">
              <a:defRPr sz="2175" b="0">
                <a:solidFill>
                  <a:srgbClr val="182F44"/>
                </a:solidFill>
                <a:latin typeface="Arial"/>
                <a:ea typeface="Arial"/>
                <a:cs typeface="Arial"/>
              </a:defRPr>
            </a:lvl5pPr>
            <a:lvl6pPr algn="l">
              <a:defRPr sz="2175" b="0">
                <a:solidFill>
                  <a:srgbClr val="182F44"/>
                </a:solidFill>
                <a:latin typeface="Arial"/>
                <a:ea typeface="Arial"/>
                <a:cs typeface="Arial"/>
              </a:defRPr>
            </a:lvl6pPr>
            <a:lvl7pPr algn="l">
              <a:defRPr sz="2175" b="0">
                <a:solidFill>
                  <a:srgbClr val="182F44"/>
                </a:solidFill>
                <a:latin typeface="Arial"/>
                <a:ea typeface="Arial"/>
                <a:cs typeface="Arial"/>
              </a:defRPr>
            </a:lvl7pPr>
            <a:lvl8pPr algn="l">
              <a:defRPr sz="2175" b="0">
                <a:solidFill>
                  <a:srgbClr val="182F44"/>
                </a:solidFill>
                <a:latin typeface="Arial"/>
                <a:ea typeface="Arial"/>
                <a:cs typeface="Arial"/>
              </a:defRPr>
            </a:lvl8pPr>
            <a:lvl9pPr algn="l">
              <a:defRPr sz="2175" b="0">
                <a:solidFill>
                  <a:srgbClr val="182F44"/>
                </a:solidFill>
                <a:latin typeface="Arial"/>
                <a:ea typeface="Arial"/>
                <a:cs typeface="Arial"/>
              </a:defRPr>
            </a:lvl9pPr>
          </a:lstStyle>
          <a:p xmlns:a="http://schemas.openxmlformats.org/drawingml/2006/main">
            <a:pPr algn="l">
              <a:defRPr sz="2175" b="0">
                <a:solidFill>
                  <a:srgbClr val="182F44"/>
                </a:solidFill>
                <a:latin typeface="Arial"/>
                <a:ea typeface="Arial"/>
                <a:cs typeface="Arial"/>
              </a:defRPr>
            </a:pPr>
            <a:r>
              <a:rPr sz="2175" b="0">
                <a:solidFill>
                  <a:srgbClr val="182F44"/>
                </a:solidFill>
                <a:latin typeface="Arial"/>
                <a:ea typeface="Arial"/>
                <a:cs typeface="Arial"/>
              </a:rPr>
              <a:t>Le service référence une classe technique et connaît sa construction. Remplacer ce composant par une autre technologie peut imposer une modification du service. Le tester isolément devient aussi plus difficile.</a:t>
            </a:r>
          </a:p>
        </p:txBody>
      </p:sp>
      <p:sp>
        <p:nvSpPr>
          <p:cNvPr id="15" name="">
            <a:extLst xmlns:a="http://schemas.openxmlformats.org/drawingml/2006/main">
              <a:ext uri="{FF2B5EF4-FFF2-40B4-BE49-F238E27FC236}">
                <a16:creationId xmlns:a16="http://schemas.microsoft.com/office/drawing/2014/main" id="{9DFB9151-41C5-45B0-BA10-1CF7CC02D8FA}"/>
              </a:ext>
            </a:extLst>
          </p:cNvPr>
          <p:cNvSpPr>
            <a:spLocks xmlns:a="http://schemas.openxmlformats.org/drawingml/2006/main" noGrp="1"/>
          </p:cNvSpPr>
          <p:nvPr/>
        </p:nvSpPr>
        <p:spPr>
          <a:xfrm xmlns:a="http://schemas.openxmlformats.org/drawingml/2006/main">
            <a:off x="619125" y="7000875"/>
            <a:ext cx="1400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087F83"/>
                </a:solidFill>
                <a:latin typeface="Arial"/>
                <a:ea typeface="Arial"/>
                <a:cs typeface="Arial"/>
              </a:defRPr>
            </a:defPPr>
            <a:lvl1pPr algn="l">
              <a:defRPr sz="1950" b="1">
                <a:solidFill>
                  <a:srgbClr val="087F83"/>
                </a:solidFill>
                <a:latin typeface="Arial"/>
                <a:ea typeface="Arial"/>
                <a:cs typeface="Arial"/>
              </a:defRPr>
            </a:lvl1pPr>
            <a:lvl2pPr algn="l">
              <a:defRPr sz="1950" b="1">
                <a:solidFill>
                  <a:srgbClr val="087F83"/>
                </a:solidFill>
                <a:latin typeface="Arial"/>
                <a:ea typeface="Arial"/>
                <a:cs typeface="Arial"/>
              </a:defRPr>
            </a:lvl2pPr>
            <a:lvl3pPr algn="l">
              <a:defRPr sz="1950" b="1">
                <a:solidFill>
                  <a:srgbClr val="087F83"/>
                </a:solidFill>
                <a:latin typeface="Arial"/>
                <a:ea typeface="Arial"/>
                <a:cs typeface="Arial"/>
              </a:defRPr>
            </a:lvl3pPr>
            <a:lvl4pPr algn="l">
              <a:defRPr sz="1950" b="1">
                <a:solidFill>
                  <a:srgbClr val="087F83"/>
                </a:solidFill>
                <a:latin typeface="Arial"/>
                <a:ea typeface="Arial"/>
                <a:cs typeface="Arial"/>
              </a:defRPr>
            </a:lvl4pPr>
            <a:lvl5pPr algn="l">
              <a:defRPr sz="1950" b="1">
                <a:solidFill>
                  <a:srgbClr val="087F83"/>
                </a:solidFill>
                <a:latin typeface="Arial"/>
                <a:ea typeface="Arial"/>
                <a:cs typeface="Arial"/>
              </a:defRPr>
            </a:lvl5pPr>
            <a:lvl6pPr algn="l">
              <a:defRPr sz="1950" b="1">
                <a:solidFill>
                  <a:srgbClr val="087F83"/>
                </a:solidFill>
                <a:latin typeface="Arial"/>
                <a:ea typeface="Arial"/>
                <a:cs typeface="Arial"/>
              </a:defRPr>
            </a:lvl6pPr>
            <a:lvl7pPr algn="l">
              <a:defRPr sz="1950" b="1">
                <a:solidFill>
                  <a:srgbClr val="087F83"/>
                </a:solidFill>
                <a:latin typeface="Arial"/>
                <a:ea typeface="Arial"/>
                <a:cs typeface="Arial"/>
              </a:defRPr>
            </a:lvl7pPr>
            <a:lvl8pPr algn="l">
              <a:defRPr sz="1950" b="1">
                <a:solidFill>
                  <a:srgbClr val="087F83"/>
                </a:solidFill>
                <a:latin typeface="Arial"/>
                <a:ea typeface="Arial"/>
                <a:cs typeface="Arial"/>
              </a:defRPr>
            </a:lvl8pPr>
            <a:lvl9pPr algn="l">
              <a:defRPr sz="1950" b="1">
                <a:solidFill>
                  <a:srgbClr val="087F83"/>
                </a:solidFill>
                <a:latin typeface="Arial"/>
                <a:ea typeface="Arial"/>
                <a:cs typeface="Arial"/>
              </a:defRPr>
            </a:lvl9pPr>
          </a:lstStyle>
          <a:p xmlns:a="http://schemas.openxmlformats.org/drawingml/2006/main">
            <a:pPr algn="l">
              <a:defRPr sz="1950" b="1">
                <a:solidFill>
                  <a:srgbClr val="087F83"/>
                </a:solidFill>
                <a:latin typeface="Arial"/>
                <a:ea typeface="Arial"/>
                <a:cs typeface="Arial"/>
              </a:defRPr>
            </a:pPr>
            <a:r>
              <a:rPr sz="1950" b="1">
                <a:solidFill>
                  <a:srgbClr val="087F83"/>
                </a:solidFill>
                <a:latin typeface="Arial"/>
                <a:ea typeface="Arial"/>
                <a:cs typeface="Arial"/>
              </a:rPr>
              <a:t>Toute évolution de MySQL ne change pas forcément le métier. Le risque vient des détails qu’il connaît.</a:t>
            </a:r>
          </a:p>
        </p:txBody>
      </p:sp>
    </p:spTree>
    <p:extLst>
      <p:ext uri="{BB962C8B-B14F-4D97-AF65-F5344CB8AC3E}">
        <p14:creationId xmlns:p14="http://schemas.microsoft.com/office/powerpoint/2010/main" val="1911367997"/>
      </p:ext>
    </p:extLst>
  </p:cSld>
</p:sld>
</file>

<file path=ppt/slides/slide12.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2D27D800-14D6-4EAD-9D4C-480ACF31521C}"/>
              </a:ext>
            </a:extLst>
          </p:cNvPr>
          <p:cNvCxnSpPr>
            <a:stCxn xmlns:a="http://schemas.openxmlformats.org/drawingml/2006/main" id="16" idx="0"/>
            <a:endCxn xmlns:a="http://schemas.openxmlformats.org/drawingml/2006/main" id="8" idx="2"/>
          </p:cNvCxnSpPr>
          <p:nvPr/>
        </p:nvCxnSpPr>
        <p:spPr>
          <a:xfrm xmlns:a="http://schemas.openxmlformats.org/drawingml/2006/main" flipH="1" flipV="1">
            <a:off x="12072938" y="3238500"/>
            <a:ext cx="476250" cy="1666875"/>
          </a:xfrm>
          <a:prstGeom xmlns:a="http://schemas.openxmlformats.org/drawingml/2006/main" prst="bentConnector4">
            <a:avLst>
              <a:gd name="adj1" fmla="val 0"/>
              <a:gd name="adj2" fmla="val 13714"/>
            </a:avLst>
          </a:prstGeom>
          <a:ln xmlns:a="http://schemas.openxmlformats.org/drawingml/2006/main" w="23813">
            <a:solidFill>
              <a:srgbClr val="176B91"/>
            </a:solidFill>
            <a:prstDash val="dash"/>
            <a:tailEnd type="arrow" w="med" len="med"/>
          </a:ln>
        </p:spPr>
      </p:cxnSp>
      <p:cxnSp>
        <p:nvCxnSpPr>
          <p:cNvPr id="19" name="">
            <a:extLst xmlns:a="http://schemas.openxmlformats.org/drawingml/2006/main">
              <a:ext uri="{FF2B5EF4-FFF2-40B4-BE49-F238E27FC236}">
                <a16:creationId xmlns:a16="http://schemas.microsoft.com/office/drawing/2014/main" id="{9207BB35-4238-4E99-8885-2AD60D98372B}"/>
              </a:ext>
            </a:extLst>
          </p:cNvPr>
          <p:cNvCxnSpPr>
            <a:stCxn xmlns:a="http://schemas.openxmlformats.org/drawingml/2006/main" id="13" idx="0"/>
            <a:endCxn xmlns:a="http://schemas.openxmlformats.org/drawingml/2006/main" id="8" idx="2"/>
          </p:cNvCxnSpPr>
          <p:nvPr/>
        </p:nvCxnSpPr>
        <p:spPr>
          <a:xfrm xmlns:a="http://schemas.openxmlformats.org/drawingml/2006/main" flipV="1">
            <a:off x="7953375" y="3238500"/>
            <a:ext cx="4119563" cy="1666875"/>
          </a:xfrm>
          <a:prstGeom xmlns:a="http://schemas.openxmlformats.org/drawingml/2006/main" prst="bentConnector4">
            <a:avLst>
              <a:gd name="adj1" fmla="val 0"/>
              <a:gd name="adj2" fmla="val 13714"/>
            </a:avLst>
          </a:prstGeom>
          <a:ln xmlns:a="http://schemas.openxmlformats.org/drawingml/2006/main" w="23813">
            <a:solidFill>
              <a:srgbClr val="176B91"/>
            </a:solidFill>
            <a:prstDash val="dash"/>
            <a:tailEnd type="arrow" w="med" len="med"/>
          </a:ln>
        </p:spPr>
      </p:cxnSp>
      <p:cxnSp>
        <p:nvCxnSpPr>
          <p:cNvPr id="11" name="">
            <a:extLst xmlns:a="http://schemas.openxmlformats.org/drawingml/2006/main">
              <a:ext uri="{FF2B5EF4-FFF2-40B4-BE49-F238E27FC236}">
                <a16:creationId xmlns:a16="http://schemas.microsoft.com/office/drawing/2014/main" id="{F5EC9AA2-B204-4BC8-9DBE-6F8FA2AB6189}"/>
              </a:ext>
            </a:extLst>
          </p:cNvPr>
          <p:cNvCxnSpPr>
            <a:stCxn xmlns:a="http://schemas.openxmlformats.org/drawingml/2006/main" id="5" idx="3"/>
            <a:endCxn xmlns:a="http://schemas.openxmlformats.org/drawingml/2006/main" id="8" idx="1"/>
          </p:cNvCxnSpPr>
          <p:nvPr/>
        </p:nvCxnSpPr>
        <p:spPr>
          <a:xfrm xmlns:a="http://schemas.openxmlformats.org/drawingml/2006/main">
            <a:off x="5857875" y="2619375"/>
            <a:ext cx="3667125" cy="19050"/>
          </a:xfrm>
          <a:prstGeom xmlns:a="http://schemas.openxmlformats.org/drawingml/2006/main" prst="bentConnector4">
            <a:avLst/>
          </a:prstGeom>
          <a:ln xmlns:a="http://schemas.openxmlformats.org/drawingml/2006/main" w="23813">
            <a:solidFill>
              <a:srgbClr val="176B91"/>
            </a:solidFill>
            <a:prstDash val="solid"/>
            <a:tailEnd type="arrow" w="med" len="med"/>
          </a:ln>
        </p:spPr>
      </p:cxnSp>
      <p:sp>
        <p:nvSpPr>
          <p:cNvPr id="25" name="">
            <a:extLst xmlns:a="http://schemas.openxmlformats.org/drawingml/2006/main">
              <a:ext uri="{FF2B5EF4-FFF2-40B4-BE49-F238E27FC236}">
                <a16:creationId xmlns:a16="http://schemas.microsoft.com/office/drawing/2014/main" id="{9B7D688A-71ED-40B5-8856-57898B957051}"/>
              </a:ext>
            </a:extLst>
          </p:cNvPr>
          <p:cNvSpPr>
            <a:spLocks xmlns:a="http://schemas.openxmlformats.org/drawingml/2006/main" noGrp="1"/>
          </p:cNvSpPr>
          <p:nvPr/>
        </p:nvSpPr>
        <p:spPr>
          <a:xfrm xmlns:a="http://schemas.openxmlformats.org/drawingml/2006/main">
            <a:off x="619125" y="304800"/>
            <a:ext cx="1333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087F83"/>
                </a:solidFill>
                <a:latin typeface="Arial"/>
                <a:ea typeface="Arial"/>
                <a:cs typeface="Arial"/>
              </a:defRPr>
            </a:defPPr>
            <a:lvl1pPr algn="l">
              <a:defRPr sz="1350" b="1">
                <a:solidFill>
                  <a:srgbClr val="087F83"/>
                </a:solidFill>
                <a:latin typeface="Arial"/>
                <a:ea typeface="Arial"/>
                <a:cs typeface="Arial"/>
              </a:defRPr>
            </a:lvl1pPr>
            <a:lvl2pPr algn="l">
              <a:defRPr sz="1350" b="1">
                <a:solidFill>
                  <a:srgbClr val="087F83"/>
                </a:solidFill>
                <a:latin typeface="Arial"/>
                <a:ea typeface="Arial"/>
                <a:cs typeface="Arial"/>
              </a:defRPr>
            </a:lvl2pPr>
            <a:lvl3pPr algn="l">
              <a:defRPr sz="1350" b="1">
                <a:solidFill>
                  <a:srgbClr val="087F83"/>
                </a:solidFill>
                <a:latin typeface="Arial"/>
                <a:ea typeface="Arial"/>
                <a:cs typeface="Arial"/>
              </a:defRPr>
            </a:lvl3pPr>
            <a:lvl4pPr algn="l">
              <a:defRPr sz="1350" b="1">
                <a:solidFill>
                  <a:srgbClr val="087F83"/>
                </a:solidFill>
                <a:latin typeface="Arial"/>
                <a:ea typeface="Arial"/>
                <a:cs typeface="Arial"/>
              </a:defRPr>
            </a:lvl4pPr>
            <a:lvl5pPr algn="l">
              <a:defRPr sz="1350" b="1">
                <a:solidFill>
                  <a:srgbClr val="087F83"/>
                </a:solidFill>
                <a:latin typeface="Arial"/>
                <a:ea typeface="Arial"/>
                <a:cs typeface="Arial"/>
              </a:defRPr>
            </a:lvl5pPr>
            <a:lvl6pPr algn="l">
              <a:defRPr sz="1350" b="1">
                <a:solidFill>
                  <a:srgbClr val="087F83"/>
                </a:solidFill>
                <a:latin typeface="Arial"/>
                <a:ea typeface="Arial"/>
                <a:cs typeface="Arial"/>
              </a:defRPr>
            </a:lvl6pPr>
            <a:lvl7pPr algn="l">
              <a:defRPr sz="1350" b="1">
                <a:solidFill>
                  <a:srgbClr val="087F83"/>
                </a:solidFill>
                <a:latin typeface="Arial"/>
                <a:ea typeface="Arial"/>
                <a:cs typeface="Arial"/>
              </a:defRPr>
            </a:lvl7pPr>
            <a:lvl8pPr algn="l">
              <a:defRPr sz="1350" b="1">
                <a:solidFill>
                  <a:srgbClr val="087F83"/>
                </a:solidFill>
                <a:latin typeface="Arial"/>
                <a:ea typeface="Arial"/>
                <a:cs typeface="Arial"/>
              </a:defRPr>
            </a:lvl8pPr>
            <a:lvl9pPr algn="l">
              <a:defRPr sz="1350" b="1">
                <a:solidFill>
                  <a:srgbClr val="087F83"/>
                </a:solidFill>
                <a:latin typeface="Arial"/>
                <a:ea typeface="Arial"/>
                <a:cs typeface="Arial"/>
              </a:defRPr>
            </a:lvl9pPr>
          </a:lstStyle>
          <a:p xmlns:a="http://schemas.openxmlformats.org/drawingml/2006/main">
            <a:pPr algn="l">
              <a:defRPr sz="1350" b="1">
                <a:solidFill>
                  <a:srgbClr val="087F83"/>
                </a:solidFill>
                <a:latin typeface="Arial"/>
                <a:ea typeface="Arial"/>
                <a:cs typeface="Arial"/>
              </a:defRPr>
            </a:pPr>
            <a:r>
              <a:rPr sz="1350" b="1">
                <a:solidFill>
                  <a:srgbClr val="087F83"/>
                </a:solidFill>
                <a:latin typeface="Arial"/>
                <a:ea typeface="Arial"/>
                <a:cs typeface="Arial"/>
              </a:rPr>
              <a:t>DIP • APRÈS INVERSION DES DÉPENDANCES</a:t>
            </a:r>
          </a:p>
        </p:txBody>
      </p:sp>
      <p:sp>
        <p:nvSpPr>
          <p:cNvPr id="2" name="">
            <a:extLst xmlns:a="http://schemas.openxmlformats.org/drawingml/2006/main">
              <a:ext uri="{FF2B5EF4-FFF2-40B4-BE49-F238E27FC236}">
                <a16:creationId xmlns:a16="http://schemas.microsoft.com/office/drawing/2014/main" id="{49725C8F-9212-46F9-9309-1851638132DE}"/>
              </a:ext>
            </a:extLst>
          </p:cNvPr>
          <p:cNvSpPr>
            <a:spLocks xmlns:a="http://schemas.openxmlformats.org/drawingml/2006/main" noGrp="1"/>
          </p:cNvSpPr>
          <p:nvPr/>
        </p:nvSpPr>
        <p:spPr>
          <a:xfrm xmlns:a="http://schemas.openxmlformats.org/drawingml/2006/main">
            <a:off x="619125" y="723900"/>
            <a:ext cx="1390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82F44"/>
                </a:solidFill>
                <a:latin typeface="Arial"/>
                <a:ea typeface="Arial"/>
                <a:cs typeface="Arial"/>
              </a:defRPr>
            </a:defPPr>
            <a:lvl1pPr algn="l">
              <a:defRPr sz="3300" b="1">
                <a:solidFill>
                  <a:srgbClr val="182F44"/>
                </a:solidFill>
                <a:latin typeface="Arial"/>
                <a:ea typeface="Arial"/>
                <a:cs typeface="Arial"/>
              </a:defRPr>
            </a:lvl1pPr>
            <a:lvl2pPr algn="l">
              <a:defRPr sz="3300" b="1">
                <a:solidFill>
                  <a:srgbClr val="182F44"/>
                </a:solidFill>
                <a:latin typeface="Arial"/>
                <a:ea typeface="Arial"/>
                <a:cs typeface="Arial"/>
              </a:defRPr>
            </a:lvl2pPr>
            <a:lvl3pPr algn="l">
              <a:defRPr sz="3300" b="1">
                <a:solidFill>
                  <a:srgbClr val="182F44"/>
                </a:solidFill>
                <a:latin typeface="Arial"/>
                <a:ea typeface="Arial"/>
                <a:cs typeface="Arial"/>
              </a:defRPr>
            </a:lvl3pPr>
            <a:lvl4pPr algn="l">
              <a:defRPr sz="3300" b="1">
                <a:solidFill>
                  <a:srgbClr val="182F44"/>
                </a:solidFill>
                <a:latin typeface="Arial"/>
                <a:ea typeface="Arial"/>
                <a:cs typeface="Arial"/>
              </a:defRPr>
            </a:lvl4pPr>
            <a:lvl5pPr algn="l">
              <a:defRPr sz="3300" b="1">
                <a:solidFill>
                  <a:srgbClr val="182F44"/>
                </a:solidFill>
                <a:latin typeface="Arial"/>
                <a:ea typeface="Arial"/>
                <a:cs typeface="Arial"/>
              </a:defRPr>
            </a:lvl5pPr>
            <a:lvl6pPr algn="l">
              <a:defRPr sz="3300" b="1">
                <a:solidFill>
                  <a:srgbClr val="182F44"/>
                </a:solidFill>
                <a:latin typeface="Arial"/>
                <a:ea typeface="Arial"/>
                <a:cs typeface="Arial"/>
              </a:defRPr>
            </a:lvl6pPr>
            <a:lvl7pPr algn="l">
              <a:defRPr sz="3300" b="1">
                <a:solidFill>
                  <a:srgbClr val="182F44"/>
                </a:solidFill>
                <a:latin typeface="Arial"/>
                <a:ea typeface="Arial"/>
                <a:cs typeface="Arial"/>
              </a:defRPr>
            </a:lvl7pPr>
            <a:lvl8pPr algn="l">
              <a:defRPr sz="3300" b="1">
                <a:solidFill>
                  <a:srgbClr val="182F44"/>
                </a:solidFill>
                <a:latin typeface="Arial"/>
                <a:ea typeface="Arial"/>
                <a:cs typeface="Arial"/>
              </a:defRPr>
            </a:lvl8pPr>
            <a:lvl9pPr algn="l">
              <a:defRPr sz="3300" b="1">
                <a:solidFill>
                  <a:srgbClr val="182F44"/>
                </a:solidFill>
                <a:latin typeface="Arial"/>
                <a:ea typeface="Arial"/>
                <a:cs typeface="Arial"/>
              </a:defRPr>
            </a:lvl9pPr>
          </a:lstStyle>
          <a:p xmlns:a="http://schemas.openxmlformats.org/drawingml/2006/main">
            <a:pPr algn="l">
              <a:defRPr sz="3300" b="1">
                <a:solidFill>
                  <a:srgbClr val="182F44"/>
                </a:solidFill>
                <a:latin typeface="Arial"/>
                <a:ea typeface="Arial"/>
                <a:cs typeface="Arial"/>
              </a:defRPr>
            </a:pPr>
            <a:r>
              <a:rPr sz="3300" b="1">
                <a:solidFill>
                  <a:srgbClr val="182F44"/>
                </a:solidFill>
                <a:latin typeface="Arial"/>
                <a:ea typeface="Arial"/>
                <a:cs typeface="Arial"/>
              </a:rPr>
              <a:t>Le contrat exprime le besoin du métier</a:t>
            </a:r>
          </a:p>
        </p:txBody>
      </p:sp>
      <p:sp>
        <p:nvSpPr>
          <p:cNvPr id="3" name="">
            <a:extLst xmlns:a="http://schemas.openxmlformats.org/drawingml/2006/main">
              <a:ext uri="{FF2B5EF4-FFF2-40B4-BE49-F238E27FC236}">
                <a16:creationId xmlns:a16="http://schemas.microsoft.com/office/drawing/2014/main" id="{B155CA0A-5912-4E45-9B9F-A26AB49B6531}"/>
              </a:ext>
            </a:extLst>
          </p:cNvPr>
          <p:cNvSpPr>
            <a:spLocks xmlns:a="http://schemas.openxmlformats.org/drawingml/2006/main" noGrp="1"/>
          </p:cNvSpPr>
          <p:nvPr/>
        </p:nvSpPr>
        <p:spPr>
          <a:xfrm xmlns:a="http://schemas.openxmlformats.org/drawingml/2006/main">
            <a:off x="619125" y="81438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516575"/>
                </a:solidFill>
                <a:latin typeface="Arial"/>
                <a:ea typeface="Arial"/>
                <a:cs typeface="Arial"/>
              </a:defRPr>
            </a:defPPr>
            <a:lvl1pPr algn="l">
              <a:defRPr sz="1275" b="0">
                <a:solidFill>
                  <a:srgbClr val="516575"/>
                </a:solidFill>
                <a:latin typeface="Arial"/>
                <a:ea typeface="Arial"/>
                <a:cs typeface="Arial"/>
              </a:defRPr>
            </a:lvl1pPr>
            <a:lvl2pPr algn="l">
              <a:defRPr sz="1275" b="0">
                <a:solidFill>
                  <a:srgbClr val="516575"/>
                </a:solidFill>
                <a:latin typeface="Arial"/>
                <a:ea typeface="Arial"/>
                <a:cs typeface="Arial"/>
              </a:defRPr>
            </a:lvl2pPr>
            <a:lvl3pPr algn="l">
              <a:defRPr sz="1275" b="0">
                <a:solidFill>
                  <a:srgbClr val="516575"/>
                </a:solidFill>
                <a:latin typeface="Arial"/>
                <a:ea typeface="Arial"/>
                <a:cs typeface="Arial"/>
              </a:defRPr>
            </a:lvl3pPr>
            <a:lvl4pPr algn="l">
              <a:defRPr sz="1275" b="0">
                <a:solidFill>
                  <a:srgbClr val="516575"/>
                </a:solidFill>
                <a:latin typeface="Arial"/>
                <a:ea typeface="Arial"/>
                <a:cs typeface="Arial"/>
              </a:defRPr>
            </a:lvl4pPr>
            <a:lvl5pPr algn="l">
              <a:defRPr sz="1275" b="0">
                <a:solidFill>
                  <a:srgbClr val="516575"/>
                </a:solidFill>
                <a:latin typeface="Arial"/>
                <a:ea typeface="Arial"/>
                <a:cs typeface="Arial"/>
              </a:defRPr>
            </a:lvl5pPr>
            <a:lvl6pPr algn="l">
              <a:defRPr sz="1275" b="0">
                <a:solidFill>
                  <a:srgbClr val="516575"/>
                </a:solidFill>
                <a:latin typeface="Arial"/>
                <a:ea typeface="Arial"/>
                <a:cs typeface="Arial"/>
              </a:defRPr>
            </a:lvl6pPr>
            <a:lvl7pPr algn="l">
              <a:defRPr sz="1275" b="0">
                <a:solidFill>
                  <a:srgbClr val="516575"/>
                </a:solidFill>
                <a:latin typeface="Arial"/>
                <a:ea typeface="Arial"/>
                <a:cs typeface="Arial"/>
              </a:defRPr>
            </a:lvl7pPr>
            <a:lvl8pPr algn="l">
              <a:defRPr sz="1275" b="0">
                <a:solidFill>
                  <a:srgbClr val="516575"/>
                </a:solidFill>
                <a:latin typeface="Arial"/>
                <a:ea typeface="Arial"/>
                <a:cs typeface="Arial"/>
              </a:defRPr>
            </a:lvl8pPr>
            <a:lvl9pPr algn="l">
              <a:defRPr sz="1275" b="0">
                <a:solidFill>
                  <a:srgbClr val="516575"/>
                </a:solidFill>
                <a:latin typeface="Arial"/>
                <a:ea typeface="Arial"/>
                <a:cs typeface="Arial"/>
              </a:defRPr>
            </a:lvl9pPr>
          </a:lstStyle>
          <a:p xmlns:a="http://schemas.openxmlformats.org/drawingml/2006/main">
            <a:pPr algn="l">
              <a:defRPr sz="1275" b="0">
                <a:solidFill>
                  <a:srgbClr val="516575"/>
                </a:solidFill>
                <a:latin typeface="Arial"/>
                <a:ea typeface="Arial"/>
                <a:cs typeface="Arial"/>
              </a:defRPr>
            </a:pPr>
            <a:r>
              <a:rPr sz="1275" b="0">
                <a:solidFill>
                  <a:srgbClr val="516575"/>
                </a:solidFill>
                <a:latin typeface="Arial"/>
                <a:ea typeface="Arial"/>
                <a:cs typeface="Arial"/>
              </a:rPr>
              <a:t>R304 • Qualité du développement</a:t>
            </a:r>
          </a:p>
        </p:txBody>
      </p:sp>
      <p:sp>
        <p:nvSpPr>
          <p:cNvPr id="4" name="">
            <a:extLst xmlns:a="http://schemas.openxmlformats.org/drawingml/2006/main">
              <a:ext uri="{FF2B5EF4-FFF2-40B4-BE49-F238E27FC236}">
                <a16:creationId xmlns:a16="http://schemas.microsoft.com/office/drawing/2014/main" id="{2AC11FD6-6046-4B02-89FF-09E0A7F778CB}"/>
              </a:ext>
            </a:extLst>
          </p:cNvPr>
          <p:cNvSpPr>
            <a:spLocks xmlns:a="http://schemas.openxmlformats.org/drawingml/2006/main" noGrp="1"/>
          </p:cNvSpPr>
          <p:nvPr/>
        </p:nvSpPr>
        <p:spPr>
          <a:xfrm xmlns:a="http://schemas.openxmlformats.org/drawingml/2006/main">
            <a:off x="13335000" y="8143875"/>
            <a:ext cx="1285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575"/>
                </a:solidFill>
                <a:latin typeface="Arial"/>
                <a:ea typeface="Arial"/>
                <a:cs typeface="Arial"/>
              </a:defRPr>
            </a:defPPr>
            <a:lvl1pPr algn="r">
              <a:defRPr sz="1275" b="0">
                <a:solidFill>
                  <a:srgbClr val="516575"/>
                </a:solidFill>
                <a:latin typeface="Arial"/>
                <a:ea typeface="Arial"/>
                <a:cs typeface="Arial"/>
              </a:defRPr>
            </a:lvl1pPr>
            <a:lvl2pPr algn="r">
              <a:defRPr sz="1275" b="0">
                <a:solidFill>
                  <a:srgbClr val="516575"/>
                </a:solidFill>
                <a:latin typeface="Arial"/>
                <a:ea typeface="Arial"/>
                <a:cs typeface="Arial"/>
              </a:defRPr>
            </a:lvl2pPr>
            <a:lvl3pPr algn="r">
              <a:defRPr sz="1275" b="0">
                <a:solidFill>
                  <a:srgbClr val="516575"/>
                </a:solidFill>
                <a:latin typeface="Arial"/>
                <a:ea typeface="Arial"/>
                <a:cs typeface="Arial"/>
              </a:defRPr>
            </a:lvl3pPr>
            <a:lvl4pPr algn="r">
              <a:defRPr sz="1275" b="0">
                <a:solidFill>
                  <a:srgbClr val="516575"/>
                </a:solidFill>
                <a:latin typeface="Arial"/>
                <a:ea typeface="Arial"/>
                <a:cs typeface="Arial"/>
              </a:defRPr>
            </a:lvl4pPr>
            <a:lvl5pPr algn="r">
              <a:defRPr sz="1275" b="0">
                <a:solidFill>
                  <a:srgbClr val="516575"/>
                </a:solidFill>
                <a:latin typeface="Arial"/>
                <a:ea typeface="Arial"/>
                <a:cs typeface="Arial"/>
              </a:defRPr>
            </a:lvl5pPr>
            <a:lvl6pPr algn="r">
              <a:defRPr sz="1275" b="0">
                <a:solidFill>
                  <a:srgbClr val="516575"/>
                </a:solidFill>
                <a:latin typeface="Arial"/>
                <a:ea typeface="Arial"/>
                <a:cs typeface="Arial"/>
              </a:defRPr>
            </a:lvl6pPr>
            <a:lvl7pPr algn="r">
              <a:defRPr sz="1275" b="0">
                <a:solidFill>
                  <a:srgbClr val="516575"/>
                </a:solidFill>
                <a:latin typeface="Arial"/>
                <a:ea typeface="Arial"/>
                <a:cs typeface="Arial"/>
              </a:defRPr>
            </a:lvl7pPr>
            <a:lvl8pPr algn="r">
              <a:defRPr sz="1275" b="0">
                <a:solidFill>
                  <a:srgbClr val="516575"/>
                </a:solidFill>
                <a:latin typeface="Arial"/>
                <a:ea typeface="Arial"/>
                <a:cs typeface="Arial"/>
              </a:defRPr>
            </a:lvl8pPr>
            <a:lvl9pPr algn="r">
              <a:defRPr sz="1275" b="0">
                <a:solidFill>
                  <a:srgbClr val="516575"/>
                </a:solidFill>
                <a:latin typeface="Arial"/>
                <a:ea typeface="Arial"/>
                <a:cs typeface="Arial"/>
              </a:defRPr>
            </a:lvl9pPr>
          </a:lstStyle>
          <a:p xmlns:a="http://schemas.openxmlformats.org/drawingml/2006/main">
            <a:pPr algn="r">
              <a:defRPr sz="1275" b="0">
                <a:solidFill>
                  <a:srgbClr val="516575"/>
                </a:solidFill>
                <a:latin typeface="Arial"/>
                <a:ea typeface="Arial"/>
                <a:cs typeface="Arial"/>
              </a:defRPr>
            </a:pPr>
            <a:r>
              <a:rPr sz="1275" b="0">
                <a:solidFill>
                  <a:srgbClr val="516575"/>
                </a:solidFill>
                <a:latin typeface="Arial"/>
                <a:ea typeface="Arial"/>
                <a:cs typeface="Arial"/>
              </a:rPr>
              <a:t>12 / 16</a:t>
            </a:r>
          </a:p>
        </p:txBody>
      </p:sp>
      <p:sp>
        <p:nvSpPr>
          <p:cNvPr id="5" name="">
            <a:extLst xmlns:a="http://schemas.openxmlformats.org/drawingml/2006/main">
              <a:ext uri="{FF2B5EF4-FFF2-40B4-BE49-F238E27FC236}">
                <a16:creationId xmlns:a16="http://schemas.microsoft.com/office/drawing/2014/main" id="{0FE66413-2C9A-4FBC-B340-B30D393FF633}"/>
              </a:ext>
            </a:extLst>
          </p:cNvPr>
          <p:cNvSpPr>
            <a:spLocks xmlns:a="http://schemas.openxmlformats.org/drawingml/2006/main" noGrp="1"/>
          </p:cNvSpPr>
          <p:nvPr/>
        </p:nvSpPr>
        <p:spPr>
          <a:xfrm xmlns:a="http://schemas.openxmlformats.org/drawingml/2006/main">
            <a:off x="619125" y="2000250"/>
            <a:ext cx="5238750" cy="1238250"/>
          </a:xfrm>
          <a:prstGeom xmlns:a="http://schemas.openxmlformats.org/drawingml/2006/main" prst="rect">
            <a:avLst/>
          </a:prstGeom>
          <a:solidFill xmlns:a="http://schemas.openxmlformats.org/drawingml/2006/main">
            <a:srgbClr val="E8EDF0"/>
          </a:solidFill>
          <a:ln xmlns:a="http://schemas.openxmlformats.org/drawingml/2006/main" w="14288">
            <a:solidFill>
              <a:srgbClr val="B9C7CF"/>
            </a:solidFill>
          </a:ln>
        </p:spPr>
      </p:sp>
      <p:sp>
        <p:nvSpPr>
          <p:cNvPr id="6" name="">
            <a:extLst xmlns:a="http://schemas.openxmlformats.org/drawingml/2006/main">
              <a:ext uri="{FF2B5EF4-FFF2-40B4-BE49-F238E27FC236}">
                <a16:creationId xmlns:a16="http://schemas.microsoft.com/office/drawing/2014/main" id="{8C6F48B6-39F8-469F-8514-365CE204704F}"/>
              </a:ext>
            </a:extLst>
          </p:cNvPr>
          <p:cNvSpPr>
            <a:spLocks xmlns:a="http://schemas.openxmlformats.org/drawingml/2006/main" noGrp="1"/>
          </p:cNvSpPr>
          <p:nvPr/>
        </p:nvSpPr>
        <p:spPr>
          <a:xfrm xmlns:a="http://schemas.openxmlformats.org/drawingml/2006/main">
            <a:off x="790575" y="2133600"/>
            <a:ext cx="4895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182F44"/>
                </a:solidFill>
                <a:latin typeface="Arial"/>
                <a:ea typeface="Arial"/>
                <a:cs typeface="Arial"/>
              </a:defRPr>
            </a:defPPr>
            <a:lvl1pPr algn="l">
              <a:defRPr sz="2025" b="1">
                <a:solidFill>
                  <a:srgbClr val="182F44"/>
                </a:solidFill>
                <a:latin typeface="Arial"/>
                <a:ea typeface="Arial"/>
                <a:cs typeface="Arial"/>
              </a:defRPr>
            </a:lvl1pPr>
            <a:lvl2pPr algn="l">
              <a:defRPr sz="2025" b="1">
                <a:solidFill>
                  <a:srgbClr val="182F44"/>
                </a:solidFill>
                <a:latin typeface="Arial"/>
                <a:ea typeface="Arial"/>
                <a:cs typeface="Arial"/>
              </a:defRPr>
            </a:lvl2pPr>
            <a:lvl3pPr algn="l">
              <a:defRPr sz="2025" b="1">
                <a:solidFill>
                  <a:srgbClr val="182F44"/>
                </a:solidFill>
                <a:latin typeface="Arial"/>
                <a:ea typeface="Arial"/>
                <a:cs typeface="Arial"/>
              </a:defRPr>
            </a:lvl3pPr>
            <a:lvl4pPr algn="l">
              <a:defRPr sz="2025" b="1">
                <a:solidFill>
                  <a:srgbClr val="182F44"/>
                </a:solidFill>
                <a:latin typeface="Arial"/>
                <a:ea typeface="Arial"/>
                <a:cs typeface="Arial"/>
              </a:defRPr>
            </a:lvl4pPr>
            <a:lvl5pPr algn="l">
              <a:defRPr sz="2025" b="1">
                <a:solidFill>
                  <a:srgbClr val="182F44"/>
                </a:solidFill>
                <a:latin typeface="Arial"/>
                <a:ea typeface="Arial"/>
                <a:cs typeface="Arial"/>
              </a:defRPr>
            </a:lvl5pPr>
            <a:lvl6pPr algn="l">
              <a:defRPr sz="2025" b="1">
                <a:solidFill>
                  <a:srgbClr val="182F44"/>
                </a:solidFill>
                <a:latin typeface="Arial"/>
                <a:ea typeface="Arial"/>
                <a:cs typeface="Arial"/>
              </a:defRPr>
            </a:lvl6pPr>
            <a:lvl7pPr algn="l">
              <a:defRPr sz="2025" b="1">
                <a:solidFill>
                  <a:srgbClr val="182F44"/>
                </a:solidFill>
                <a:latin typeface="Arial"/>
                <a:ea typeface="Arial"/>
                <a:cs typeface="Arial"/>
              </a:defRPr>
            </a:lvl7pPr>
            <a:lvl8pPr algn="l">
              <a:defRPr sz="2025" b="1">
                <a:solidFill>
                  <a:srgbClr val="182F44"/>
                </a:solidFill>
                <a:latin typeface="Arial"/>
                <a:ea typeface="Arial"/>
                <a:cs typeface="Arial"/>
              </a:defRPr>
            </a:lvl8pPr>
            <a:lvl9pPr algn="l">
              <a:defRPr sz="2025" b="1">
                <a:solidFill>
                  <a:srgbClr val="182F44"/>
                </a:solidFill>
                <a:latin typeface="Arial"/>
                <a:ea typeface="Arial"/>
                <a:cs typeface="Arial"/>
              </a:defRPr>
            </a:lvl9pPr>
          </a:lstStyle>
          <a:p xmlns:a="http://schemas.openxmlformats.org/drawingml/2006/main">
            <a:pPr algn="l">
              <a:defRPr sz="2025" b="1">
                <a:solidFill>
                  <a:srgbClr val="182F44"/>
                </a:solidFill>
                <a:latin typeface="Arial"/>
                <a:ea typeface="Arial"/>
                <a:cs typeface="Arial"/>
              </a:defRPr>
            </a:pPr>
            <a:r>
              <a:rPr sz="2025" b="1">
                <a:solidFill>
                  <a:srgbClr val="182F44"/>
                </a:solidFill>
                <a:latin typeface="Arial"/>
                <a:ea typeface="Arial"/>
                <a:cs typeface="Arial"/>
              </a:rPr>
              <a:t>ServiceCommande</a:t>
            </a:r>
          </a:p>
        </p:txBody>
      </p:sp>
      <p:sp>
        <p:nvSpPr>
          <p:cNvPr id="7" name="">
            <a:extLst xmlns:a="http://schemas.openxmlformats.org/drawingml/2006/main">
              <a:ext uri="{FF2B5EF4-FFF2-40B4-BE49-F238E27FC236}">
                <a16:creationId xmlns:a16="http://schemas.microsoft.com/office/drawing/2014/main" id="{AA0420A8-6467-47AB-AF40-8250BC3F51CA}"/>
              </a:ext>
            </a:extLst>
          </p:cNvPr>
          <p:cNvSpPr>
            <a:spLocks xmlns:a="http://schemas.openxmlformats.org/drawingml/2006/main" noGrp="1"/>
          </p:cNvSpPr>
          <p:nvPr/>
        </p:nvSpPr>
        <p:spPr>
          <a:xfrm xmlns:a="http://schemas.openxmlformats.org/drawingml/2006/main">
            <a:off x="790575" y="2543175"/>
            <a:ext cx="4895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F44"/>
                </a:solidFill>
                <a:latin typeface="Arial"/>
                <a:ea typeface="Arial"/>
                <a:cs typeface="Arial"/>
              </a:defRPr>
            </a:defPPr>
            <a:lvl1pPr algn="l">
              <a:defRPr sz="1800" b="0">
                <a:solidFill>
                  <a:srgbClr val="182F44"/>
                </a:solidFill>
                <a:latin typeface="Arial"/>
                <a:ea typeface="Arial"/>
                <a:cs typeface="Arial"/>
              </a:defRPr>
            </a:lvl1pPr>
            <a:lvl2pPr algn="l">
              <a:defRPr sz="1800" b="0">
                <a:solidFill>
                  <a:srgbClr val="182F44"/>
                </a:solidFill>
                <a:latin typeface="Arial"/>
                <a:ea typeface="Arial"/>
                <a:cs typeface="Arial"/>
              </a:defRPr>
            </a:lvl2pPr>
            <a:lvl3pPr algn="l">
              <a:defRPr sz="1800" b="0">
                <a:solidFill>
                  <a:srgbClr val="182F44"/>
                </a:solidFill>
                <a:latin typeface="Arial"/>
                <a:ea typeface="Arial"/>
                <a:cs typeface="Arial"/>
              </a:defRPr>
            </a:lvl3pPr>
            <a:lvl4pPr algn="l">
              <a:defRPr sz="1800" b="0">
                <a:solidFill>
                  <a:srgbClr val="182F44"/>
                </a:solidFill>
                <a:latin typeface="Arial"/>
                <a:ea typeface="Arial"/>
                <a:cs typeface="Arial"/>
              </a:defRPr>
            </a:lvl4pPr>
            <a:lvl5pPr algn="l">
              <a:defRPr sz="1800" b="0">
                <a:solidFill>
                  <a:srgbClr val="182F44"/>
                </a:solidFill>
                <a:latin typeface="Arial"/>
                <a:ea typeface="Arial"/>
                <a:cs typeface="Arial"/>
              </a:defRPr>
            </a:lvl5pPr>
            <a:lvl6pPr algn="l">
              <a:defRPr sz="1800" b="0">
                <a:solidFill>
                  <a:srgbClr val="182F44"/>
                </a:solidFill>
                <a:latin typeface="Arial"/>
                <a:ea typeface="Arial"/>
                <a:cs typeface="Arial"/>
              </a:defRPr>
            </a:lvl6pPr>
            <a:lvl7pPr algn="l">
              <a:defRPr sz="1800" b="0">
                <a:solidFill>
                  <a:srgbClr val="182F44"/>
                </a:solidFill>
                <a:latin typeface="Arial"/>
                <a:ea typeface="Arial"/>
                <a:cs typeface="Arial"/>
              </a:defRPr>
            </a:lvl7pPr>
            <a:lvl8pPr algn="l">
              <a:defRPr sz="1800" b="0">
                <a:solidFill>
                  <a:srgbClr val="182F44"/>
                </a:solidFill>
                <a:latin typeface="Arial"/>
                <a:ea typeface="Arial"/>
                <a:cs typeface="Arial"/>
              </a:defRPr>
            </a:lvl8pPr>
            <a:lvl9pPr algn="l">
              <a:defRPr sz="1800" b="0">
                <a:solidFill>
                  <a:srgbClr val="182F44"/>
                </a:solidFill>
                <a:latin typeface="Arial"/>
                <a:ea typeface="Arial"/>
                <a:cs typeface="Arial"/>
              </a:defRPr>
            </a:lvl9pPr>
          </a:lstStyle>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Valide puis demande la sauvegarde</a:t>
            </a:r>
          </a:p>
        </p:txBody>
      </p:sp>
      <p:sp>
        <p:nvSpPr>
          <p:cNvPr id="8" name="">
            <a:extLst xmlns:a="http://schemas.openxmlformats.org/drawingml/2006/main">
              <a:ext uri="{FF2B5EF4-FFF2-40B4-BE49-F238E27FC236}">
                <a16:creationId xmlns:a16="http://schemas.microsoft.com/office/drawing/2014/main" id="{6F291C44-D3F7-4406-A3E3-E78BC9695DF7}"/>
              </a:ext>
            </a:extLst>
          </p:cNvPr>
          <p:cNvSpPr>
            <a:spLocks xmlns:a="http://schemas.openxmlformats.org/drawingml/2006/main" noGrp="1"/>
          </p:cNvSpPr>
          <p:nvPr/>
        </p:nvSpPr>
        <p:spPr>
          <a:xfrm xmlns:a="http://schemas.openxmlformats.org/drawingml/2006/main">
            <a:off x="9525000" y="2000250"/>
            <a:ext cx="5095875" cy="1238250"/>
          </a:xfrm>
          <a:prstGeom xmlns:a="http://schemas.openxmlformats.org/drawingml/2006/main" prst="rect">
            <a:avLst/>
          </a:prstGeom>
          <a:solidFill xmlns:a="http://schemas.openxmlformats.org/drawingml/2006/main">
            <a:srgbClr val="E8EDF0"/>
          </a:solidFill>
          <a:ln xmlns:a="http://schemas.openxmlformats.org/drawingml/2006/main" w="14288">
            <a:solidFill>
              <a:srgbClr val="B9C7CF"/>
            </a:solidFill>
          </a:ln>
        </p:spPr>
      </p:sp>
      <p:sp>
        <p:nvSpPr>
          <p:cNvPr id="9" name="">
            <a:extLst xmlns:a="http://schemas.openxmlformats.org/drawingml/2006/main">
              <a:ext uri="{FF2B5EF4-FFF2-40B4-BE49-F238E27FC236}">
                <a16:creationId xmlns:a16="http://schemas.microsoft.com/office/drawing/2014/main" id="{8C585495-384A-4D9A-9EF1-64D974D9ABFA}"/>
              </a:ext>
            </a:extLst>
          </p:cNvPr>
          <p:cNvSpPr>
            <a:spLocks xmlns:a="http://schemas.openxmlformats.org/drawingml/2006/main" noGrp="1"/>
          </p:cNvSpPr>
          <p:nvPr/>
        </p:nvSpPr>
        <p:spPr>
          <a:xfrm xmlns:a="http://schemas.openxmlformats.org/drawingml/2006/main">
            <a:off x="9696450" y="2133600"/>
            <a:ext cx="47529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182F44"/>
                </a:solidFill>
                <a:latin typeface="Arial"/>
                <a:ea typeface="Arial"/>
                <a:cs typeface="Arial"/>
              </a:defRPr>
            </a:defPPr>
            <a:lvl1pPr algn="l">
              <a:defRPr sz="2025" b="1">
                <a:solidFill>
                  <a:srgbClr val="182F44"/>
                </a:solidFill>
                <a:latin typeface="Arial"/>
                <a:ea typeface="Arial"/>
                <a:cs typeface="Arial"/>
              </a:defRPr>
            </a:lvl1pPr>
            <a:lvl2pPr algn="l">
              <a:defRPr sz="2025" b="1">
                <a:solidFill>
                  <a:srgbClr val="182F44"/>
                </a:solidFill>
                <a:latin typeface="Arial"/>
                <a:ea typeface="Arial"/>
                <a:cs typeface="Arial"/>
              </a:defRPr>
            </a:lvl2pPr>
            <a:lvl3pPr algn="l">
              <a:defRPr sz="2025" b="1">
                <a:solidFill>
                  <a:srgbClr val="182F44"/>
                </a:solidFill>
                <a:latin typeface="Arial"/>
                <a:ea typeface="Arial"/>
                <a:cs typeface="Arial"/>
              </a:defRPr>
            </a:lvl3pPr>
            <a:lvl4pPr algn="l">
              <a:defRPr sz="2025" b="1">
                <a:solidFill>
                  <a:srgbClr val="182F44"/>
                </a:solidFill>
                <a:latin typeface="Arial"/>
                <a:ea typeface="Arial"/>
                <a:cs typeface="Arial"/>
              </a:defRPr>
            </a:lvl4pPr>
            <a:lvl5pPr algn="l">
              <a:defRPr sz="2025" b="1">
                <a:solidFill>
                  <a:srgbClr val="182F44"/>
                </a:solidFill>
                <a:latin typeface="Arial"/>
                <a:ea typeface="Arial"/>
                <a:cs typeface="Arial"/>
              </a:defRPr>
            </a:lvl5pPr>
            <a:lvl6pPr algn="l">
              <a:defRPr sz="2025" b="1">
                <a:solidFill>
                  <a:srgbClr val="182F44"/>
                </a:solidFill>
                <a:latin typeface="Arial"/>
                <a:ea typeface="Arial"/>
                <a:cs typeface="Arial"/>
              </a:defRPr>
            </a:lvl6pPr>
            <a:lvl7pPr algn="l">
              <a:defRPr sz="2025" b="1">
                <a:solidFill>
                  <a:srgbClr val="182F44"/>
                </a:solidFill>
                <a:latin typeface="Arial"/>
                <a:ea typeface="Arial"/>
                <a:cs typeface="Arial"/>
              </a:defRPr>
            </a:lvl7pPr>
            <a:lvl8pPr algn="l">
              <a:defRPr sz="2025" b="1">
                <a:solidFill>
                  <a:srgbClr val="182F44"/>
                </a:solidFill>
                <a:latin typeface="Arial"/>
                <a:ea typeface="Arial"/>
                <a:cs typeface="Arial"/>
              </a:defRPr>
            </a:lvl8pPr>
            <a:lvl9pPr algn="l">
              <a:defRPr sz="2025" b="1">
                <a:solidFill>
                  <a:srgbClr val="182F44"/>
                </a:solidFill>
                <a:latin typeface="Arial"/>
                <a:ea typeface="Arial"/>
                <a:cs typeface="Arial"/>
              </a:defRPr>
            </a:lvl9pPr>
          </a:lstStyle>
          <a:p xmlns:a="http://schemas.openxmlformats.org/drawingml/2006/main">
            <a:pPr algn="l">
              <a:defRPr sz="2025" b="1">
                <a:solidFill>
                  <a:srgbClr val="182F44"/>
                </a:solidFill>
                <a:latin typeface="Arial"/>
                <a:ea typeface="Arial"/>
                <a:cs typeface="Arial"/>
              </a:defRPr>
            </a:pPr>
            <a:r>
              <a:rPr sz="2025" b="1">
                <a:solidFill>
                  <a:srgbClr val="182F44"/>
                </a:solidFill>
                <a:latin typeface="Arial"/>
                <a:ea typeface="Arial"/>
                <a:cs typeface="Arial"/>
              </a:rPr>
              <a:t>IEcritureCommandes</a:t>
            </a:r>
          </a:p>
        </p:txBody>
      </p:sp>
      <p:sp>
        <p:nvSpPr>
          <p:cNvPr id="10" name="">
            <a:extLst xmlns:a="http://schemas.openxmlformats.org/drawingml/2006/main">
              <a:ext uri="{FF2B5EF4-FFF2-40B4-BE49-F238E27FC236}">
                <a16:creationId xmlns:a16="http://schemas.microsoft.com/office/drawing/2014/main" id="{894CE6AF-736E-46C2-A5A8-B13FABBB8C0F}"/>
              </a:ext>
            </a:extLst>
          </p:cNvPr>
          <p:cNvSpPr>
            <a:spLocks xmlns:a="http://schemas.openxmlformats.org/drawingml/2006/main" noGrp="1"/>
          </p:cNvSpPr>
          <p:nvPr/>
        </p:nvSpPr>
        <p:spPr>
          <a:xfrm xmlns:a="http://schemas.openxmlformats.org/drawingml/2006/main">
            <a:off x="9696450" y="2543175"/>
            <a:ext cx="47529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F44"/>
                </a:solidFill>
                <a:latin typeface="Arial"/>
                <a:ea typeface="Arial"/>
                <a:cs typeface="Arial"/>
              </a:defRPr>
            </a:defPPr>
            <a:lvl1pPr algn="l">
              <a:defRPr sz="1800" b="0">
                <a:solidFill>
                  <a:srgbClr val="182F44"/>
                </a:solidFill>
                <a:latin typeface="Arial"/>
                <a:ea typeface="Arial"/>
                <a:cs typeface="Arial"/>
              </a:defRPr>
            </a:lvl1pPr>
            <a:lvl2pPr algn="l">
              <a:defRPr sz="1800" b="0">
                <a:solidFill>
                  <a:srgbClr val="182F44"/>
                </a:solidFill>
                <a:latin typeface="Arial"/>
                <a:ea typeface="Arial"/>
                <a:cs typeface="Arial"/>
              </a:defRPr>
            </a:lvl2pPr>
            <a:lvl3pPr algn="l">
              <a:defRPr sz="1800" b="0">
                <a:solidFill>
                  <a:srgbClr val="182F44"/>
                </a:solidFill>
                <a:latin typeface="Arial"/>
                <a:ea typeface="Arial"/>
                <a:cs typeface="Arial"/>
              </a:defRPr>
            </a:lvl3pPr>
            <a:lvl4pPr algn="l">
              <a:defRPr sz="1800" b="0">
                <a:solidFill>
                  <a:srgbClr val="182F44"/>
                </a:solidFill>
                <a:latin typeface="Arial"/>
                <a:ea typeface="Arial"/>
                <a:cs typeface="Arial"/>
              </a:defRPr>
            </a:lvl4pPr>
            <a:lvl5pPr algn="l">
              <a:defRPr sz="1800" b="0">
                <a:solidFill>
                  <a:srgbClr val="182F44"/>
                </a:solidFill>
                <a:latin typeface="Arial"/>
                <a:ea typeface="Arial"/>
                <a:cs typeface="Arial"/>
              </a:defRPr>
            </a:lvl5pPr>
            <a:lvl6pPr algn="l">
              <a:defRPr sz="1800" b="0">
                <a:solidFill>
                  <a:srgbClr val="182F44"/>
                </a:solidFill>
                <a:latin typeface="Arial"/>
                <a:ea typeface="Arial"/>
                <a:cs typeface="Arial"/>
              </a:defRPr>
            </a:lvl6pPr>
            <a:lvl7pPr algn="l">
              <a:defRPr sz="1800" b="0">
                <a:solidFill>
                  <a:srgbClr val="182F44"/>
                </a:solidFill>
                <a:latin typeface="Arial"/>
                <a:ea typeface="Arial"/>
                <a:cs typeface="Arial"/>
              </a:defRPr>
            </a:lvl7pPr>
            <a:lvl8pPr algn="l">
              <a:defRPr sz="1800" b="0">
                <a:solidFill>
                  <a:srgbClr val="182F44"/>
                </a:solidFill>
                <a:latin typeface="Arial"/>
                <a:ea typeface="Arial"/>
                <a:cs typeface="Arial"/>
              </a:defRPr>
            </a:lvl8pPr>
            <a:lvl9pPr algn="l">
              <a:defRPr sz="1800" b="0">
                <a:solidFill>
                  <a:srgbClr val="182F44"/>
                </a:solidFill>
                <a:latin typeface="Arial"/>
                <a:ea typeface="Arial"/>
                <a:cs typeface="Arial"/>
              </a:defRPr>
            </a:lvl9pPr>
          </a:lstStyle>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Enregistrer(Commande c)</a:t>
            </a:r>
          </a:p>
        </p:txBody>
      </p:sp>
      <p:sp>
        <p:nvSpPr>
          <p:cNvPr id="12" name="">
            <a:extLst xmlns:a="http://schemas.openxmlformats.org/drawingml/2006/main">
              <a:ext uri="{FF2B5EF4-FFF2-40B4-BE49-F238E27FC236}">
                <a16:creationId xmlns:a16="http://schemas.microsoft.com/office/drawing/2014/main" id="{D9A76FE1-A2A2-4604-85B9-D56C9EED9535}"/>
              </a:ext>
            </a:extLst>
          </p:cNvPr>
          <p:cNvSpPr>
            <a:spLocks xmlns:a="http://schemas.openxmlformats.org/drawingml/2006/main" noGrp="1"/>
          </p:cNvSpPr>
          <p:nvPr/>
        </p:nvSpPr>
        <p:spPr>
          <a:xfrm xmlns:a="http://schemas.openxmlformats.org/drawingml/2006/main">
            <a:off x="7143750" y="21907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76B91"/>
                </a:solidFill>
                <a:latin typeface="Arial"/>
                <a:ea typeface="Arial"/>
                <a:cs typeface="Arial"/>
              </a:defRPr>
            </a:defPPr>
            <a:lvl1pPr algn="l">
              <a:defRPr sz="1800" b="0">
                <a:solidFill>
                  <a:srgbClr val="176B91"/>
                </a:solidFill>
                <a:latin typeface="Arial"/>
                <a:ea typeface="Arial"/>
                <a:cs typeface="Arial"/>
              </a:defRPr>
            </a:lvl1pPr>
            <a:lvl2pPr algn="l">
              <a:defRPr sz="1800" b="0">
                <a:solidFill>
                  <a:srgbClr val="176B91"/>
                </a:solidFill>
                <a:latin typeface="Arial"/>
                <a:ea typeface="Arial"/>
                <a:cs typeface="Arial"/>
              </a:defRPr>
            </a:lvl2pPr>
            <a:lvl3pPr algn="l">
              <a:defRPr sz="1800" b="0">
                <a:solidFill>
                  <a:srgbClr val="176B91"/>
                </a:solidFill>
                <a:latin typeface="Arial"/>
                <a:ea typeface="Arial"/>
                <a:cs typeface="Arial"/>
              </a:defRPr>
            </a:lvl3pPr>
            <a:lvl4pPr algn="l">
              <a:defRPr sz="1800" b="0">
                <a:solidFill>
                  <a:srgbClr val="176B91"/>
                </a:solidFill>
                <a:latin typeface="Arial"/>
                <a:ea typeface="Arial"/>
                <a:cs typeface="Arial"/>
              </a:defRPr>
            </a:lvl4pPr>
            <a:lvl5pPr algn="l">
              <a:defRPr sz="1800" b="0">
                <a:solidFill>
                  <a:srgbClr val="176B91"/>
                </a:solidFill>
                <a:latin typeface="Arial"/>
                <a:ea typeface="Arial"/>
                <a:cs typeface="Arial"/>
              </a:defRPr>
            </a:lvl5pPr>
            <a:lvl6pPr algn="l">
              <a:defRPr sz="1800" b="0">
                <a:solidFill>
                  <a:srgbClr val="176B91"/>
                </a:solidFill>
                <a:latin typeface="Arial"/>
                <a:ea typeface="Arial"/>
                <a:cs typeface="Arial"/>
              </a:defRPr>
            </a:lvl6pPr>
            <a:lvl7pPr algn="l">
              <a:defRPr sz="1800" b="0">
                <a:solidFill>
                  <a:srgbClr val="176B91"/>
                </a:solidFill>
                <a:latin typeface="Arial"/>
                <a:ea typeface="Arial"/>
                <a:cs typeface="Arial"/>
              </a:defRPr>
            </a:lvl7pPr>
            <a:lvl8pPr algn="l">
              <a:defRPr sz="1800" b="0">
                <a:solidFill>
                  <a:srgbClr val="176B91"/>
                </a:solidFill>
                <a:latin typeface="Arial"/>
                <a:ea typeface="Arial"/>
                <a:cs typeface="Arial"/>
              </a:defRPr>
            </a:lvl8pPr>
            <a:lvl9pPr algn="l">
              <a:defRPr sz="1800" b="0">
                <a:solidFill>
                  <a:srgbClr val="176B91"/>
                </a:solidFill>
                <a:latin typeface="Arial"/>
                <a:ea typeface="Arial"/>
                <a:cs typeface="Arial"/>
              </a:defRPr>
            </a:lvl9pPr>
          </a:lstStyle>
          <a:p xmlns:a="http://schemas.openxmlformats.org/drawingml/2006/main">
            <a:pPr algn="l">
              <a:defRPr sz="1800" b="0">
                <a:solidFill>
                  <a:srgbClr val="176B91"/>
                </a:solidFill>
                <a:latin typeface="Arial"/>
                <a:ea typeface="Arial"/>
                <a:cs typeface="Arial"/>
              </a:defRPr>
            </a:pPr>
            <a:r>
              <a:rPr sz="1800" b="0">
                <a:solidFill>
                  <a:srgbClr val="176B91"/>
                </a:solidFill>
                <a:latin typeface="Arial"/>
                <a:ea typeface="Arial"/>
                <a:cs typeface="Arial"/>
              </a:rPr>
              <a:t>utilise</a:t>
            </a:r>
          </a:p>
        </p:txBody>
      </p:sp>
      <p:sp>
        <p:nvSpPr>
          <p:cNvPr id="13" name="">
            <a:extLst xmlns:a="http://schemas.openxmlformats.org/drawingml/2006/main">
              <a:ext uri="{FF2B5EF4-FFF2-40B4-BE49-F238E27FC236}">
                <a16:creationId xmlns:a16="http://schemas.microsoft.com/office/drawing/2014/main" id="{9207A921-2783-4169-94DD-0D792C6E33F8}"/>
              </a:ext>
            </a:extLst>
          </p:cNvPr>
          <p:cNvSpPr>
            <a:spLocks xmlns:a="http://schemas.openxmlformats.org/drawingml/2006/main" noGrp="1"/>
          </p:cNvSpPr>
          <p:nvPr/>
        </p:nvSpPr>
        <p:spPr>
          <a:xfrm xmlns:a="http://schemas.openxmlformats.org/drawingml/2006/main">
            <a:off x="5905500" y="4905375"/>
            <a:ext cx="4095750" cy="1238250"/>
          </a:xfrm>
          <a:prstGeom xmlns:a="http://schemas.openxmlformats.org/drawingml/2006/main" prst="rect">
            <a:avLst/>
          </a:prstGeom>
          <a:solidFill xmlns:a="http://schemas.openxmlformats.org/drawingml/2006/main">
            <a:srgbClr val="E8EDF0"/>
          </a:solidFill>
          <a:ln xmlns:a="http://schemas.openxmlformats.org/drawingml/2006/main" w="14288">
            <a:solidFill>
              <a:srgbClr val="B9C7CF"/>
            </a:solidFill>
          </a:ln>
        </p:spPr>
      </p:sp>
      <p:sp>
        <p:nvSpPr>
          <p:cNvPr id="14" name="">
            <a:extLst xmlns:a="http://schemas.openxmlformats.org/drawingml/2006/main">
              <a:ext uri="{FF2B5EF4-FFF2-40B4-BE49-F238E27FC236}">
                <a16:creationId xmlns:a16="http://schemas.microsoft.com/office/drawing/2014/main" id="{58AB94F3-C484-44BA-BF7F-DFFE3B0D161F}"/>
              </a:ext>
            </a:extLst>
          </p:cNvPr>
          <p:cNvSpPr>
            <a:spLocks xmlns:a="http://schemas.openxmlformats.org/drawingml/2006/main" noGrp="1"/>
          </p:cNvSpPr>
          <p:nvPr/>
        </p:nvSpPr>
        <p:spPr>
          <a:xfrm xmlns:a="http://schemas.openxmlformats.org/drawingml/2006/main">
            <a:off x="6076950" y="5038725"/>
            <a:ext cx="3752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182F44"/>
                </a:solidFill>
                <a:latin typeface="Arial"/>
                <a:ea typeface="Arial"/>
                <a:cs typeface="Arial"/>
              </a:defRPr>
            </a:defPPr>
            <a:lvl1pPr algn="l">
              <a:defRPr sz="1725" b="1">
                <a:solidFill>
                  <a:srgbClr val="182F44"/>
                </a:solidFill>
                <a:latin typeface="Arial"/>
                <a:ea typeface="Arial"/>
                <a:cs typeface="Arial"/>
              </a:defRPr>
            </a:lvl1pPr>
            <a:lvl2pPr algn="l">
              <a:defRPr sz="1725" b="1">
                <a:solidFill>
                  <a:srgbClr val="182F44"/>
                </a:solidFill>
                <a:latin typeface="Arial"/>
                <a:ea typeface="Arial"/>
                <a:cs typeface="Arial"/>
              </a:defRPr>
            </a:lvl2pPr>
            <a:lvl3pPr algn="l">
              <a:defRPr sz="1725" b="1">
                <a:solidFill>
                  <a:srgbClr val="182F44"/>
                </a:solidFill>
                <a:latin typeface="Arial"/>
                <a:ea typeface="Arial"/>
                <a:cs typeface="Arial"/>
              </a:defRPr>
            </a:lvl3pPr>
            <a:lvl4pPr algn="l">
              <a:defRPr sz="1725" b="1">
                <a:solidFill>
                  <a:srgbClr val="182F44"/>
                </a:solidFill>
                <a:latin typeface="Arial"/>
                <a:ea typeface="Arial"/>
                <a:cs typeface="Arial"/>
              </a:defRPr>
            </a:lvl4pPr>
            <a:lvl5pPr algn="l">
              <a:defRPr sz="1725" b="1">
                <a:solidFill>
                  <a:srgbClr val="182F44"/>
                </a:solidFill>
                <a:latin typeface="Arial"/>
                <a:ea typeface="Arial"/>
                <a:cs typeface="Arial"/>
              </a:defRPr>
            </a:lvl5pPr>
            <a:lvl6pPr algn="l">
              <a:defRPr sz="1725" b="1">
                <a:solidFill>
                  <a:srgbClr val="182F44"/>
                </a:solidFill>
                <a:latin typeface="Arial"/>
                <a:ea typeface="Arial"/>
                <a:cs typeface="Arial"/>
              </a:defRPr>
            </a:lvl6pPr>
            <a:lvl7pPr algn="l">
              <a:defRPr sz="1725" b="1">
                <a:solidFill>
                  <a:srgbClr val="182F44"/>
                </a:solidFill>
                <a:latin typeface="Arial"/>
                <a:ea typeface="Arial"/>
                <a:cs typeface="Arial"/>
              </a:defRPr>
            </a:lvl7pPr>
            <a:lvl8pPr algn="l">
              <a:defRPr sz="1725" b="1">
                <a:solidFill>
                  <a:srgbClr val="182F44"/>
                </a:solidFill>
                <a:latin typeface="Arial"/>
                <a:ea typeface="Arial"/>
                <a:cs typeface="Arial"/>
              </a:defRPr>
            </a:lvl8pPr>
            <a:lvl9pPr algn="l">
              <a:defRPr sz="1725" b="1">
                <a:solidFill>
                  <a:srgbClr val="182F44"/>
                </a:solidFill>
                <a:latin typeface="Arial"/>
                <a:ea typeface="Arial"/>
                <a:cs typeface="Arial"/>
              </a:defRPr>
            </a:lvl9pPr>
          </a:lstStyle>
          <a:p xmlns:a="http://schemas.openxmlformats.org/drawingml/2006/main">
            <a:pPr algn="l">
              <a:defRPr sz="1725" b="1">
                <a:solidFill>
                  <a:srgbClr val="182F44"/>
                </a:solidFill>
                <a:latin typeface="Arial"/>
                <a:ea typeface="Arial"/>
                <a:cs typeface="Arial"/>
              </a:defRPr>
            </a:pPr>
            <a:r>
              <a:rPr sz="1725" b="1">
                <a:solidFill>
                  <a:srgbClr val="182F44"/>
                </a:solidFill>
                <a:latin typeface="Arial"/>
                <a:ea typeface="Arial"/>
                <a:cs typeface="Arial"/>
              </a:rPr>
              <a:t>StockageMySQL</a:t>
            </a:r>
          </a:p>
        </p:txBody>
      </p:sp>
      <p:sp>
        <p:nvSpPr>
          <p:cNvPr id="15" name="">
            <a:extLst xmlns:a="http://schemas.openxmlformats.org/drawingml/2006/main">
              <a:ext uri="{FF2B5EF4-FFF2-40B4-BE49-F238E27FC236}">
                <a16:creationId xmlns:a16="http://schemas.microsoft.com/office/drawing/2014/main" id="{59546921-FE4A-4F94-BD66-A0D6CC2B8879}"/>
              </a:ext>
            </a:extLst>
          </p:cNvPr>
          <p:cNvSpPr>
            <a:spLocks xmlns:a="http://schemas.openxmlformats.org/drawingml/2006/main" noGrp="1"/>
          </p:cNvSpPr>
          <p:nvPr/>
        </p:nvSpPr>
        <p:spPr>
          <a:xfrm xmlns:a="http://schemas.openxmlformats.org/drawingml/2006/main">
            <a:off x="6076950" y="5448300"/>
            <a:ext cx="3752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F44"/>
                </a:solidFill>
                <a:latin typeface="Arial"/>
                <a:ea typeface="Arial"/>
                <a:cs typeface="Arial"/>
              </a:defRPr>
            </a:defPPr>
            <a:lvl1pPr algn="l">
              <a:defRPr sz="1800" b="0">
                <a:solidFill>
                  <a:srgbClr val="182F44"/>
                </a:solidFill>
                <a:latin typeface="Arial"/>
                <a:ea typeface="Arial"/>
                <a:cs typeface="Arial"/>
              </a:defRPr>
            </a:lvl1pPr>
            <a:lvl2pPr algn="l">
              <a:defRPr sz="1800" b="0">
                <a:solidFill>
                  <a:srgbClr val="182F44"/>
                </a:solidFill>
                <a:latin typeface="Arial"/>
                <a:ea typeface="Arial"/>
                <a:cs typeface="Arial"/>
              </a:defRPr>
            </a:lvl2pPr>
            <a:lvl3pPr algn="l">
              <a:defRPr sz="1800" b="0">
                <a:solidFill>
                  <a:srgbClr val="182F44"/>
                </a:solidFill>
                <a:latin typeface="Arial"/>
                <a:ea typeface="Arial"/>
                <a:cs typeface="Arial"/>
              </a:defRPr>
            </a:lvl3pPr>
            <a:lvl4pPr algn="l">
              <a:defRPr sz="1800" b="0">
                <a:solidFill>
                  <a:srgbClr val="182F44"/>
                </a:solidFill>
                <a:latin typeface="Arial"/>
                <a:ea typeface="Arial"/>
                <a:cs typeface="Arial"/>
              </a:defRPr>
            </a:lvl4pPr>
            <a:lvl5pPr algn="l">
              <a:defRPr sz="1800" b="0">
                <a:solidFill>
                  <a:srgbClr val="182F44"/>
                </a:solidFill>
                <a:latin typeface="Arial"/>
                <a:ea typeface="Arial"/>
                <a:cs typeface="Arial"/>
              </a:defRPr>
            </a:lvl5pPr>
            <a:lvl6pPr algn="l">
              <a:defRPr sz="1800" b="0">
                <a:solidFill>
                  <a:srgbClr val="182F44"/>
                </a:solidFill>
                <a:latin typeface="Arial"/>
                <a:ea typeface="Arial"/>
                <a:cs typeface="Arial"/>
              </a:defRPr>
            </a:lvl6pPr>
            <a:lvl7pPr algn="l">
              <a:defRPr sz="1800" b="0">
                <a:solidFill>
                  <a:srgbClr val="182F44"/>
                </a:solidFill>
                <a:latin typeface="Arial"/>
                <a:ea typeface="Arial"/>
                <a:cs typeface="Arial"/>
              </a:defRPr>
            </a:lvl7pPr>
            <a:lvl8pPr algn="l">
              <a:defRPr sz="1800" b="0">
                <a:solidFill>
                  <a:srgbClr val="182F44"/>
                </a:solidFill>
                <a:latin typeface="Arial"/>
                <a:ea typeface="Arial"/>
                <a:cs typeface="Arial"/>
              </a:defRPr>
            </a:lvl8pPr>
            <a:lvl9pPr algn="l">
              <a:defRPr sz="1800" b="0">
                <a:solidFill>
                  <a:srgbClr val="182F44"/>
                </a:solidFill>
                <a:latin typeface="Arial"/>
                <a:ea typeface="Arial"/>
                <a:cs typeface="Arial"/>
              </a:defRPr>
            </a:lvl9pPr>
          </a:lstStyle>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Implémentation technique</a:t>
            </a:r>
          </a:p>
        </p:txBody>
      </p:sp>
      <p:sp>
        <p:nvSpPr>
          <p:cNvPr id="16" name="">
            <a:extLst xmlns:a="http://schemas.openxmlformats.org/drawingml/2006/main">
              <a:ext uri="{FF2B5EF4-FFF2-40B4-BE49-F238E27FC236}">
                <a16:creationId xmlns:a16="http://schemas.microsoft.com/office/drawing/2014/main" id="{896080B8-B5A1-4E9A-BD9E-C90E4012763B}"/>
              </a:ext>
            </a:extLst>
          </p:cNvPr>
          <p:cNvSpPr>
            <a:spLocks xmlns:a="http://schemas.openxmlformats.org/drawingml/2006/main" noGrp="1"/>
          </p:cNvSpPr>
          <p:nvPr/>
        </p:nvSpPr>
        <p:spPr>
          <a:xfrm xmlns:a="http://schemas.openxmlformats.org/drawingml/2006/main">
            <a:off x="10477500" y="4905375"/>
            <a:ext cx="4143375" cy="1238250"/>
          </a:xfrm>
          <a:prstGeom xmlns:a="http://schemas.openxmlformats.org/drawingml/2006/main" prst="rect">
            <a:avLst/>
          </a:prstGeom>
          <a:solidFill xmlns:a="http://schemas.openxmlformats.org/drawingml/2006/main">
            <a:srgbClr val="E5F3EA"/>
          </a:solidFill>
          <a:ln xmlns:a="http://schemas.openxmlformats.org/drawingml/2006/main" w="14288">
            <a:solidFill>
              <a:srgbClr val="217046"/>
            </a:solidFill>
          </a:ln>
        </p:spPr>
      </p:sp>
      <p:sp>
        <p:nvSpPr>
          <p:cNvPr id="17" name="">
            <a:extLst xmlns:a="http://schemas.openxmlformats.org/drawingml/2006/main">
              <a:ext uri="{FF2B5EF4-FFF2-40B4-BE49-F238E27FC236}">
                <a16:creationId xmlns:a16="http://schemas.microsoft.com/office/drawing/2014/main" id="{4C94FA20-1BF7-4596-8EA2-13BA85C8A0A1}"/>
              </a:ext>
            </a:extLst>
          </p:cNvPr>
          <p:cNvSpPr>
            <a:spLocks xmlns:a="http://schemas.openxmlformats.org/drawingml/2006/main" noGrp="1"/>
          </p:cNvSpPr>
          <p:nvPr/>
        </p:nvSpPr>
        <p:spPr>
          <a:xfrm xmlns:a="http://schemas.openxmlformats.org/drawingml/2006/main">
            <a:off x="10648950" y="5038725"/>
            <a:ext cx="38004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217046"/>
                </a:solidFill>
                <a:latin typeface="Arial"/>
                <a:ea typeface="Arial"/>
                <a:cs typeface="Arial"/>
              </a:defRPr>
            </a:defPPr>
            <a:lvl1pPr algn="l">
              <a:defRPr sz="1725" b="1">
                <a:solidFill>
                  <a:srgbClr val="217046"/>
                </a:solidFill>
                <a:latin typeface="Arial"/>
                <a:ea typeface="Arial"/>
                <a:cs typeface="Arial"/>
              </a:defRPr>
            </a:lvl1pPr>
            <a:lvl2pPr algn="l">
              <a:defRPr sz="1725" b="1">
                <a:solidFill>
                  <a:srgbClr val="217046"/>
                </a:solidFill>
                <a:latin typeface="Arial"/>
                <a:ea typeface="Arial"/>
                <a:cs typeface="Arial"/>
              </a:defRPr>
            </a:lvl2pPr>
            <a:lvl3pPr algn="l">
              <a:defRPr sz="1725" b="1">
                <a:solidFill>
                  <a:srgbClr val="217046"/>
                </a:solidFill>
                <a:latin typeface="Arial"/>
                <a:ea typeface="Arial"/>
                <a:cs typeface="Arial"/>
              </a:defRPr>
            </a:lvl3pPr>
            <a:lvl4pPr algn="l">
              <a:defRPr sz="1725" b="1">
                <a:solidFill>
                  <a:srgbClr val="217046"/>
                </a:solidFill>
                <a:latin typeface="Arial"/>
                <a:ea typeface="Arial"/>
                <a:cs typeface="Arial"/>
              </a:defRPr>
            </a:lvl4pPr>
            <a:lvl5pPr algn="l">
              <a:defRPr sz="1725" b="1">
                <a:solidFill>
                  <a:srgbClr val="217046"/>
                </a:solidFill>
                <a:latin typeface="Arial"/>
                <a:ea typeface="Arial"/>
                <a:cs typeface="Arial"/>
              </a:defRPr>
            </a:lvl5pPr>
            <a:lvl6pPr algn="l">
              <a:defRPr sz="1725" b="1">
                <a:solidFill>
                  <a:srgbClr val="217046"/>
                </a:solidFill>
                <a:latin typeface="Arial"/>
                <a:ea typeface="Arial"/>
                <a:cs typeface="Arial"/>
              </a:defRPr>
            </a:lvl6pPr>
            <a:lvl7pPr algn="l">
              <a:defRPr sz="1725" b="1">
                <a:solidFill>
                  <a:srgbClr val="217046"/>
                </a:solidFill>
                <a:latin typeface="Arial"/>
                <a:ea typeface="Arial"/>
                <a:cs typeface="Arial"/>
              </a:defRPr>
            </a:lvl7pPr>
            <a:lvl8pPr algn="l">
              <a:defRPr sz="1725" b="1">
                <a:solidFill>
                  <a:srgbClr val="217046"/>
                </a:solidFill>
                <a:latin typeface="Arial"/>
                <a:ea typeface="Arial"/>
                <a:cs typeface="Arial"/>
              </a:defRPr>
            </a:lvl8pPr>
            <a:lvl9pPr algn="l">
              <a:defRPr sz="1725" b="1">
                <a:solidFill>
                  <a:srgbClr val="217046"/>
                </a:solidFill>
                <a:latin typeface="Arial"/>
                <a:ea typeface="Arial"/>
                <a:cs typeface="Arial"/>
              </a:defRPr>
            </a:lvl9pPr>
          </a:lstStyle>
          <a:p xmlns:a="http://schemas.openxmlformats.org/drawingml/2006/main">
            <a:pPr algn="l">
              <a:defRPr sz="1725" b="1">
                <a:solidFill>
                  <a:srgbClr val="217046"/>
                </a:solidFill>
                <a:latin typeface="Arial"/>
                <a:ea typeface="Arial"/>
                <a:cs typeface="Arial"/>
              </a:defRPr>
            </a:pPr>
            <a:r>
              <a:rPr sz="1725" b="1">
                <a:solidFill>
                  <a:srgbClr val="217046"/>
                </a:solidFill>
                <a:latin typeface="Arial"/>
                <a:ea typeface="Arial"/>
                <a:cs typeface="Arial"/>
              </a:rPr>
              <a:t>StockagePostgreSQL</a:t>
            </a:r>
          </a:p>
        </p:txBody>
      </p:sp>
      <p:sp>
        <p:nvSpPr>
          <p:cNvPr id="18" name="">
            <a:extLst xmlns:a="http://schemas.openxmlformats.org/drawingml/2006/main">
              <a:ext uri="{FF2B5EF4-FFF2-40B4-BE49-F238E27FC236}">
                <a16:creationId xmlns:a16="http://schemas.microsoft.com/office/drawing/2014/main" id="{7DDFFF83-7B95-4C51-AA02-8575DB9F9229}"/>
              </a:ext>
            </a:extLst>
          </p:cNvPr>
          <p:cNvSpPr>
            <a:spLocks xmlns:a="http://schemas.openxmlformats.org/drawingml/2006/main" noGrp="1"/>
          </p:cNvSpPr>
          <p:nvPr/>
        </p:nvSpPr>
        <p:spPr>
          <a:xfrm xmlns:a="http://schemas.openxmlformats.org/drawingml/2006/main">
            <a:off x="10648950" y="5448300"/>
            <a:ext cx="38004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F44"/>
                </a:solidFill>
                <a:latin typeface="Arial"/>
                <a:ea typeface="Arial"/>
                <a:cs typeface="Arial"/>
              </a:defRPr>
            </a:defPPr>
            <a:lvl1pPr algn="l">
              <a:defRPr sz="1800" b="0">
                <a:solidFill>
                  <a:srgbClr val="182F44"/>
                </a:solidFill>
                <a:latin typeface="Arial"/>
                <a:ea typeface="Arial"/>
                <a:cs typeface="Arial"/>
              </a:defRPr>
            </a:lvl1pPr>
            <a:lvl2pPr algn="l">
              <a:defRPr sz="1800" b="0">
                <a:solidFill>
                  <a:srgbClr val="182F44"/>
                </a:solidFill>
                <a:latin typeface="Arial"/>
                <a:ea typeface="Arial"/>
                <a:cs typeface="Arial"/>
              </a:defRPr>
            </a:lvl2pPr>
            <a:lvl3pPr algn="l">
              <a:defRPr sz="1800" b="0">
                <a:solidFill>
                  <a:srgbClr val="182F44"/>
                </a:solidFill>
                <a:latin typeface="Arial"/>
                <a:ea typeface="Arial"/>
                <a:cs typeface="Arial"/>
              </a:defRPr>
            </a:lvl3pPr>
            <a:lvl4pPr algn="l">
              <a:defRPr sz="1800" b="0">
                <a:solidFill>
                  <a:srgbClr val="182F44"/>
                </a:solidFill>
                <a:latin typeface="Arial"/>
                <a:ea typeface="Arial"/>
                <a:cs typeface="Arial"/>
              </a:defRPr>
            </a:lvl4pPr>
            <a:lvl5pPr algn="l">
              <a:defRPr sz="1800" b="0">
                <a:solidFill>
                  <a:srgbClr val="182F44"/>
                </a:solidFill>
                <a:latin typeface="Arial"/>
                <a:ea typeface="Arial"/>
                <a:cs typeface="Arial"/>
              </a:defRPr>
            </a:lvl5pPr>
            <a:lvl6pPr algn="l">
              <a:defRPr sz="1800" b="0">
                <a:solidFill>
                  <a:srgbClr val="182F44"/>
                </a:solidFill>
                <a:latin typeface="Arial"/>
                <a:ea typeface="Arial"/>
                <a:cs typeface="Arial"/>
              </a:defRPr>
            </a:lvl6pPr>
            <a:lvl7pPr algn="l">
              <a:defRPr sz="1800" b="0">
                <a:solidFill>
                  <a:srgbClr val="182F44"/>
                </a:solidFill>
                <a:latin typeface="Arial"/>
                <a:ea typeface="Arial"/>
                <a:cs typeface="Arial"/>
              </a:defRPr>
            </a:lvl7pPr>
            <a:lvl8pPr algn="l">
              <a:defRPr sz="1800" b="0">
                <a:solidFill>
                  <a:srgbClr val="182F44"/>
                </a:solidFill>
                <a:latin typeface="Arial"/>
                <a:ea typeface="Arial"/>
                <a:cs typeface="Arial"/>
              </a:defRPr>
            </a:lvl8pPr>
            <a:lvl9pPr algn="l">
              <a:defRPr sz="1800" b="0">
                <a:solidFill>
                  <a:srgbClr val="182F44"/>
                </a:solidFill>
                <a:latin typeface="Arial"/>
                <a:ea typeface="Arial"/>
                <a:cs typeface="Arial"/>
              </a:defRPr>
            </a:lvl9pPr>
          </a:lstStyle>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Autre implémentation</a:t>
            </a:r>
          </a:p>
        </p:txBody>
      </p:sp>
      <p:sp>
        <p:nvSpPr>
          <p:cNvPr id="21" name="">
            <a:extLst xmlns:a="http://schemas.openxmlformats.org/drawingml/2006/main">
              <a:ext uri="{FF2B5EF4-FFF2-40B4-BE49-F238E27FC236}">
                <a16:creationId xmlns:a16="http://schemas.microsoft.com/office/drawing/2014/main" id="{B798B83D-3A67-4B11-9711-B01DA22CDDC0}"/>
              </a:ext>
            </a:extLst>
          </p:cNvPr>
          <p:cNvSpPr>
            <a:spLocks xmlns:a="http://schemas.openxmlformats.org/drawingml/2006/main" noGrp="1"/>
          </p:cNvSpPr>
          <p:nvPr/>
        </p:nvSpPr>
        <p:spPr>
          <a:xfrm xmlns:a="http://schemas.openxmlformats.org/drawingml/2006/main">
            <a:off x="6810375" y="4048125"/>
            <a:ext cx="190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176B91"/>
                </a:solidFill>
                <a:latin typeface="Arial"/>
                <a:ea typeface="Arial"/>
                <a:cs typeface="Arial"/>
              </a:defRPr>
            </a:defPPr>
            <a:lvl1pPr algn="l">
              <a:defRPr sz="1725" b="0">
                <a:solidFill>
                  <a:srgbClr val="176B91"/>
                </a:solidFill>
                <a:latin typeface="Arial"/>
                <a:ea typeface="Arial"/>
                <a:cs typeface="Arial"/>
              </a:defRPr>
            </a:lvl1pPr>
            <a:lvl2pPr algn="l">
              <a:defRPr sz="1725" b="0">
                <a:solidFill>
                  <a:srgbClr val="176B91"/>
                </a:solidFill>
                <a:latin typeface="Arial"/>
                <a:ea typeface="Arial"/>
                <a:cs typeface="Arial"/>
              </a:defRPr>
            </a:lvl2pPr>
            <a:lvl3pPr algn="l">
              <a:defRPr sz="1725" b="0">
                <a:solidFill>
                  <a:srgbClr val="176B91"/>
                </a:solidFill>
                <a:latin typeface="Arial"/>
                <a:ea typeface="Arial"/>
                <a:cs typeface="Arial"/>
              </a:defRPr>
            </a:lvl3pPr>
            <a:lvl4pPr algn="l">
              <a:defRPr sz="1725" b="0">
                <a:solidFill>
                  <a:srgbClr val="176B91"/>
                </a:solidFill>
                <a:latin typeface="Arial"/>
                <a:ea typeface="Arial"/>
                <a:cs typeface="Arial"/>
              </a:defRPr>
            </a:lvl4pPr>
            <a:lvl5pPr algn="l">
              <a:defRPr sz="1725" b="0">
                <a:solidFill>
                  <a:srgbClr val="176B91"/>
                </a:solidFill>
                <a:latin typeface="Arial"/>
                <a:ea typeface="Arial"/>
                <a:cs typeface="Arial"/>
              </a:defRPr>
            </a:lvl5pPr>
            <a:lvl6pPr algn="l">
              <a:defRPr sz="1725" b="0">
                <a:solidFill>
                  <a:srgbClr val="176B91"/>
                </a:solidFill>
                <a:latin typeface="Arial"/>
                <a:ea typeface="Arial"/>
                <a:cs typeface="Arial"/>
              </a:defRPr>
            </a:lvl6pPr>
            <a:lvl7pPr algn="l">
              <a:defRPr sz="1725" b="0">
                <a:solidFill>
                  <a:srgbClr val="176B91"/>
                </a:solidFill>
                <a:latin typeface="Arial"/>
                <a:ea typeface="Arial"/>
                <a:cs typeface="Arial"/>
              </a:defRPr>
            </a:lvl7pPr>
            <a:lvl8pPr algn="l">
              <a:defRPr sz="1725" b="0">
                <a:solidFill>
                  <a:srgbClr val="176B91"/>
                </a:solidFill>
                <a:latin typeface="Arial"/>
                <a:ea typeface="Arial"/>
                <a:cs typeface="Arial"/>
              </a:defRPr>
            </a:lvl8pPr>
            <a:lvl9pPr algn="l">
              <a:defRPr sz="1725" b="0">
                <a:solidFill>
                  <a:srgbClr val="176B91"/>
                </a:solidFill>
                <a:latin typeface="Arial"/>
                <a:ea typeface="Arial"/>
                <a:cs typeface="Arial"/>
              </a:defRPr>
            </a:lvl9pPr>
          </a:lstStyle>
          <a:p xmlns:a="http://schemas.openxmlformats.org/drawingml/2006/main">
            <a:pPr algn="l">
              <a:defRPr sz="1725" b="0">
                <a:solidFill>
                  <a:srgbClr val="176B91"/>
                </a:solidFill>
                <a:latin typeface="Arial"/>
                <a:ea typeface="Arial"/>
                <a:cs typeface="Arial"/>
              </a:defRPr>
            </a:pPr>
            <a:r>
              <a:rPr sz="1725" b="0">
                <a:solidFill>
                  <a:srgbClr val="176B91"/>
                </a:solidFill>
                <a:latin typeface="Arial"/>
                <a:ea typeface="Arial"/>
                <a:cs typeface="Arial"/>
              </a:rPr>
              <a:t>implémente</a:t>
            </a:r>
          </a:p>
        </p:txBody>
      </p:sp>
      <p:sp>
        <p:nvSpPr>
          <p:cNvPr id="22" name="">
            <a:extLst xmlns:a="http://schemas.openxmlformats.org/drawingml/2006/main">
              <a:ext uri="{FF2B5EF4-FFF2-40B4-BE49-F238E27FC236}">
                <a16:creationId xmlns:a16="http://schemas.microsoft.com/office/drawing/2014/main" id="{F1230A55-5B7D-4DDB-B710-72A534F7487F}"/>
              </a:ext>
            </a:extLst>
          </p:cNvPr>
          <p:cNvSpPr>
            <a:spLocks xmlns:a="http://schemas.openxmlformats.org/drawingml/2006/main" noGrp="1"/>
          </p:cNvSpPr>
          <p:nvPr/>
        </p:nvSpPr>
        <p:spPr>
          <a:xfrm xmlns:a="http://schemas.openxmlformats.org/drawingml/2006/main">
            <a:off x="12573000" y="4048125"/>
            <a:ext cx="200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176B91"/>
                </a:solidFill>
                <a:latin typeface="Arial"/>
                <a:ea typeface="Arial"/>
                <a:cs typeface="Arial"/>
              </a:defRPr>
            </a:defPPr>
            <a:lvl1pPr algn="l">
              <a:defRPr sz="1725" b="0">
                <a:solidFill>
                  <a:srgbClr val="176B91"/>
                </a:solidFill>
                <a:latin typeface="Arial"/>
                <a:ea typeface="Arial"/>
                <a:cs typeface="Arial"/>
              </a:defRPr>
            </a:lvl1pPr>
            <a:lvl2pPr algn="l">
              <a:defRPr sz="1725" b="0">
                <a:solidFill>
                  <a:srgbClr val="176B91"/>
                </a:solidFill>
                <a:latin typeface="Arial"/>
                <a:ea typeface="Arial"/>
                <a:cs typeface="Arial"/>
              </a:defRPr>
            </a:lvl2pPr>
            <a:lvl3pPr algn="l">
              <a:defRPr sz="1725" b="0">
                <a:solidFill>
                  <a:srgbClr val="176B91"/>
                </a:solidFill>
                <a:latin typeface="Arial"/>
                <a:ea typeface="Arial"/>
                <a:cs typeface="Arial"/>
              </a:defRPr>
            </a:lvl3pPr>
            <a:lvl4pPr algn="l">
              <a:defRPr sz="1725" b="0">
                <a:solidFill>
                  <a:srgbClr val="176B91"/>
                </a:solidFill>
                <a:latin typeface="Arial"/>
                <a:ea typeface="Arial"/>
                <a:cs typeface="Arial"/>
              </a:defRPr>
            </a:lvl4pPr>
            <a:lvl5pPr algn="l">
              <a:defRPr sz="1725" b="0">
                <a:solidFill>
                  <a:srgbClr val="176B91"/>
                </a:solidFill>
                <a:latin typeface="Arial"/>
                <a:ea typeface="Arial"/>
                <a:cs typeface="Arial"/>
              </a:defRPr>
            </a:lvl5pPr>
            <a:lvl6pPr algn="l">
              <a:defRPr sz="1725" b="0">
                <a:solidFill>
                  <a:srgbClr val="176B91"/>
                </a:solidFill>
                <a:latin typeface="Arial"/>
                <a:ea typeface="Arial"/>
                <a:cs typeface="Arial"/>
              </a:defRPr>
            </a:lvl6pPr>
            <a:lvl7pPr algn="l">
              <a:defRPr sz="1725" b="0">
                <a:solidFill>
                  <a:srgbClr val="176B91"/>
                </a:solidFill>
                <a:latin typeface="Arial"/>
                <a:ea typeface="Arial"/>
                <a:cs typeface="Arial"/>
              </a:defRPr>
            </a:lvl7pPr>
            <a:lvl8pPr algn="l">
              <a:defRPr sz="1725" b="0">
                <a:solidFill>
                  <a:srgbClr val="176B91"/>
                </a:solidFill>
                <a:latin typeface="Arial"/>
                <a:ea typeface="Arial"/>
                <a:cs typeface="Arial"/>
              </a:defRPr>
            </a:lvl8pPr>
            <a:lvl9pPr algn="l">
              <a:defRPr sz="1725" b="0">
                <a:solidFill>
                  <a:srgbClr val="176B91"/>
                </a:solidFill>
                <a:latin typeface="Arial"/>
                <a:ea typeface="Arial"/>
                <a:cs typeface="Arial"/>
              </a:defRPr>
            </a:lvl9pPr>
          </a:lstStyle>
          <a:p xmlns:a="http://schemas.openxmlformats.org/drawingml/2006/main">
            <a:pPr algn="l">
              <a:defRPr sz="1725" b="0">
                <a:solidFill>
                  <a:srgbClr val="176B91"/>
                </a:solidFill>
                <a:latin typeface="Arial"/>
                <a:ea typeface="Arial"/>
                <a:cs typeface="Arial"/>
              </a:defRPr>
            </a:pPr>
            <a:r>
              <a:rPr sz="1725" b="0">
                <a:solidFill>
                  <a:srgbClr val="176B91"/>
                </a:solidFill>
                <a:latin typeface="Arial"/>
                <a:ea typeface="Arial"/>
                <a:cs typeface="Arial"/>
              </a:rPr>
              <a:t>implémente</a:t>
            </a:r>
          </a:p>
        </p:txBody>
      </p:sp>
      <p:sp>
        <p:nvSpPr>
          <p:cNvPr id="23" name="">
            <a:extLst xmlns:a="http://schemas.openxmlformats.org/drawingml/2006/main">
              <a:ext uri="{FF2B5EF4-FFF2-40B4-BE49-F238E27FC236}">
                <a16:creationId xmlns:a16="http://schemas.microsoft.com/office/drawing/2014/main" id="{DF9F4D5A-576E-4F1B-8E04-0DF09C19FD65}"/>
              </a:ext>
            </a:extLst>
          </p:cNvPr>
          <p:cNvSpPr>
            <a:spLocks xmlns:a="http://schemas.openxmlformats.org/drawingml/2006/main" noGrp="1"/>
          </p:cNvSpPr>
          <p:nvPr/>
        </p:nvSpPr>
        <p:spPr>
          <a:xfrm xmlns:a="http://schemas.openxmlformats.org/drawingml/2006/main">
            <a:off x="619125" y="4143375"/>
            <a:ext cx="452437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82F44"/>
                </a:solidFill>
                <a:latin typeface="Arial"/>
                <a:ea typeface="Arial"/>
                <a:cs typeface="Arial"/>
              </a:defRPr>
            </a:defPPr>
            <a:lvl1pPr algn="l">
              <a:defRPr sz="2025" b="0">
                <a:solidFill>
                  <a:srgbClr val="182F44"/>
                </a:solidFill>
                <a:latin typeface="Arial"/>
                <a:ea typeface="Arial"/>
                <a:cs typeface="Arial"/>
              </a:defRPr>
            </a:lvl1pPr>
            <a:lvl2pPr algn="l">
              <a:defRPr sz="2025" b="0">
                <a:solidFill>
                  <a:srgbClr val="182F44"/>
                </a:solidFill>
                <a:latin typeface="Arial"/>
                <a:ea typeface="Arial"/>
                <a:cs typeface="Arial"/>
              </a:defRPr>
            </a:lvl2pPr>
            <a:lvl3pPr algn="l">
              <a:defRPr sz="2025" b="0">
                <a:solidFill>
                  <a:srgbClr val="182F44"/>
                </a:solidFill>
                <a:latin typeface="Arial"/>
                <a:ea typeface="Arial"/>
                <a:cs typeface="Arial"/>
              </a:defRPr>
            </a:lvl3pPr>
            <a:lvl4pPr algn="l">
              <a:defRPr sz="2025" b="0">
                <a:solidFill>
                  <a:srgbClr val="182F44"/>
                </a:solidFill>
                <a:latin typeface="Arial"/>
                <a:ea typeface="Arial"/>
                <a:cs typeface="Arial"/>
              </a:defRPr>
            </a:lvl4pPr>
            <a:lvl5pPr algn="l">
              <a:defRPr sz="2025" b="0">
                <a:solidFill>
                  <a:srgbClr val="182F44"/>
                </a:solidFill>
                <a:latin typeface="Arial"/>
                <a:ea typeface="Arial"/>
                <a:cs typeface="Arial"/>
              </a:defRPr>
            </a:lvl5pPr>
            <a:lvl6pPr algn="l">
              <a:defRPr sz="2025" b="0">
                <a:solidFill>
                  <a:srgbClr val="182F44"/>
                </a:solidFill>
                <a:latin typeface="Arial"/>
                <a:ea typeface="Arial"/>
                <a:cs typeface="Arial"/>
              </a:defRPr>
            </a:lvl6pPr>
            <a:lvl7pPr algn="l">
              <a:defRPr sz="2025" b="0">
                <a:solidFill>
                  <a:srgbClr val="182F44"/>
                </a:solidFill>
                <a:latin typeface="Arial"/>
                <a:ea typeface="Arial"/>
                <a:cs typeface="Arial"/>
              </a:defRPr>
            </a:lvl7pPr>
            <a:lvl8pPr algn="l">
              <a:defRPr sz="2025" b="0">
                <a:solidFill>
                  <a:srgbClr val="182F44"/>
                </a:solidFill>
                <a:latin typeface="Arial"/>
                <a:ea typeface="Arial"/>
                <a:cs typeface="Arial"/>
              </a:defRPr>
            </a:lvl8pPr>
            <a:lvl9pPr algn="l">
              <a:defRPr sz="2025" b="0">
                <a:solidFill>
                  <a:srgbClr val="182F44"/>
                </a:solidFill>
                <a:latin typeface="Arial"/>
                <a:ea typeface="Arial"/>
                <a:cs typeface="Arial"/>
              </a:defRPr>
            </a:lvl9pPr>
          </a:lstStyle>
          <a:p xmlns:a="http://schemas.openxmlformats.org/drawingml/2006/main">
            <a:pPr algn="l">
              <a:defRPr sz="2025" b="0">
                <a:solidFill>
                  <a:srgbClr val="182F44"/>
                </a:solidFill>
                <a:latin typeface="Arial"/>
                <a:ea typeface="Arial"/>
                <a:cs typeface="Arial"/>
              </a:defRPr>
            </a:pPr>
            <a:r>
              <a:rPr sz="2025" b="0">
                <a:solidFill>
                  <a:srgbClr val="182F44"/>
                </a:solidFill>
                <a:latin typeface="Arial"/>
                <a:ea typeface="Arial"/>
                <a:cs typeface="Arial"/>
              </a:rPr>
              <a:t>Le contrat appartient au périmètre des besoins applicatifs. Il emploie Commande, sans exposer MySqlConnection ni un résultat propre au pilote.</a:t>
            </a:r>
          </a:p>
        </p:txBody>
      </p:sp>
      <p:sp>
        <p:nvSpPr>
          <p:cNvPr id="24" name="">
            <a:extLst xmlns:a="http://schemas.openxmlformats.org/drawingml/2006/main">
              <a:ext uri="{FF2B5EF4-FFF2-40B4-BE49-F238E27FC236}">
                <a16:creationId xmlns:a16="http://schemas.microsoft.com/office/drawing/2014/main" id="{8BC90DBE-DD82-47DF-B24E-2F1541545E4C}"/>
              </a:ext>
            </a:extLst>
          </p:cNvPr>
          <p:cNvSpPr>
            <a:spLocks xmlns:a="http://schemas.openxmlformats.org/drawingml/2006/main" noGrp="1"/>
          </p:cNvSpPr>
          <p:nvPr/>
        </p:nvSpPr>
        <p:spPr>
          <a:xfrm xmlns:a="http://schemas.openxmlformats.org/drawingml/2006/main">
            <a:off x="619125" y="6829425"/>
            <a:ext cx="1381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F44"/>
                </a:solidFill>
                <a:latin typeface="Arial"/>
                <a:ea typeface="Arial"/>
                <a:cs typeface="Arial"/>
              </a:defRPr>
            </a:defPPr>
            <a:lvl1pPr algn="l">
              <a:defRPr sz="2100" b="0">
                <a:solidFill>
                  <a:srgbClr val="182F44"/>
                </a:solidFill>
                <a:latin typeface="Arial"/>
                <a:ea typeface="Arial"/>
                <a:cs typeface="Arial"/>
              </a:defRPr>
            </a:lvl1pPr>
            <a:lvl2pPr algn="l">
              <a:defRPr sz="2100" b="0">
                <a:solidFill>
                  <a:srgbClr val="182F44"/>
                </a:solidFill>
                <a:latin typeface="Arial"/>
                <a:ea typeface="Arial"/>
                <a:cs typeface="Arial"/>
              </a:defRPr>
            </a:lvl2pPr>
            <a:lvl3pPr algn="l">
              <a:defRPr sz="2100" b="0">
                <a:solidFill>
                  <a:srgbClr val="182F44"/>
                </a:solidFill>
                <a:latin typeface="Arial"/>
                <a:ea typeface="Arial"/>
                <a:cs typeface="Arial"/>
              </a:defRPr>
            </a:lvl3pPr>
            <a:lvl4pPr algn="l">
              <a:defRPr sz="2100" b="0">
                <a:solidFill>
                  <a:srgbClr val="182F44"/>
                </a:solidFill>
                <a:latin typeface="Arial"/>
                <a:ea typeface="Arial"/>
                <a:cs typeface="Arial"/>
              </a:defRPr>
            </a:lvl4pPr>
            <a:lvl5pPr algn="l">
              <a:defRPr sz="2100" b="0">
                <a:solidFill>
                  <a:srgbClr val="182F44"/>
                </a:solidFill>
                <a:latin typeface="Arial"/>
                <a:ea typeface="Arial"/>
                <a:cs typeface="Arial"/>
              </a:defRPr>
            </a:lvl5pPr>
            <a:lvl6pPr algn="l">
              <a:defRPr sz="2100" b="0">
                <a:solidFill>
                  <a:srgbClr val="182F44"/>
                </a:solidFill>
                <a:latin typeface="Arial"/>
                <a:ea typeface="Arial"/>
                <a:cs typeface="Arial"/>
              </a:defRPr>
            </a:lvl6pPr>
            <a:lvl7pPr algn="l">
              <a:defRPr sz="2100" b="0">
                <a:solidFill>
                  <a:srgbClr val="182F44"/>
                </a:solidFill>
                <a:latin typeface="Arial"/>
                <a:ea typeface="Arial"/>
                <a:cs typeface="Arial"/>
              </a:defRPr>
            </a:lvl7pPr>
            <a:lvl8pPr algn="l">
              <a:defRPr sz="2100" b="0">
                <a:solidFill>
                  <a:srgbClr val="182F44"/>
                </a:solidFill>
                <a:latin typeface="Arial"/>
                <a:ea typeface="Arial"/>
                <a:cs typeface="Arial"/>
              </a:defRPr>
            </a:lvl8pPr>
            <a:lvl9pPr algn="l">
              <a:defRPr sz="2100" b="0">
                <a:solidFill>
                  <a:srgbClr val="182F44"/>
                </a:solidFill>
                <a:latin typeface="Arial"/>
                <a:ea typeface="Arial"/>
                <a:cs typeface="Arial"/>
              </a:defRPr>
            </a:lvl9pPr>
          </a:lstStyle>
          <a:p xmlns:a="http://schemas.openxmlformats.org/drawingml/2006/main">
            <a:pPr algn="l">
              <a:defRPr sz="2100" b="0">
                <a:solidFill>
                  <a:srgbClr val="182F44"/>
                </a:solidFill>
                <a:latin typeface="Arial"/>
                <a:ea typeface="Arial"/>
                <a:cs typeface="Arial"/>
              </a:defRPr>
            </a:pPr>
            <a:r>
              <a:rPr sz="2100" b="0">
                <a:solidFill>
                  <a:srgbClr val="182F44"/>
                </a:solidFill>
                <a:latin typeface="Arial"/>
                <a:ea typeface="Arial"/>
                <a:cs typeface="Arial"/>
              </a:rPr>
              <a:t>L’implémentation technique s’adapte au contrat. Une interface ou une classe abstraite peut porter cette abstraction.</a:t>
            </a:r>
          </a:p>
        </p:txBody>
      </p:sp>
    </p:spTree>
    <p:extLst>
      <p:ext uri="{BB962C8B-B14F-4D97-AF65-F5344CB8AC3E}">
        <p14:creationId xmlns:p14="http://schemas.microsoft.com/office/powerpoint/2010/main" val="1944337742"/>
      </p:ext>
    </p:extLst>
  </p:cSld>
</p:sld>
</file>

<file path=ppt/slides/slide13.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E366CDF4-679D-4C1E-9233-FED368299E75}"/>
              </a:ext>
            </a:extLst>
          </p:cNvPr>
          <p:cNvCxnSpPr>
            <a:stCxn xmlns:a="http://schemas.openxmlformats.org/drawingml/2006/main" id="18" idx="3"/>
            <a:endCxn xmlns:a="http://schemas.openxmlformats.org/drawingml/2006/main" id="21" idx="1"/>
          </p:cNvCxnSpPr>
          <p:nvPr/>
        </p:nvCxnSpPr>
        <p:spPr>
          <a:xfrm xmlns:a="http://schemas.openxmlformats.org/drawingml/2006/main">
            <a:off x="6096000" y="5357813"/>
            <a:ext cx="3524250" cy="0"/>
          </a:xfrm>
          <a:prstGeom xmlns:a="http://schemas.openxmlformats.org/drawingml/2006/main" prst="straightConnector1">
            <a:avLst/>
          </a:prstGeom>
          <a:ln xmlns:a="http://schemas.openxmlformats.org/drawingml/2006/main" w="23813">
            <a:solidFill>
              <a:srgbClr val="176B91"/>
            </a:solidFill>
            <a:prstDash val="solid"/>
            <a:tailEnd type="arrow" w="med" len="med"/>
          </a:ln>
        </p:spPr>
      </p:cxnSp>
      <p:cxnSp>
        <p:nvCxnSpPr>
          <p:cNvPr id="16" name="">
            <a:extLst xmlns:a="http://schemas.openxmlformats.org/drawingml/2006/main">
              <a:ext uri="{FF2B5EF4-FFF2-40B4-BE49-F238E27FC236}">
                <a16:creationId xmlns:a16="http://schemas.microsoft.com/office/drawing/2014/main" id="{1B16870E-81D0-41BB-B222-98B16C9A8FFA}"/>
              </a:ext>
            </a:extLst>
          </p:cNvPr>
          <p:cNvCxnSpPr>
            <a:stCxn xmlns:a="http://schemas.openxmlformats.org/drawingml/2006/main" id="12" idx="1"/>
            <a:endCxn xmlns:a="http://schemas.openxmlformats.org/drawingml/2006/main" id="9" idx="3"/>
          </p:cNvCxnSpPr>
          <p:nvPr/>
        </p:nvCxnSpPr>
        <p:spPr>
          <a:xfrm xmlns:a="http://schemas.openxmlformats.org/drawingml/2006/main" flipH="1">
            <a:off x="10191750" y="2833688"/>
            <a:ext cx="1000125" cy="0"/>
          </a:xfrm>
          <a:prstGeom xmlns:a="http://schemas.openxmlformats.org/drawingml/2006/main" prst="straightConnector1">
            <a:avLst/>
          </a:prstGeom>
          <a:ln xmlns:a="http://schemas.openxmlformats.org/drawingml/2006/main" w="23813">
            <a:solidFill>
              <a:srgbClr val="176B91"/>
            </a:solidFill>
            <a:prstDash val="dash"/>
            <a:tailEnd type="arrow" w="med" len="med"/>
          </a:ln>
        </p:spPr>
      </p:cxnSp>
      <p:cxnSp>
        <p:nvCxnSpPr>
          <p:cNvPr id="15" name="">
            <a:extLst xmlns:a="http://schemas.openxmlformats.org/drawingml/2006/main">
              <a:ext uri="{FF2B5EF4-FFF2-40B4-BE49-F238E27FC236}">
                <a16:creationId xmlns:a16="http://schemas.microsoft.com/office/drawing/2014/main" id="{2E881502-823E-4125-9878-CB57C6CA79C6}"/>
              </a:ext>
            </a:extLst>
          </p:cNvPr>
          <p:cNvCxnSpPr>
            <a:stCxn xmlns:a="http://schemas.openxmlformats.org/drawingml/2006/main" id="6" idx="3"/>
            <a:endCxn xmlns:a="http://schemas.openxmlformats.org/drawingml/2006/main" id="9" idx="1"/>
          </p:cNvCxnSpPr>
          <p:nvPr/>
        </p:nvCxnSpPr>
        <p:spPr>
          <a:xfrm xmlns:a="http://schemas.openxmlformats.org/drawingml/2006/main">
            <a:off x="4905375" y="2833688"/>
            <a:ext cx="1000125" cy="0"/>
          </a:xfrm>
          <a:prstGeom xmlns:a="http://schemas.openxmlformats.org/drawingml/2006/main" prst="straightConnector1">
            <a:avLst/>
          </a:prstGeom>
          <a:ln xmlns:a="http://schemas.openxmlformats.org/drawingml/2006/main" w="23813">
            <a:solidFill>
              <a:srgbClr val="176B91"/>
            </a:solidFill>
            <a:prstDash val="solid"/>
            <a:tailEnd type="arrow" w="med" len="med"/>
          </a:ln>
        </p:spPr>
      </p:cxnSp>
      <p:sp>
        <p:nvSpPr>
          <p:cNvPr id="28" name="">
            <a:extLst xmlns:a="http://schemas.openxmlformats.org/drawingml/2006/main">
              <a:ext uri="{FF2B5EF4-FFF2-40B4-BE49-F238E27FC236}">
                <a16:creationId xmlns:a16="http://schemas.microsoft.com/office/drawing/2014/main" id="{BAB5C8F6-37F0-46B3-92B9-2841DDEE9284}"/>
              </a:ext>
            </a:extLst>
          </p:cNvPr>
          <p:cNvSpPr>
            <a:spLocks xmlns:a="http://schemas.openxmlformats.org/drawingml/2006/main" noGrp="1"/>
          </p:cNvSpPr>
          <p:nvPr/>
        </p:nvSpPr>
        <p:spPr>
          <a:xfrm xmlns:a="http://schemas.openxmlformats.org/drawingml/2006/main">
            <a:off x="619125" y="304800"/>
            <a:ext cx="1333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087F83"/>
                </a:solidFill>
                <a:latin typeface="Arial"/>
                <a:ea typeface="Arial"/>
                <a:cs typeface="Arial"/>
              </a:defRPr>
            </a:defPPr>
            <a:lvl1pPr algn="l">
              <a:defRPr sz="1350" b="1">
                <a:solidFill>
                  <a:srgbClr val="087F83"/>
                </a:solidFill>
                <a:latin typeface="Arial"/>
                <a:ea typeface="Arial"/>
                <a:cs typeface="Arial"/>
              </a:defRPr>
            </a:lvl1pPr>
            <a:lvl2pPr algn="l">
              <a:defRPr sz="1350" b="1">
                <a:solidFill>
                  <a:srgbClr val="087F83"/>
                </a:solidFill>
                <a:latin typeface="Arial"/>
                <a:ea typeface="Arial"/>
                <a:cs typeface="Arial"/>
              </a:defRPr>
            </a:lvl2pPr>
            <a:lvl3pPr algn="l">
              <a:defRPr sz="1350" b="1">
                <a:solidFill>
                  <a:srgbClr val="087F83"/>
                </a:solidFill>
                <a:latin typeface="Arial"/>
                <a:ea typeface="Arial"/>
                <a:cs typeface="Arial"/>
              </a:defRPr>
            </a:lvl3pPr>
            <a:lvl4pPr algn="l">
              <a:defRPr sz="1350" b="1">
                <a:solidFill>
                  <a:srgbClr val="087F83"/>
                </a:solidFill>
                <a:latin typeface="Arial"/>
                <a:ea typeface="Arial"/>
                <a:cs typeface="Arial"/>
              </a:defRPr>
            </a:lvl4pPr>
            <a:lvl5pPr algn="l">
              <a:defRPr sz="1350" b="1">
                <a:solidFill>
                  <a:srgbClr val="087F83"/>
                </a:solidFill>
                <a:latin typeface="Arial"/>
                <a:ea typeface="Arial"/>
                <a:cs typeface="Arial"/>
              </a:defRPr>
            </a:lvl5pPr>
            <a:lvl6pPr algn="l">
              <a:defRPr sz="1350" b="1">
                <a:solidFill>
                  <a:srgbClr val="087F83"/>
                </a:solidFill>
                <a:latin typeface="Arial"/>
                <a:ea typeface="Arial"/>
                <a:cs typeface="Arial"/>
              </a:defRPr>
            </a:lvl6pPr>
            <a:lvl7pPr algn="l">
              <a:defRPr sz="1350" b="1">
                <a:solidFill>
                  <a:srgbClr val="087F83"/>
                </a:solidFill>
                <a:latin typeface="Arial"/>
                <a:ea typeface="Arial"/>
                <a:cs typeface="Arial"/>
              </a:defRPr>
            </a:lvl7pPr>
            <a:lvl8pPr algn="l">
              <a:defRPr sz="1350" b="1">
                <a:solidFill>
                  <a:srgbClr val="087F83"/>
                </a:solidFill>
                <a:latin typeface="Arial"/>
                <a:ea typeface="Arial"/>
                <a:cs typeface="Arial"/>
              </a:defRPr>
            </a:lvl8pPr>
            <a:lvl9pPr algn="l">
              <a:defRPr sz="1350" b="1">
                <a:solidFill>
                  <a:srgbClr val="087F83"/>
                </a:solidFill>
                <a:latin typeface="Arial"/>
                <a:ea typeface="Arial"/>
                <a:cs typeface="Arial"/>
              </a:defRPr>
            </a:lvl9pPr>
          </a:lstStyle>
          <a:p xmlns:a="http://schemas.openxmlformats.org/drawingml/2006/main">
            <a:pPr algn="l">
              <a:defRPr sz="1350" b="1">
                <a:solidFill>
                  <a:srgbClr val="087F83"/>
                </a:solidFill>
                <a:latin typeface="Arial"/>
                <a:ea typeface="Arial"/>
                <a:cs typeface="Arial"/>
              </a:defRPr>
            </a:pPr>
            <a:r>
              <a:rPr sz="1350" b="1">
                <a:solidFill>
                  <a:srgbClr val="087F83"/>
                </a:solidFill>
                <a:latin typeface="Arial"/>
                <a:ea typeface="Arial"/>
                <a:cs typeface="Arial"/>
              </a:rPr>
              <a:t>DIP • DEUX LECTURES DISTINCTES</a:t>
            </a:r>
          </a:p>
        </p:txBody>
      </p:sp>
      <p:sp>
        <p:nvSpPr>
          <p:cNvPr id="2" name="">
            <a:extLst xmlns:a="http://schemas.openxmlformats.org/drawingml/2006/main">
              <a:ext uri="{FF2B5EF4-FFF2-40B4-BE49-F238E27FC236}">
                <a16:creationId xmlns:a16="http://schemas.microsoft.com/office/drawing/2014/main" id="{7B31E6A8-F1E3-4F71-A259-7D47E2FA0FDF}"/>
              </a:ext>
            </a:extLst>
          </p:cNvPr>
          <p:cNvSpPr>
            <a:spLocks xmlns:a="http://schemas.openxmlformats.org/drawingml/2006/main" noGrp="1"/>
          </p:cNvSpPr>
          <p:nvPr/>
        </p:nvSpPr>
        <p:spPr>
          <a:xfrm xmlns:a="http://schemas.openxmlformats.org/drawingml/2006/main">
            <a:off x="619125" y="723900"/>
            <a:ext cx="1390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82F44"/>
                </a:solidFill>
                <a:latin typeface="Arial"/>
                <a:ea typeface="Arial"/>
                <a:cs typeface="Arial"/>
              </a:defRPr>
            </a:defPPr>
            <a:lvl1pPr algn="l">
              <a:defRPr sz="3300" b="1">
                <a:solidFill>
                  <a:srgbClr val="182F44"/>
                </a:solidFill>
                <a:latin typeface="Arial"/>
                <a:ea typeface="Arial"/>
                <a:cs typeface="Arial"/>
              </a:defRPr>
            </a:lvl1pPr>
            <a:lvl2pPr algn="l">
              <a:defRPr sz="3300" b="1">
                <a:solidFill>
                  <a:srgbClr val="182F44"/>
                </a:solidFill>
                <a:latin typeface="Arial"/>
                <a:ea typeface="Arial"/>
                <a:cs typeface="Arial"/>
              </a:defRPr>
            </a:lvl2pPr>
            <a:lvl3pPr algn="l">
              <a:defRPr sz="3300" b="1">
                <a:solidFill>
                  <a:srgbClr val="182F44"/>
                </a:solidFill>
                <a:latin typeface="Arial"/>
                <a:ea typeface="Arial"/>
                <a:cs typeface="Arial"/>
              </a:defRPr>
            </a:lvl3pPr>
            <a:lvl4pPr algn="l">
              <a:defRPr sz="3300" b="1">
                <a:solidFill>
                  <a:srgbClr val="182F44"/>
                </a:solidFill>
                <a:latin typeface="Arial"/>
                <a:ea typeface="Arial"/>
                <a:cs typeface="Arial"/>
              </a:defRPr>
            </a:lvl4pPr>
            <a:lvl5pPr algn="l">
              <a:defRPr sz="3300" b="1">
                <a:solidFill>
                  <a:srgbClr val="182F44"/>
                </a:solidFill>
                <a:latin typeface="Arial"/>
                <a:ea typeface="Arial"/>
                <a:cs typeface="Arial"/>
              </a:defRPr>
            </a:lvl5pPr>
            <a:lvl6pPr algn="l">
              <a:defRPr sz="3300" b="1">
                <a:solidFill>
                  <a:srgbClr val="182F44"/>
                </a:solidFill>
                <a:latin typeface="Arial"/>
                <a:ea typeface="Arial"/>
                <a:cs typeface="Arial"/>
              </a:defRPr>
            </a:lvl6pPr>
            <a:lvl7pPr algn="l">
              <a:defRPr sz="3300" b="1">
                <a:solidFill>
                  <a:srgbClr val="182F44"/>
                </a:solidFill>
                <a:latin typeface="Arial"/>
                <a:ea typeface="Arial"/>
                <a:cs typeface="Arial"/>
              </a:defRPr>
            </a:lvl7pPr>
            <a:lvl8pPr algn="l">
              <a:defRPr sz="3300" b="1">
                <a:solidFill>
                  <a:srgbClr val="182F44"/>
                </a:solidFill>
                <a:latin typeface="Arial"/>
                <a:ea typeface="Arial"/>
                <a:cs typeface="Arial"/>
              </a:defRPr>
            </a:lvl8pPr>
            <a:lvl9pPr algn="l">
              <a:defRPr sz="3300" b="1">
                <a:solidFill>
                  <a:srgbClr val="182F44"/>
                </a:solidFill>
                <a:latin typeface="Arial"/>
                <a:ea typeface="Arial"/>
                <a:cs typeface="Arial"/>
              </a:defRPr>
            </a:lvl9pPr>
          </a:lstStyle>
          <a:p xmlns:a="http://schemas.openxmlformats.org/drawingml/2006/main">
            <a:pPr algn="l">
              <a:defRPr sz="3300" b="1">
                <a:solidFill>
                  <a:srgbClr val="182F44"/>
                </a:solidFill>
                <a:latin typeface="Arial"/>
                <a:ea typeface="Arial"/>
                <a:cs typeface="Arial"/>
              </a:defRPr>
            </a:pPr>
            <a:r>
              <a:rPr sz="3300" b="1">
                <a:solidFill>
                  <a:srgbClr val="182F44"/>
                </a:solidFill>
                <a:latin typeface="Arial"/>
                <a:ea typeface="Arial"/>
                <a:cs typeface="Arial"/>
              </a:rPr>
              <a:t>Dépendances du code et appels à l’exécution</a:t>
            </a:r>
          </a:p>
        </p:txBody>
      </p:sp>
      <p:sp>
        <p:nvSpPr>
          <p:cNvPr id="3" name="">
            <a:extLst xmlns:a="http://schemas.openxmlformats.org/drawingml/2006/main">
              <a:ext uri="{FF2B5EF4-FFF2-40B4-BE49-F238E27FC236}">
                <a16:creationId xmlns:a16="http://schemas.microsoft.com/office/drawing/2014/main" id="{FBF0271B-3D94-4FA8-BA4C-E640448AFD58}"/>
              </a:ext>
            </a:extLst>
          </p:cNvPr>
          <p:cNvSpPr>
            <a:spLocks xmlns:a="http://schemas.openxmlformats.org/drawingml/2006/main" noGrp="1"/>
          </p:cNvSpPr>
          <p:nvPr/>
        </p:nvSpPr>
        <p:spPr>
          <a:xfrm xmlns:a="http://schemas.openxmlformats.org/drawingml/2006/main">
            <a:off x="619125" y="81438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516575"/>
                </a:solidFill>
                <a:latin typeface="Arial"/>
                <a:ea typeface="Arial"/>
                <a:cs typeface="Arial"/>
              </a:defRPr>
            </a:defPPr>
            <a:lvl1pPr algn="l">
              <a:defRPr sz="1275" b="0">
                <a:solidFill>
                  <a:srgbClr val="516575"/>
                </a:solidFill>
                <a:latin typeface="Arial"/>
                <a:ea typeface="Arial"/>
                <a:cs typeface="Arial"/>
              </a:defRPr>
            </a:lvl1pPr>
            <a:lvl2pPr algn="l">
              <a:defRPr sz="1275" b="0">
                <a:solidFill>
                  <a:srgbClr val="516575"/>
                </a:solidFill>
                <a:latin typeface="Arial"/>
                <a:ea typeface="Arial"/>
                <a:cs typeface="Arial"/>
              </a:defRPr>
            </a:lvl2pPr>
            <a:lvl3pPr algn="l">
              <a:defRPr sz="1275" b="0">
                <a:solidFill>
                  <a:srgbClr val="516575"/>
                </a:solidFill>
                <a:latin typeface="Arial"/>
                <a:ea typeface="Arial"/>
                <a:cs typeface="Arial"/>
              </a:defRPr>
            </a:lvl3pPr>
            <a:lvl4pPr algn="l">
              <a:defRPr sz="1275" b="0">
                <a:solidFill>
                  <a:srgbClr val="516575"/>
                </a:solidFill>
                <a:latin typeface="Arial"/>
                <a:ea typeface="Arial"/>
                <a:cs typeface="Arial"/>
              </a:defRPr>
            </a:lvl4pPr>
            <a:lvl5pPr algn="l">
              <a:defRPr sz="1275" b="0">
                <a:solidFill>
                  <a:srgbClr val="516575"/>
                </a:solidFill>
                <a:latin typeface="Arial"/>
                <a:ea typeface="Arial"/>
                <a:cs typeface="Arial"/>
              </a:defRPr>
            </a:lvl5pPr>
            <a:lvl6pPr algn="l">
              <a:defRPr sz="1275" b="0">
                <a:solidFill>
                  <a:srgbClr val="516575"/>
                </a:solidFill>
                <a:latin typeface="Arial"/>
                <a:ea typeface="Arial"/>
                <a:cs typeface="Arial"/>
              </a:defRPr>
            </a:lvl6pPr>
            <a:lvl7pPr algn="l">
              <a:defRPr sz="1275" b="0">
                <a:solidFill>
                  <a:srgbClr val="516575"/>
                </a:solidFill>
                <a:latin typeface="Arial"/>
                <a:ea typeface="Arial"/>
                <a:cs typeface="Arial"/>
              </a:defRPr>
            </a:lvl7pPr>
            <a:lvl8pPr algn="l">
              <a:defRPr sz="1275" b="0">
                <a:solidFill>
                  <a:srgbClr val="516575"/>
                </a:solidFill>
                <a:latin typeface="Arial"/>
                <a:ea typeface="Arial"/>
                <a:cs typeface="Arial"/>
              </a:defRPr>
            </a:lvl8pPr>
            <a:lvl9pPr algn="l">
              <a:defRPr sz="1275" b="0">
                <a:solidFill>
                  <a:srgbClr val="516575"/>
                </a:solidFill>
                <a:latin typeface="Arial"/>
                <a:ea typeface="Arial"/>
                <a:cs typeface="Arial"/>
              </a:defRPr>
            </a:lvl9pPr>
          </a:lstStyle>
          <a:p xmlns:a="http://schemas.openxmlformats.org/drawingml/2006/main">
            <a:pPr algn="l">
              <a:defRPr sz="1275" b="0">
                <a:solidFill>
                  <a:srgbClr val="516575"/>
                </a:solidFill>
                <a:latin typeface="Arial"/>
                <a:ea typeface="Arial"/>
                <a:cs typeface="Arial"/>
              </a:defRPr>
            </a:pPr>
            <a:r>
              <a:rPr sz="1275" b="0">
                <a:solidFill>
                  <a:srgbClr val="516575"/>
                </a:solidFill>
                <a:latin typeface="Arial"/>
                <a:ea typeface="Arial"/>
                <a:cs typeface="Arial"/>
              </a:rPr>
              <a:t>R304 • Qualité du développement</a:t>
            </a:r>
          </a:p>
        </p:txBody>
      </p:sp>
      <p:sp>
        <p:nvSpPr>
          <p:cNvPr id="4" name="">
            <a:extLst xmlns:a="http://schemas.openxmlformats.org/drawingml/2006/main">
              <a:ext uri="{FF2B5EF4-FFF2-40B4-BE49-F238E27FC236}">
                <a16:creationId xmlns:a16="http://schemas.microsoft.com/office/drawing/2014/main" id="{F2BB1161-64D3-49DF-A3A7-661A97869D3A}"/>
              </a:ext>
            </a:extLst>
          </p:cNvPr>
          <p:cNvSpPr>
            <a:spLocks xmlns:a="http://schemas.openxmlformats.org/drawingml/2006/main" noGrp="1"/>
          </p:cNvSpPr>
          <p:nvPr/>
        </p:nvSpPr>
        <p:spPr>
          <a:xfrm xmlns:a="http://schemas.openxmlformats.org/drawingml/2006/main">
            <a:off x="13335000" y="8143875"/>
            <a:ext cx="1285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575"/>
                </a:solidFill>
                <a:latin typeface="Arial"/>
                <a:ea typeface="Arial"/>
                <a:cs typeface="Arial"/>
              </a:defRPr>
            </a:defPPr>
            <a:lvl1pPr algn="r">
              <a:defRPr sz="1275" b="0">
                <a:solidFill>
                  <a:srgbClr val="516575"/>
                </a:solidFill>
                <a:latin typeface="Arial"/>
                <a:ea typeface="Arial"/>
                <a:cs typeface="Arial"/>
              </a:defRPr>
            </a:lvl1pPr>
            <a:lvl2pPr algn="r">
              <a:defRPr sz="1275" b="0">
                <a:solidFill>
                  <a:srgbClr val="516575"/>
                </a:solidFill>
                <a:latin typeface="Arial"/>
                <a:ea typeface="Arial"/>
                <a:cs typeface="Arial"/>
              </a:defRPr>
            </a:lvl2pPr>
            <a:lvl3pPr algn="r">
              <a:defRPr sz="1275" b="0">
                <a:solidFill>
                  <a:srgbClr val="516575"/>
                </a:solidFill>
                <a:latin typeface="Arial"/>
                <a:ea typeface="Arial"/>
                <a:cs typeface="Arial"/>
              </a:defRPr>
            </a:lvl3pPr>
            <a:lvl4pPr algn="r">
              <a:defRPr sz="1275" b="0">
                <a:solidFill>
                  <a:srgbClr val="516575"/>
                </a:solidFill>
                <a:latin typeface="Arial"/>
                <a:ea typeface="Arial"/>
                <a:cs typeface="Arial"/>
              </a:defRPr>
            </a:lvl4pPr>
            <a:lvl5pPr algn="r">
              <a:defRPr sz="1275" b="0">
                <a:solidFill>
                  <a:srgbClr val="516575"/>
                </a:solidFill>
                <a:latin typeface="Arial"/>
                <a:ea typeface="Arial"/>
                <a:cs typeface="Arial"/>
              </a:defRPr>
            </a:lvl5pPr>
            <a:lvl6pPr algn="r">
              <a:defRPr sz="1275" b="0">
                <a:solidFill>
                  <a:srgbClr val="516575"/>
                </a:solidFill>
                <a:latin typeface="Arial"/>
                <a:ea typeface="Arial"/>
                <a:cs typeface="Arial"/>
              </a:defRPr>
            </a:lvl6pPr>
            <a:lvl7pPr algn="r">
              <a:defRPr sz="1275" b="0">
                <a:solidFill>
                  <a:srgbClr val="516575"/>
                </a:solidFill>
                <a:latin typeface="Arial"/>
                <a:ea typeface="Arial"/>
                <a:cs typeface="Arial"/>
              </a:defRPr>
            </a:lvl7pPr>
            <a:lvl8pPr algn="r">
              <a:defRPr sz="1275" b="0">
                <a:solidFill>
                  <a:srgbClr val="516575"/>
                </a:solidFill>
                <a:latin typeface="Arial"/>
                <a:ea typeface="Arial"/>
                <a:cs typeface="Arial"/>
              </a:defRPr>
            </a:lvl8pPr>
            <a:lvl9pPr algn="r">
              <a:defRPr sz="1275" b="0">
                <a:solidFill>
                  <a:srgbClr val="516575"/>
                </a:solidFill>
                <a:latin typeface="Arial"/>
                <a:ea typeface="Arial"/>
                <a:cs typeface="Arial"/>
              </a:defRPr>
            </a:lvl9pPr>
          </a:lstStyle>
          <a:p xmlns:a="http://schemas.openxmlformats.org/drawingml/2006/main">
            <a:pPr algn="r">
              <a:defRPr sz="1275" b="0">
                <a:solidFill>
                  <a:srgbClr val="516575"/>
                </a:solidFill>
                <a:latin typeface="Arial"/>
                <a:ea typeface="Arial"/>
                <a:cs typeface="Arial"/>
              </a:defRPr>
            </a:pPr>
            <a:r>
              <a:rPr sz="1275" b="0">
                <a:solidFill>
                  <a:srgbClr val="516575"/>
                </a:solidFill>
                <a:latin typeface="Arial"/>
                <a:ea typeface="Arial"/>
                <a:cs typeface="Arial"/>
              </a:rPr>
              <a:t>13 / 16</a:t>
            </a:r>
          </a:p>
        </p:txBody>
      </p:sp>
      <p:sp>
        <p:nvSpPr>
          <p:cNvPr id="5" name="">
            <a:extLst xmlns:a="http://schemas.openxmlformats.org/drawingml/2006/main">
              <a:ext uri="{FF2B5EF4-FFF2-40B4-BE49-F238E27FC236}">
                <a16:creationId xmlns:a16="http://schemas.microsoft.com/office/drawing/2014/main" id="{BEEB9F7C-C85E-4302-88CC-CCCE2EDA3D37}"/>
              </a:ext>
            </a:extLst>
          </p:cNvPr>
          <p:cNvSpPr>
            <a:spLocks xmlns:a="http://schemas.openxmlformats.org/drawingml/2006/main" noGrp="1"/>
          </p:cNvSpPr>
          <p:nvPr/>
        </p:nvSpPr>
        <p:spPr>
          <a:xfrm xmlns:a="http://schemas.openxmlformats.org/drawingml/2006/main">
            <a:off x="619125" y="1714500"/>
            <a:ext cx="1390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176B91"/>
                </a:solidFill>
                <a:latin typeface="Arial"/>
                <a:ea typeface="Arial"/>
                <a:cs typeface="Arial"/>
              </a:defRPr>
            </a:defPPr>
            <a:lvl1pPr algn="l">
              <a:defRPr sz="2175" b="1">
                <a:solidFill>
                  <a:srgbClr val="176B91"/>
                </a:solidFill>
                <a:latin typeface="Arial"/>
                <a:ea typeface="Arial"/>
                <a:cs typeface="Arial"/>
              </a:defRPr>
            </a:lvl1pPr>
            <a:lvl2pPr algn="l">
              <a:defRPr sz="2175" b="1">
                <a:solidFill>
                  <a:srgbClr val="176B91"/>
                </a:solidFill>
                <a:latin typeface="Arial"/>
                <a:ea typeface="Arial"/>
                <a:cs typeface="Arial"/>
              </a:defRPr>
            </a:lvl2pPr>
            <a:lvl3pPr algn="l">
              <a:defRPr sz="2175" b="1">
                <a:solidFill>
                  <a:srgbClr val="176B91"/>
                </a:solidFill>
                <a:latin typeface="Arial"/>
                <a:ea typeface="Arial"/>
                <a:cs typeface="Arial"/>
              </a:defRPr>
            </a:lvl3pPr>
            <a:lvl4pPr algn="l">
              <a:defRPr sz="2175" b="1">
                <a:solidFill>
                  <a:srgbClr val="176B91"/>
                </a:solidFill>
                <a:latin typeface="Arial"/>
                <a:ea typeface="Arial"/>
                <a:cs typeface="Arial"/>
              </a:defRPr>
            </a:lvl4pPr>
            <a:lvl5pPr algn="l">
              <a:defRPr sz="2175" b="1">
                <a:solidFill>
                  <a:srgbClr val="176B91"/>
                </a:solidFill>
                <a:latin typeface="Arial"/>
                <a:ea typeface="Arial"/>
                <a:cs typeface="Arial"/>
              </a:defRPr>
            </a:lvl5pPr>
            <a:lvl6pPr algn="l">
              <a:defRPr sz="2175" b="1">
                <a:solidFill>
                  <a:srgbClr val="176B91"/>
                </a:solidFill>
                <a:latin typeface="Arial"/>
                <a:ea typeface="Arial"/>
                <a:cs typeface="Arial"/>
              </a:defRPr>
            </a:lvl6pPr>
            <a:lvl7pPr algn="l">
              <a:defRPr sz="2175" b="1">
                <a:solidFill>
                  <a:srgbClr val="176B91"/>
                </a:solidFill>
                <a:latin typeface="Arial"/>
                <a:ea typeface="Arial"/>
                <a:cs typeface="Arial"/>
              </a:defRPr>
            </a:lvl7pPr>
            <a:lvl8pPr algn="l">
              <a:defRPr sz="2175" b="1">
                <a:solidFill>
                  <a:srgbClr val="176B91"/>
                </a:solidFill>
                <a:latin typeface="Arial"/>
                <a:ea typeface="Arial"/>
                <a:cs typeface="Arial"/>
              </a:defRPr>
            </a:lvl8pPr>
            <a:lvl9pPr algn="l">
              <a:defRPr sz="2175" b="1">
                <a:solidFill>
                  <a:srgbClr val="176B91"/>
                </a:solidFill>
                <a:latin typeface="Arial"/>
                <a:ea typeface="Arial"/>
                <a:cs typeface="Arial"/>
              </a:defRPr>
            </a:lvl9pPr>
          </a:lstStyle>
          <a:p xmlns:a="http://schemas.openxmlformats.org/drawingml/2006/main">
            <a:pPr algn="l">
              <a:defRPr sz="2175" b="1">
                <a:solidFill>
                  <a:srgbClr val="176B91"/>
                </a:solidFill>
                <a:latin typeface="Arial"/>
                <a:ea typeface="Arial"/>
                <a:cs typeface="Arial"/>
              </a:defRPr>
            </a:pPr>
            <a:r>
              <a:rPr sz="2175" b="1">
                <a:solidFill>
                  <a:srgbClr val="176B91"/>
                </a:solidFill>
                <a:latin typeface="Arial"/>
                <a:ea typeface="Arial"/>
                <a:cs typeface="Arial"/>
              </a:rPr>
              <a:t>Dans le code : qui connaît quel type ?</a:t>
            </a:r>
          </a:p>
        </p:txBody>
      </p:sp>
      <p:sp>
        <p:nvSpPr>
          <p:cNvPr id="6" name="">
            <a:extLst xmlns:a="http://schemas.openxmlformats.org/drawingml/2006/main">
              <a:ext uri="{FF2B5EF4-FFF2-40B4-BE49-F238E27FC236}">
                <a16:creationId xmlns:a16="http://schemas.microsoft.com/office/drawing/2014/main" id="{2CF33F26-FB29-4902-9BA3-1532CC8D2896}"/>
              </a:ext>
            </a:extLst>
          </p:cNvPr>
          <p:cNvSpPr>
            <a:spLocks xmlns:a="http://schemas.openxmlformats.org/drawingml/2006/main" noGrp="1"/>
          </p:cNvSpPr>
          <p:nvPr/>
        </p:nvSpPr>
        <p:spPr>
          <a:xfrm xmlns:a="http://schemas.openxmlformats.org/drawingml/2006/main">
            <a:off x="619125" y="2286000"/>
            <a:ext cx="4286250" cy="1095375"/>
          </a:xfrm>
          <a:prstGeom xmlns:a="http://schemas.openxmlformats.org/drawingml/2006/main" prst="rect">
            <a:avLst/>
          </a:prstGeom>
          <a:solidFill xmlns:a="http://schemas.openxmlformats.org/drawingml/2006/main">
            <a:srgbClr val="E8EDF0"/>
          </a:solidFill>
          <a:ln xmlns:a="http://schemas.openxmlformats.org/drawingml/2006/main" w="14288">
            <a:solidFill>
              <a:srgbClr val="B9C7CF"/>
            </a:solidFill>
          </a:ln>
        </p:spPr>
      </p:sp>
      <p:sp>
        <p:nvSpPr>
          <p:cNvPr id="7" name="">
            <a:extLst xmlns:a="http://schemas.openxmlformats.org/drawingml/2006/main">
              <a:ext uri="{FF2B5EF4-FFF2-40B4-BE49-F238E27FC236}">
                <a16:creationId xmlns:a16="http://schemas.microsoft.com/office/drawing/2014/main" id="{BD1BB178-5377-40F0-8B52-C972367C5E81}"/>
              </a:ext>
            </a:extLst>
          </p:cNvPr>
          <p:cNvSpPr>
            <a:spLocks xmlns:a="http://schemas.openxmlformats.org/drawingml/2006/main" noGrp="1"/>
          </p:cNvSpPr>
          <p:nvPr/>
        </p:nvSpPr>
        <p:spPr>
          <a:xfrm xmlns:a="http://schemas.openxmlformats.org/drawingml/2006/main">
            <a:off x="790575" y="2419350"/>
            <a:ext cx="3943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182F44"/>
                </a:solidFill>
                <a:latin typeface="Arial"/>
                <a:ea typeface="Arial"/>
                <a:cs typeface="Arial"/>
              </a:defRPr>
            </a:defPPr>
            <a:lvl1pPr algn="l">
              <a:defRPr sz="2025" b="1">
                <a:solidFill>
                  <a:srgbClr val="182F44"/>
                </a:solidFill>
                <a:latin typeface="Arial"/>
                <a:ea typeface="Arial"/>
                <a:cs typeface="Arial"/>
              </a:defRPr>
            </a:lvl1pPr>
            <a:lvl2pPr algn="l">
              <a:defRPr sz="2025" b="1">
                <a:solidFill>
                  <a:srgbClr val="182F44"/>
                </a:solidFill>
                <a:latin typeface="Arial"/>
                <a:ea typeface="Arial"/>
                <a:cs typeface="Arial"/>
              </a:defRPr>
            </a:lvl2pPr>
            <a:lvl3pPr algn="l">
              <a:defRPr sz="2025" b="1">
                <a:solidFill>
                  <a:srgbClr val="182F44"/>
                </a:solidFill>
                <a:latin typeface="Arial"/>
                <a:ea typeface="Arial"/>
                <a:cs typeface="Arial"/>
              </a:defRPr>
            </a:lvl3pPr>
            <a:lvl4pPr algn="l">
              <a:defRPr sz="2025" b="1">
                <a:solidFill>
                  <a:srgbClr val="182F44"/>
                </a:solidFill>
                <a:latin typeface="Arial"/>
                <a:ea typeface="Arial"/>
                <a:cs typeface="Arial"/>
              </a:defRPr>
            </a:lvl4pPr>
            <a:lvl5pPr algn="l">
              <a:defRPr sz="2025" b="1">
                <a:solidFill>
                  <a:srgbClr val="182F44"/>
                </a:solidFill>
                <a:latin typeface="Arial"/>
                <a:ea typeface="Arial"/>
                <a:cs typeface="Arial"/>
              </a:defRPr>
            </a:lvl5pPr>
            <a:lvl6pPr algn="l">
              <a:defRPr sz="2025" b="1">
                <a:solidFill>
                  <a:srgbClr val="182F44"/>
                </a:solidFill>
                <a:latin typeface="Arial"/>
                <a:ea typeface="Arial"/>
                <a:cs typeface="Arial"/>
              </a:defRPr>
            </a:lvl6pPr>
            <a:lvl7pPr algn="l">
              <a:defRPr sz="2025" b="1">
                <a:solidFill>
                  <a:srgbClr val="182F44"/>
                </a:solidFill>
                <a:latin typeface="Arial"/>
                <a:ea typeface="Arial"/>
                <a:cs typeface="Arial"/>
              </a:defRPr>
            </a:lvl7pPr>
            <a:lvl8pPr algn="l">
              <a:defRPr sz="2025" b="1">
                <a:solidFill>
                  <a:srgbClr val="182F44"/>
                </a:solidFill>
                <a:latin typeface="Arial"/>
                <a:ea typeface="Arial"/>
                <a:cs typeface="Arial"/>
              </a:defRPr>
            </a:lvl8pPr>
            <a:lvl9pPr algn="l">
              <a:defRPr sz="2025" b="1">
                <a:solidFill>
                  <a:srgbClr val="182F44"/>
                </a:solidFill>
                <a:latin typeface="Arial"/>
                <a:ea typeface="Arial"/>
                <a:cs typeface="Arial"/>
              </a:defRPr>
            </a:lvl9pPr>
          </a:lstStyle>
          <a:p xmlns:a="http://schemas.openxmlformats.org/drawingml/2006/main">
            <a:pPr algn="l">
              <a:defRPr sz="2025" b="1">
                <a:solidFill>
                  <a:srgbClr val="182F44"/>
                </a:solidFill>
                <a:latin typeface="Arial"/>
                <a:ea typeface="Arial"/>
                <a:cs typeface="Arial"/>
              </a:defRPr>
            </a:pPr>
            <a:r>
              <a:rPr sz="2025" b="1">
                <a:solidFill>
                  <a:srgbClr val="182F44"/>
                </a:solidFill>
                <a:latin typeface="Arial"/>
                <a:ea typeface="Arial"/>
                <a:cs typeface="Arial"/>
              </a:rPr>
              <a:t>ServiceCommande</a:t>
            </a:r>
          </a:p>
        </p:txBody>
      </p:sp>
      <p:sp>
        <p:nvSpPr>
          <p:cNvPr id="8" name="">
            <a:extLst xmlns:a="http://schemas.openxmlformats.org/drawingml/2006/main">
              <a:ext uri="{FF2B5EF4-FFF2-40B4-BE49-F238E27FC236}">
                <a16:creationId xmlns:a16="http://schemas.microsoft.com/office/drawing/2014/main" id="{43FA6A58-270E-4953-BFF3-66EDBB1F23E0}"/>
              </a:ext>
            </a:extLst>
          </p:cNvPr>
          <p:cNvSpPr>
            <a:spLocks xmlns:a="http://schemas.openxmlformats.org/drawingml/2006/main" noGrp="1"/>
          </p:cNvSpPr>
          <p:nvPr/>
        </p:nvSpPr>
        <p:spPr>
          <a:xfrm xmlns:a="http://schemas.openxmlformats.org/drawingml/2006/main">
            <a:off x="790575" y="2828925"/>
            <a:ext cx="39433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F44"/>
                </a:solidFill>
                <a:latin typeface="Arial"/>
                <a:ea typeface="Arial"/>
                <a:cs typeface="Arial"/>
              </a:defRPr>
            </a:defPPr>
            <a:lvl1pPr algn="l">
              <a:defRPr sz="1800" b="0">
                <a:solidFill>
                  <a:srgbClr val="182F44"/>
                </a:solidFill>
                <a:latin typeface="Arial"/>
                <a:ea typeface="Arial"/>
                <a:cs typeface="Arial"/>
              </a:defRPr>
            </a:lvl1pPr>
            <a:lvl2pPr algn="l">
              <a:defRPr sz="1800" b="0">
                <a:solidFill>
                  <a:srgbClr val="182F44"/>
                </a:solidFill>
                <a:latin typeface="Arial"/>
                <a:ea typeface="Arial"/>
                <a:cs typeface="Arial"/>
              </a:defRPr>
            </a:lvl2pPr>
            <a:lvl3pPr algn="l">
              <a:defRPr sz="1800" b="0">
                <a:solidFill>
                  <a:srgbClr val="182F44"/>
                </a:solidFill>
                <a:latin typeface="Arial"/>
                <a:ea typeface="Arial"/>
                <a:cs typeface="Arial"/>
              </a:defRPr>
            </a:lvl3pPr>
            <a:lvl4pPr algn="l">
              <a:defRPr sz="1800" b="0">
                <a:solidFill>
                  <a:srgbClr val="182F44"/>
                </a:solidFill>
                <a:latin typeface="Arial"/>
                <a:ea typeface="Arial"/>
                <a:cs typeface="Arial"/>
              </a:defRPr>
            </a:lvl4pPr>
            <a:lvl5pPr algn="l">
              <a:defRPr sz="1800" b="0">
                <a:solidFill>
                  <a:srgbClr val="182F44"/>
                </a:solidFill>
                <a:latin typeface="Arial"/>
                <a:ea typeface="Arial"/>
                <a:cs typeface="Arial"/>
              </a:defRPr>
            </a:lvl5pPr>
            <a:lvl6pPr algn="l">
              <a:defRPr sz="1800" b="0">
                <a:solidFill>
                  <a:srgbClr val="182F44"/>
                </a:solidFill>
                <a:latin typeface="Arial"/>
                <a:ea typeface="Arial"/>
                <a:cs typeface="Arial"/>
              </a:defRPr>
            </a:lvl6pPr>
            <a:lvl7pPr algn="l">
              <a:defRPr sz="1800" b="0">
                <a:solidFill>
                  <a:srgbClr val="182F44"/>
                </a:solidFill>
                <a:latin typeface="Arial"/>
                <a:ea typeface="Arial"/>
                <a:cs typeface="Arial"/>
              </a:defRPr>
            </a:lvl7pPr>
            <a:lvl8pPr algn="l">
              <a:defRPr sz="1800" b="0">
                <a:solidFill>
                  <a:srgbClr val="182F44"/>
                </a:solidFill>
                <a:latin typeface="Arial"/>
                <a:ea typeface="Arial"/>
                <a:cs typeface="Arial"/>
              </a:defRPr>
            </a:lvl8pPr>
            <a:lvl9pPr algn="l">
              <a:defRPr sz="1800" b="0">
                <a:solidFill>
                  <a:srgbClr val="182F44"/>
                </a:solidFill>
                <a:latin typeface="Arial"/>
                <a:ea typeface="Arial"/>
                <a:cs typeface="Arial"/>
              </a:defRPr>
            </a:lvl9pPr>
          </a:lstStyle>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Référence le contrat</a:t>
            </a:r>
          </a:p>
        </p:txBody>
      </p:sp>
      <p:sp>
        <p:nvSpPr>
          <p:cNvPr id="9" name="">
            <a:extLst xmlns:a="http://schemas.openxmlformats.org/drawingml/2006/main">
              <a:ext uri="{FF2B5EF4-FFF2-40B4-BE49-F238E27FC236}">
                <a16:creationId xmlns:a16="http://schemas.microsoft.com/office/drawing/2014/main" id="{2F380004-12A0-4316-AE6E-31972547B9C7}"/>
              </a:ext>
            </a:extLst>
          </p:cNvPr>
          <p:cNvSpPr>
            <a:spLocks xmlns:a="http://schemas.openxmlformats.org/drawingml/2006/main" noGrp="1"/>
          </p:cNvSpPr>
          <p:nvPr/>
        </p:nvSpPr>
        <p:spPr>
          <a:xfrm xmlns:a="http://schemas.openxmlformats.org/drawingml/2006/main">
            <a:off x="5905500" y="2286000"/>
            <a:ext cx="4286250" cy="1095375"/>
          </a:xfrm>
          <a:prstGeom xmlns:a="http://schemas.openxmlformats.org/drawingml/2006/main" prst="rect">
            <a:avLst/>
          </a:prstGeom>
          <a:solidFill xmlns:a="http://schemas.openxmlformats.org/drawingml/2006/main">
            <a:srgbClr val="E8EDF0"/>
          </a:solidFill>
          <a:ln xmlns:a="http://schemas.openxmlformats.org/drawingml/2006/main" w="14288">
            <a:solidFill>
              <a:srgbClr val="B9C7CF"/>
            </a:solidFill>
          </a:ln>
        </p:spPr>
      </p:sp>
      <p:sp>
        <p:nvSpPr>
          <p:cNvPr id="10" name="">
            <a:extLst xmlns:a="http://schemas.openxmlformats.org/drawingml/2006/main">
              <a:ext uri="{FF2B5EF4-FFF2-40B4-BE49-F238E27FC236}">
                <a16:creationId xmlns:a16="http://schemas.microsoft.com/office/drawing/2014/main" id="{04C6C01F-C1A8-4A7C-BBA7-8B166ACA0150}"/>
              </a:ext>
            </a:extLst>
          </p:cNvPr>
          <p:cNvSpPr>
            <a:spLocks xmlns:a="http://schemas.openxmlformats.org/drawingml/2006/main" noGrp="1"/>
          </p:cNvSpPr>
          <p:nvPr/>
        </p:nvSpPr>
        <p:spPr>
          <a:xfrm xmlns:a="http://schemas.openxmlformats.org/drawingml/2006/main">
            <a:off x="6076950" y="2419350"/>
            <a:ext cx="3943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182F44"/>
                </a:solidFill>
                <a:latin typeface="Arial"/>
                <a:ea typeface="Arial"/>
                <a:cs typeface="Arial"/>
              </a:defRPr>
            </a:defPPr>
            <a:lvl1pPr algn="l">
              <a:defRPr sz="2025" b="1">
                <a:solidFill>
                  <a:srgbClr val="182F44"/>
                </a:solidFill>
                <a:latin typeface="Arial"/>
                <a:ea typeface="Arial"/>
                <a:cs typeface="Arial"/>
              </a:defRPr>
            </a:lvl1pPr>
            <a:lvl2pPr algn="l">
              <a:defRPr sz="2025" b="1">
                <a:solidFill>
                  <a:srgbClr val="182F44"/>
                </a:solidFill>
                <a:latin typeface="Arial"/>
                <a:ea typeface="Arial"/>
                <a:cs typeface="Arial"/>
              </a:defRPr>
            </a:lvl2pPr>
            <a:lvl3pPr algn="l">
              <a:defRPr sz="2025" b="1">
                <a:solidFill>
                  <a:srgbClr val="182F44"/>
                </a:solidFill>
                <a:latin typeface="Arial"/>
                <a:ea typeface="Arial"/>
                <a:cs typeface="Arial"/>
              </a:defRPr>
            </a:lvl3pPr>
            <a:lvl4pPr algn="l">
              <a:defRPr sz="2025" b="1">
                <a:solidFill>
                  <a:srgbClr val="182F44"/>
                </a:solidFill>
                <a:latin typeface="Arial"/>
                <a:ea typeface="Arial"/>
                <a:cs typeface="Arial"/>
              </a:defRPr>
            </a:lvl4pPr>
            <a:lvl5pPr algn="l">
              <a:defRPr sz="2025" b="1">
                <a:solidFill>
                  <a:srgbClr val="182F44"/>
                </a:solidFill>
                <a:latin typeface="Arial"/>
                <a:ea typeface="Arial"/>
                <a:cs typeface="Arial"/>
              </a:defRPr>
            </a:lvl5pPr>
            <a:lvl6pPr algn="l">
              <a:defRPr sz="2025" b="1">
                <a:solidFill>
                  <a:srgbClr val="182F44"/>
                </a:solidFill>
                <a:latin typeface="Arial"/>
                <a:ea typeface="Arial"/>
                <a:cs typeface="Arial"/>
              </a:defRPr>
            </a:lvl6pPr>
            <a:lvl7pPr algn="l">
              <a:defRPr sz="2025" b="1">
                <a:solidFill>
                  <a:srgbClr val="182F44"/>
                </a:solidFill>
                <a:latin typeface="Arial"/>
                <a:ea typeface="Arial"/>
                <a:cs typeface="Arial"/>
              </a:defRPr>
            </a:lvl7pPr>
            <a:lvl8pPr algn="l">
              <a:defRPr sz="2025" b="1">
                <a:solidFill>
                  <a:srgbClr val="182F44"/>
                </a:solidFill>
                <a:latin typeface="Arial"/>
                <a:ea typeface="Arial"/>
                <a:cs typeface="Arial"/>
              </a:defRPr>
            </a:lvl8pPr>
            <a:lvl9pPr algn="l">
              <a:defRPr sz="2025" b="1">
                <a:solidFill>
                  <a:srgbClr val="182F44"/>
                </a:solidFill>
                <a:latin typeface="Arial"/>
                <a:ea typeface="Arial"/>
                <a:cs typeface="Arial"/>
              </a:defRPr>
            </a:lvl9pPr>
          </a:lstStyle>
          <a:p xmlns:a="http://schemas.openxmlformats.org/drawingml/2006/main">
            <a:pPr algn="l">
              <a:defRPr sz="2025" b="1">
                <a:solidFill>
                  <a:srgbClr val="182F44"/>
                </a:solidFill>
                <a:latin typeface="Arial"/>
                <a:ea typeface="Arial"/>
                <a:cs typeface="Arial"/>
              </a:defRPr>
            </a:pPr>
            <a:r>
              <a:rPr sz="2025" b="1">
                <a:solidFill>
                  <a:srgbClr val="182F44"/>
                </a:solidFill>
                <a:latin typeface="Arial"/>
                <a:ea typeface="Arial"/>
                <a:cs typeface="Arial"/>
              </a:rPr>
              <a:t>IEcritureCommandes</a:t>
            </a:r>
          </a:p>
        </p:txBody>
      </p:sp>
      <p:sp>
        <p:nvSpPr>
          <p:cNvPr id="11" name="">
            <a:extLst xmlns:a="http://schemas.openxmlformats.org/drawingml/2006/main">
              <a:ext uri="{FF2B5EF4-FFF2-40B4-BE49-F238E27FC236}">
                <a16:creationId xmlns:a16="http://schemas.microsoft.com/office/drawing/2014/main" id="{82A83073-EA02-458A-B3A0-1C74A7EB4D11}"/>
              </a:ext>
            </a:extLst>
          </p:cNvPr>
          <p:cNvSpPr>
            <a:spLocks xmlns:a="http://schemas.openxmlformats.org/drawingml/2006/main" noGrp="1"/>
          </p:cNvSpPr>
          <p:nvPr/>
        </p:nvSpPr>
        <p:spPr>
          <a:xfrm xmlns:a="http://schemas.openxmlformats.org/drawingml/2006/main">
            <a:off x="6076950" y="2828925"/>
            <a:ext cx="39433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F44"/>
                </a:solidFill>
                <a:latin typeface="Arial"/>
                <a:ea typeface="Arial"/>
                <a:cs typeface="Arial"/>
              </a:defRPr>
            </a:defPPr>
            <a:lvl1pPr algn="l">
              <a:defRPr sz="1800" b="0">
                <a:solidFill>
                  <a:srgbClr val="182F44"/>
                </a:solidFill>
                <a:latin typeface="Arial"/>
                <a:ea typeface="Arial"/>
                <a:cs typeface="Arial"/>
              </a:defRPr>
            </a:lvl1pPr>
            <a:lvl2pPr algn="l">
              <a:defRPr sz="1800" b="0">
                <a:solidFill>
                  <a:srgbClr val="182F44"/>
                </a:solidFill>
                <a:latin typeface="Arial"/>
                <a:ea typeface="Arial"/>
                <a:cs typeface="Arial"/>
              </a:defRPr>
            </a:lvl2pPr>
            <a:lvl3pPr algn="l">
              <a:defRPr sz="1800" b="0">
                <a:solidFill>
                  <a:srgbClr val="182F44"/>
                </a:solidFill>
                <a:latin typeface="Arial"/>
                <a:ea typeface="Arial"/>
                <a:cs typeface="Arial"/>
              </a:defRPr>
            </a:lvl3pPr>
            <a:lvl4pPr algn="l">
              <a:defRPr sz="1800" b="0">
                <a:solidFill>
                  <a:srgbClr val="182F44"/>
                </a:solidFill>
                <a:latin typeface="Arial"/>
                <a:ea typeface="Arial"/>
                <a:cs typeface="Arial"/>
              </a:defRPr>
            </a:lvl4pPr>
            <a:lvl5pPr algn="l">
              <a:defRPr sz="1800" b="0">
                <a:solidFill>
                  <a:srgbClr val="182F44"/>
                </a:solidFill>
                <a:latin typeface="Arial"/>
                <a:ea typeface="Arial"/>
                <a:cs typeface="Arial"/>
              </a:defRPr>
            </a:lvl5pPr>
            <a:lvl6pPr algn="l">
              <a:defRPr sz="1800" b="0">
                <a:solidFill>
                  <a:srgbClr val="182F44"/>
                </a:solidFill>
                <a:latin typeface="Arial"/>
                <a:ea typeface="Arial"/>
                <a:cs typeface="Arial"/>
              </a:defRPr>
            </a:lvl6pPr>
            <a:lvl7pPr algn="l">
              <a:defRPr sz="1800" b="0">
                <a:solidFill>
                  <a:srgbClr val="182F44"/>
                </a:solidFill>
                <a:latin typeface="Arial"/>
                <a:ea typeface="Arial"/>
                <a:cs typeface="Arial"/>
              </a:defRPr>
            </a:lvl7pPr>
            <a:lvl8pPr algn="l">
              <a:defRPr sz="1800" b="0">
                <a:solidFill>
                  <a:srgbClr val="182F44"/>
                </a:solidFill>
                <a:latin typeface="Arial"/>
                <a:ea typeface="Arial"/>
                <a:cs typeface="Arial"/>
              </a:defRPr>
            </a:lvl8pPr>
            <a:lvl9pPr algn="l">
              <a:defRPr sz="1800" b="0">
                <a:solidFill>
                  <a:srgbClr val="182F44"/>
                </a:solidFill>
                <a:latin typeface="Arial"/>
                <a:ea typeface="Arial"/>
                <a:cs typeface="Arial"/>
              </a:defRPr>
            </a:lvl9pPr>
          </a:lstStyle>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Abstraction</a:t>
            </a:r>
          </a:p>
        </p:txBody>
      </p:sp>
      <p:sp>
        <p:nvSpPr>
          <p:cNvPr id="12" name="">
            <a:extLst xmlns:a="http://schemas.openxmlformats.org/drawingml/2006/main">
              <a:ext uri="{FF2B5EF4-FFF2-40B4-BE49-F238E27FC236}">
                <a16:creationId xmlns:a16="http://schemas.microsoft.com/office/drawing/2014/main" id="{3754B0C0-3E1A-4247-970E-4913353E79FE}"/>
              </a:ext>
            </a:extLst>
          </p:cNvPr>
          <p:cNvSpPr>
            <a:spLocks xmlns:a="http://schemas.openxmlformats.org/drawingml/2006/main" noGrp="1"/>
          </p:cNvSpPr>
          <p:nvPr/>
        </p:nvSpPr>
        <p:spPr>
          <a:xfrm xmlns:a="http://schemas.openxmlformats.org/drawingml/2006/main">
            <a:off x="11191875" y="2286000"/>
            <a:ext cx="3429000" cy="1095375"/>
          </a:xfrm>
          <a:prstGeom xmlns:a="http://schemas.openxmlformats.org/drawingml/2006/main" prst="rect">
            <a:avLst/>
          </a:prstGeom>
          <a:solidFill xmlns:a="http://schemas.openxmlformats.org/drawingml/2006/main">
            <a:srgbClr val="E8EDF0"/>
          </a:solidFill>
          <a:ln xmlns:a="http://schemas.openxmlformats.org/drawingml/2006/main" w="14288">
            <a:solidFill>
              <a:srgbClr val="B9C7CF"/>
            </a:solidFill>
          </a:ln>
        </p:spPr>
      </p:sp>
      <p:sp>
        <p:nvSpPr>
          <p:cNvPr id="13" name="">
            <a:extLst xmlns:a="http://schemas.openxmlformats.org/drawingml/2006/main">
              <a:ext uri="{FF2B5EF4-FFF2-40B4-BE49-F238E27FC236}">
                <a16:creationId xmlns:a16="http://schemas.microsoft.com/office/drawing/2014/main" id="{B74F3FC9-5D04-4787-884E-F4161F24E299}"/>
              </a:ext>
            </a:extLst>
          </p:cNvPr>
          <p:cNvSpPr>
            <a:spLocks xmlns:a="http://schemas.openxmlformats.org/drawingml/2006/main" noGrp="1"/>
          </p:cNvSpPr>
          <p:nvPr/>
        </p:nvSpPr>
        <p:spPr>
          <a:xfrm xmlns:a="http://schemas.openxmlformats.org/drawingml/2006/main">
            <a:off x="11363325" y="2419350"/>
            <a:ext cx="3086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182F44"/>
                </a:solidFill>
                <a:latin typeface="Arial"/>
                <a:ea typeface="Arial"/>
                <a:cs typeface="Arial"/>
              </a:defRPr>
            </a:defPPr>
            <a:lvl1pPr algn="l">
              <a:defRPr sz="1725" b="1">
                <a:solidFill>
                  <a:srgbClr val="182F44"/>
                </a:solidFill>
                <a:latin typeface="Arial"/>
                <a:ea typeface="Arial"/>
                <a:cs typeface="Arial"/>
              </a:defRPr>
            </a:lvl1pPr>
            <a:lvl2pPr algn="l">
              <a:defRPr sz="1725" b="1">
                <a:solidFill>
                  <a:srgbClr val="182F44"/>
                </a:solidFill>
                <a:latin typeface="Arial"/>
                <a:ea typeface="Arial"/>
                <a:cs typeface="Arial"/>
              </a:defRPr>
            </a:lvl2pPr>
            <a:lvl3pPr algn="l">
              <a:defRPr sz="1725" b="1">
                <a:solidFill>
                  <a:srgbClr val="182F44"/>
                </a:solidFill>
                <a:latin typeface="Arial"/>
                <a:ea typeface="Arial"/>
                <a:cs typeface="Arial"/>
              </a:defRPr>
            </a:lvl3pPr>
            <a:lvl4pPr algn="l">
              <a:defRPr sz="1725" b="1">
                <a:solidFill>
                  <a:srgbClr val="182F44"/>
                </a:solidFill>
                <a:latin typeface="Arial"/>
                <a:ea typeface="Arial"/>
                <a:cs typeface="Arial"/>
              </a:defRPr>
            </a:lvl4pPr>
            <a:lvl5pPr algn="l">
              <a:defRPr sz="1725" b="1">
                <a:solidFill>
                  <a:srgbClr val="182F44"/>
                </a:solidFill>
                <a:latin typeface="Arial"/>
                <a:ea typeface="Arial"/>
                <a:cs typeface="Arial"/>
              </a:defRPr>
            </a:lvl5pPr>
            <a:lvl6pPr algn="l">
              <a:defRPr sz="1725" b="1">
                <a:solidFill>
                  <a:srgbClr val="182F44"/>
                </a:solidFill>
                <a:latin typeface="Arial"/>
                <a:ea typeface="Arial"/>
                <a:cs typeface="Arial"/>
              </a:defRPr>
            </a:lvl6pPr>
            <a:lvl7pPr algn="l">
              <a:defRPr sz="1725" b="1">
                <a:solidFill>
                  <a:srgbClr val="182F44"/>
                </a:solidFill>
                <a:latin typeface="Arial"/>
                <a:ea typeface="Arial"/>
                <a:cs typeface="Arial"/>
              </a:defRPr>
            </a:lvl7pPr>
            <a:lvl8pPr algn="l">
              <a:defRPr sz="1725" b="1">
                <a:solidFill>
                  <a:srgbClr val="182F44"/>
                </a:solidFill>
                <a:latin typeface="Arial"/>
                <a:ea typeface="Arial"/>
                <a:cs typeface="Arial"/>
              </a:defRPr>
            </a:lvl8pPr>
            <a:lvl9pPr algn="l">
              <a:defRPr sz="1725" b="1">
                <a:solidFill>
                  <a:srgbClr val="182F44"/>
                </a:solidFill>
                <a:latin typeface="Arial"/>
                <a:ea typeface="Arial"/>
                <a:cs typeface="Arial"/>
              </a:defRPr>
            </a:lvl9pPr>
          </a:lstStyle>
          <a:p xmlns:a="http://schemas.openxmlformats.org/drawingml/2006/main">
            <a:pPr algn="l">
              <a:defRPr sz="1725" b="1">
                <a:solidFill>
                  <a:srgbClr val="182F44"/>
                </a:solidFill>
                <a:latin typeface="Arial"/>
                <a:ea typeface="Arial"/>
                <a:cs typeface="Arial"/>
              </a:defRPr>
            </a:pPr>
            <a:r>
              <a:rPr sz="1725" b="1">
                <a:solidFill>
                  <a:srgbClr val="182F44"/>
                </a:solidFill>
                <a:latin typeface="Arial"/>
                <a:ea typeface="Arial"/>
                <a:cs typeface="Arial"/>
              </a:rPr>
              <a:t>StockageMySQL</a:t>
            </a:r>
          </a:p>
        </p:txBody>
      </p:sp>
      <p:sp>
        <p:nvSpPr>
          <p:cNvPr id="14" name="">
            <a:extLst xmlns:a="http://schemas.openxmlformats.org/drawingml/2006/main">
              <a:ext uri="{FF2B5EF4-FFF2-40B4-BE49-F238E27FC236}">
                <a16:creationId xmlns:a16="http://schemas.microsoft.com/office/drawing/2014/main" id="{9715891A-1776-4076-AC8C-E7294A57895A}"/>
              </a:ext>
            </a:extLst>
          </p:cNvPr>
          <p:cNvSpPr>
            <a:spLocks xmlns:a="http://schemas.openxmlformats.org/drawingml/2006/main" noGrp="1"/>
          </p:cNvSpPr>
          <p:nvPr/>
        </p:nvSpPr>
        <p:spPr>
          <a:xfrm xmlns:a="http://schemas.openxmlformats.org/drawingml/2006/main">
            <a:off x="11363325" y="2828925"/>
            <a:ext cx="30861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F44"/>
                </a:solidFill>
                <a:latin typeface="Arial"/>
                <a:ea typeface="Arial"/>
                <a:cs typeface="Arial"/>
              </a:defRPr>
            </a:defPPr>
            <a:lvl1pPr algn="l">
              <a:defRPr sz="1800" b="0">
                <a:solidFill>
                  <a:srgbClr val="182F44"/>
                </a:solidFill>
                <a:latin typeface="Arial"/>
                <a:ea typeface="Arial"/>
                <a:cs typeface="Arial"/>
              </a:defRPr>
            </a:lvl1pPr>
            <a:lvl2pPr algn="l">
              <a:defRPr sz="1800" b="0">
                <a:solidFill>
                  <a:srgbClr val="182F44"/>
                </a:solidFill>
                <a:latin typeface="Arial"/>
                <a:ea typeface="Arial"/>
                <a:cs typeface="Arial"/>
              </a:defRPr>
            </a:lvl2pPr>
            <a:lvl3pPr algn="l">
              <a:defRPr sz="1800" b="0">
                <a:solidFill>
                  <a:srgbClr val="182F44"/>
                </a:solidFill>
                <a:latin typeface="Arial"/>
                <a:ea typeface="Arial"/>
                <a:cs typeface="Arial"/>
              </a:defRPr>
            </a:lvl3pPr>
            <a:lvl4pPr algn="l">
              <a:defRPr sz="1800" b="0">
                <a:solidFill>
                  <a:srgbClr val="182F44"/>
                </a:solidFill>
                <a:latin typeface="Arial"/>
                <a:ea typeface="Arial"/>
                <a:cs typeface="Arial"/>
              </a:defRPr>
            </a:lvl4pPr>
            <a:lvl5pPr algn="l">
              <a:defRPr sz="1800" b="0">
                <a:solidFill>
                  <a:srgbClr val="182F44"/>
                </a:solidFill>
                <a:latin typeface="Arial"/>
                <a:ea typeface="Arial"/>
                <a:cs typeface="Arial"/>
              </a:defRPr>
            </a:lvl5pPr>
            <a:lvl6pPr algn="l">
              <a:defRPr sz="1800" b="0">
                <a:solidFill>
                  <a:srgbClr val="182F44"/>
                </a:solidFill>
                <a:latin typeface="Arial"/>
                <a:ea typeface="Arial"/>
                <a:cs typeface="Arial"/>
              </a:defRPr>
            </a:lvl6pPr>
            <a:lvl7pPr algn="l">
              <a:defRPr sz="1800" b="0">
                <a:solidFill>
                  <a:srgbClr val="182F44"/>
                </a:solidFill>
                <a:latin typeface="Arial"/>
                <a:ea typeface="Arial"/>
                <a:cs typeface="Arial"/>
              </a:defRPr>
            </a:lvl7pPr>
            <a:lvl8pPr algn="l">
              <a:defRPr sz="1800" b="0">
                <a:solidFill>
                  <a:srgbClr val="182F44"/>
                </a:solidFill>
                <a:latin typeface="Arial"/>
                <a:ea typeface="Arial"/>
                <a:cs typeface="Arial"/>
              </a:defRPr>
            </a:lvl8pPr>
            <a:lvl9pPr algn="l">
              <a:defRPr sz="1800" b="0">
                <a:solidFill>
                  <a:srgbClr val="182F44"/>
                </a:solidFill>
                <a:latin typeface="Arial"/>
                <a:ea typeface="Arial"/>
                <a:cs typeface="Arial"/>
              </a:defRPr>
            </a:lvl9pPr>
          </a:lstStyle>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Implémente le contrat</a:t>
            </a:r>
          </a:p>
        </p:txBody>
      </p:sp>
      <p:sp>
        <p:nvSpPr>
          <p:cNvPr id="17" name="">
            <a:extLst xmlns:a="http://schemas.openxmlformats.org/drawingml/2006/main">
              <a:ext uri="{FF2B5EF4-FFF2-40B4-BE49-F238E27FC236}">
                <a16:creationId xmlns:a16="http://schemas.microsoft.com/office/drawing/2014/main" id="{A9A13AEC-9822-438E-A342-CBE7F334E8D0}"/>
              </a:ext>
            </a:extLst>
          </p:cNvPr>
          <p:cNvSpPr>
            <a:spLocks xmlns:a="http://schemas.openxmlformats.org/drawingml/2006/main" noGrp="1"/>
          </p:cNvSpPr>
          <p:nvPr/>
        </p:nvSpPr>
        <p:spPr>
          <a:xfrm xmlns:a="http://schemas.openxmlformats.org/drawingml/2006/main">
            <a:off x="619125" y="4143375"/>
            <a:ext cx="1390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176B91"/>
                </a:solidFill>
                <a:latin typeface="Arial"/>
                <a:ea typeface="Arial"/>
                <a:cs typeface="Arial"/>
              </a:defRPr>
            </a:defPPr>
            <a:lvl1pPr algn="l">
              <a:defRPr sz="2175" b="1">
                <a:solidFill>
                  <a:srgbClr val="176B91"/>
                </a:solidFill>
                <a:latin typeface="Arial"/>
                <a:ea typeface="Arial"/>
                <a:cs typeface="Arial"/>
              </a:defRPr>
            </a:lvl1pPr>
            <a:lvl2pPr algn="l">
              <a:defRPr sz="2175" b="1">
                <a:solidFill>
                  <a:srgbClr val="176B91"/>
                </a:solidFill>
                <a:latin typeface="Arial"/>
                <a:ea typeface="Arial"/>
                <a:cs typeface="Arial"/>
              </a:defRPr>
            </a:lvl2pPr>
            <a:lvl3pPr algn="l">
              <a:defRPr sz="2175" b="1">
                <a:solidFill>
                  <a:srgbClr val="176B91"/>
                </a:solidFill>
                <a:latin typeface="Arial"/>
                <a:ea typeface="Arial"/>
                <a:cs typeface="Arial"/>
              </a:defRPr>
            </a:lvl3pPr>
            <a:lvl4pPr algn="l">
              <a:defRPr sz="2175" b="1">
                <a:solidFill>
                  <a:srgbClr val="176B91"/>
                </a:solidFill>
                <a:latin typeface="Arial"/>
                <a:ea typeface="Arial"/>
                <a:cs typeface="Arial"/>
              </a:defRPr>
            </a:lvl4pPr>
            <a:lvl5pPr algn="l">
              <a:defRPr sz="2175" b="1">
                <a:solidFill>
                  <a:srgbClr val="176B91"/>
                </a:solidFill>
                <a:latin typeface="Arial"/>
                <a:ea typeface="Arial"/>
                <a:cs typeface="Arial"/>
              </a:defRPr>
            </a:lvl5pPr>
            <a:lvl6pPr algn="l">
              <a:defRPr sz="2175" b="1">
                <a:solidFill>
                  <a:srgbClr val="176B91"/>
                </a:solidFill>
                <a:latin typeface="Arial"/>
                <a:ea typeface="Arial"/>
                <a:cs typeface="Arial"/>
              </a:defRPr>
            </a:lvl6pPr>
            <a:lvl7pPr algn="l">
              <a:defRPr sz="2175" b="1">
                <a:solidFill>
                  <a:srgbClr val="176B91"/>
                </a:solidFill>
                <a:latin typeface="Arial"/>
                <a:ea typeface="Arial"/>
                <a:cs typeface="Arial"/>
              </a:defRPr>
            </a:lvl7pPr>
            <a:lvl8pPr algn="l">
              <a:defRPr sz="2175" b="1">
                <a:solidFill>
                  <a:srgbClr val="176B91"/>
                </a:solidFill>
                <a:latin typeface="Arial"/>
                <a:ea typeface="Arial"/>
                <a:cs typeface="Arial"/>
              </a:defRPr>
            </a:lvl8pPr>
            <a:lvl9pPr algn="l">
              <a:defRPr sz="2175" b="1">
                <a:solidFill>
                  <a:srgbClr val="176B91"/>
                </a:solidFill>
                <a:latin typeface="Arial"/>
                <a:ea typeface="Arial"/>
                <a:cs typeface="Arial"/>
              </a:defRPr>
            </a:lvl9pPr>
          </a:lstStyle>
          <a:p xmlns:a="http://schemas.openxmlformats.org/drawingml/2006/main">
            <a:pPr algn="l">
              <a:defRPr sz="2175" b="1">
                <a:solidFill>
                  <a:srgbClr val="176B91"/>
                </a:solidFill>
                <a:latin typeface="Arial"/>
                <a:ea typeface="Arial"/>
                <a:cs typeface="Arial"/>
              </a:defRPr>
            </a:pPr>
            <a:r>
              <a:rPr sz="2175" b="1">
                <a:solidFill>
                  <a:srgbClr val="176B91"/>
                </a:solidFill>
                <a:latin typeface="Arial"/>
                <a:ea typeface="Arial"/>
                <a:cs typeface="Arial"/>
              </a:rPr>
              <a:t>Pendant l’exécution : qui appelle quel objet ?</a:t>
            </a:r>
          </a:p>
        </p:txBody>
      </p:sp>
      <p:sp>
        <p:nvSpPr>
          <p:cNvPr id="18" name="">
            <a:extLst xmlns:a="http://schemas.openxmlformats.org/drawingml/2006/main">
              <a:ext uri="{FF2B5EF4-FFF2-40B4-BE49-F238E27FC236}">
                <a16:creationId xmlns:a16="http://schemas.microsoft.com/office/drawing/2014/main" id="{EE868DB0-9D5A-40A4-B924-8F25EB2819BE}"/>
              </a:ext>
            </a:extLst>
          </p:cNvPr>
          <p:cNvSpPr>
            <a:spLocks xmlns:a="http://schemas.openxmlformats.org/drawingml/2006/main" noGrp="1"/>
          </p:cNvSpPr>
          <p:nvPr/>
        </p:nvSpPr>
        <p:spPr>
          <a:xfrm xmlns:a="http://schemas.openxmlformats.org/drawingml/2006/main">
            <a:off x="619125" y="4762500"/>
            <a:ext cx="5476875" cy="1190625"/>
          </a:xfrm>
          <a:prstGeom xmlns:a="http://schemas.openxmlformats.org/drawingml/2006/main" prst="rect">
            <a:avLst/>
          </a:prstGeom>
          <a:solidFill xmlns:a="http://schemas.openxmlformats.org/drawingml/2006/main">
            <a:srgbClr val="E8EDF0"/>
          </a:solidFill>
          <a:ln xmlns:a="http://schemas.openxmlformats.org/drawingml/2006/main" w="14288">
            <a:solidFill>
              <a:srgbClr val="B9C7CF"/>
            </a:solidFill>
          </a:ln>
        </p:spPr>
      </p:sp>
      <p:sp>
        <p:nvSpPr>
          <p:cNvPr id="19" name="">
            <a:extLst xmlns:a="http://schemas.openxmlformats.org/drawingml/2006/main">
              <a:ext uri="{FF2B5EF4-FFF2-40B4-BE49-F238E27FC236}">
                <a16:creationId xmlns:a16="http://schemas.microsoft.com/office/drawing/2014/main" id="{F1BB37CE-7BFC-4E20-969E-61118B6F8676}"/>
              </a:ext>
            </a:extLst>
          </p:cNvPr>
          <p:cNvSpPr>
            <a:spLocks xmlns:a="http://schemas.openxmlformats.org/drawingml/2006/main" noGrp="1"/>
          </p:cNvSpPr>
          <p:nvPr/>
        </p:nvSpPr>
        <p:spPr>
          <a:xfrm xmlns:a="http://schemas.openxmlformats.org/drawingml/2006/main">
            <a:off x="790575" y="4895850"/>
            <a:ext cx="51339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182F44"/>
                </a:solidFill>
                <a:latin typeface="Arial"/>
                <a:ea typeface="Arial"/>
                <a:cs typeface="Arial"/>
              </a:defRPr>
            </a:defPPr>
            <a:lvl1pPr algn="l">
              <a:defRPr sz="2025" b="1">
                <a:solidFill>
                  <a:srgbClr val="182F44"/>
                </a:solidFill>
                <a:latin typeface="Arial"/>
                <a:ea typeface="Arial"/>
                <a:cs typeface="Arial"/>
              </a:defRPr>
            </a:lvl1pPr>
            <a:lvl2pPr algn="l">
              <a:defRPr sz="2025" b="1">
                <a:solidFill>
                  <a:srgbClr val="182F44"/>
                </a:solidFill>
                <a:latin typeface="Arial"/>
                <a:ea typeface="Arial"/>
                <a:cs typeface="Arial"/>
              </a:defRPr>
            </a:lvl2pPr>
            <a:lvl3pPr algn="l">
              <a:defRPr sz="2025" b="1">
                <a:solidFill>
                  <a:srgbClr val="182F44"/>
                </a:solidFill>
                <a:latin typeface="Arial"/>
                <a:ea typeface="Arial"/>
                <a:cs typeface="Arial"/>
              </a:defRPr>
            </a:lvl3pPr>
            <a:lvl4pPr algn="l">
              <a:defRPr sz="2025" b="1">
                <a:solidFill>
                  <a:srgbClr val="182F44"/>
                </a:solidFill>
                <a:latin typeface="Arial"/>
                <a:ea typeface="Arial"/>
                <a:cs typeface="Arial"/>
              </a:defRPr>
            </a:lvl4pPr>
            <a:lvl5pPr algn="l">
              <a:defRPr sz="2025" b="1">
                <a:solidFill>
                  <a:srgbClr val="182F44"/>
                </a:solidFill>
                <a:latin typeface="Arial"/>
                <a:ea typeface="Arial"/>
                <a:cs typeface="Arial"/>
              </a:defRPr>
            </a:lvl5pPr>
            <a:lvl6pPr algn="l">
              <a:defRPr sz="2025" b="1">
                <a:solidFill>
                  <a:srgbClr val="182F44"/>
                </a:solidFill>
                <a:latin typeface="Arial"/>
                <a:ea typeface="Arial"/>
                <a:cs typeface="Arial"/>
              </a:defRPr>
            </a:lvl6pPr>
            <a:lvl7pPr algn="l">
              <a:defRPr sz="2025" b="1">
                <a:solidFill>
                  <a:srgbClr val="182F44"/>
                </a:solidFill>
                <a:latin typeface="Arial"/>
                <a:ea typeface="Arial"/>
                <a:cs typeface="Arial"/>
              </a:defRPr>
            </a:lvl7pPr>
            <a:lvl8pPr algn="l">
              <a:defRPr sz="2025" b="1">
                <a:solidFill>
                  <a:srgbClr val="182F44"/>
                </a:solidFill>
                <a:latin typeface="Arial"/>
                <a:ea typeface="Arial"/>
                <a:cs typeface="Arial"/>
              </a:defRPr>
            </a:lvl8pPr>
            <a:lvl9pPr algn="l">
              <a:defRPr sz="2025" b="1">
                <a:solidFill>
                  <a:srgbClr val="182F44"/>
                </a:solidFill>
                <a:latin typeface="Arial"/>
                <a:ea typeface="Arial"/>
                <a:cs typeface="Arial"/>
              </a:defRPr>
            </a:lvl9pPr>
          </a:lstStyle>
          <a:p xmlns:a="http://schemas.openxmlformats.org/drawingml/2006/main">
            <a:pPr algn="l">
              <a:defRPr sz="2025" b="1">
                <a:solidFill>
                  <a:srgbClr val="182F44"/>
                </a:solidFill>
                <a:latin typeface="Arial"/>
                <a:ea typeface="Arial"/>
                <a:cs typeface="Arial"/>
              </a:defRPr>
            </a:pPr>
            <a:r>
              <a:rPr sz="2025" b="1">
                <a:solidFill>
                  <a:srgbClr val="182F44"/>
                </a:solidFill>
                <a:latin typeface="Arial"/>
                <a:ea typeface="Arial"/>
                <a:cs typeface="Arial"/>
              </a:rPr>
              <a:t>Objet ServiceCommande</a:t>
            </a:r>
          </a:p>
        </p:txBody>
      </p:sp>
      <p:sp>
        <p:nvSpPr>
          <p:cNvPr id="20" name="">
            <a:extLst xmlns:a="http://schemas.openxmlformats.org/drawingml/2006/main">
              <a:ext uri="{FF2B5EF4-FFF2-40B4-BE49-F238E27FC236}">
                <a16:creationId xmlns:a16="http://schemas.microsoft.com/office/drawing/2014/main" id="{D4FEC539-EC59-4C17-B90D-31CA444F213B}"/>
              </a:ext>
            </a:extLst>
          </p:cNvPr>
          <p:cNvSpPr>
            <a:spLocks xmlns:a="http://schemas.openxmlformats.org/drawingml/2006/main" noGrp="1"/>
          </p:cNvSpPr>
          <p:nvPr/>
        </p:nvSpPr>
        <p:spPr>
          <a:xfrm xmlns:a="http://schemas.openxmlformats.org/drawingml/2006/main">
            <a:off x="790575" y="5305425"/>
            <a:ext cx="51339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F44"/>
                </a:solidFill>
                <a:latin typeface="Arial"/>
                <a:ea typeface="Arial"/>
                <a:cs typeface="Arial"/>
              </a:defRPr>
            </a:defPPr>
            <a:lvl1pPr algn="l">
              <a:defRPr sz="1800" b="0">
                <a:solidFill>
                  <a:srgbClr val="182F44"/>
                </a:solidFill>
                <a:latin typeface="Arial"/>
                <a:ea typeface="Arial"/>
                <a:cs typeface="Arial"/>
              </a:defRPr>
            </a:lvl1pPr>
            <a:lvl2pPr algn="l">
              <a:defRPr sz="1800" b="0">
                <a:solidFill>
                  <a:srgbClr val="182F44"/>
                </a:solidFill>
                <a:latin typeface="Arial"/>
                <a:ea typeface="Arial"/>
                <a:cs typeface="Arial"/>
              </a:defRPr>
            </a:lvl2pPr>
            <a:lvl3pPr algn="l">
              <a:defRPr sz="1800" b="0">
                <a:solidFill>
                  <a:srgbClr val="182F44"/>
                </a:solidFill>
                <a:latin typeface="Arial"/>
                <a:ea typeface="Arial"/>
                <a:cs typeface="Arial"/>
              </a:defRPr>
            </a:lvl3pPr>
            <a:lvl4pPr algn="l">
              <a:defRPr sz="1800" b="0">
                <a:solidFill>
                  <a:srgbClr val="182F44"/>
                </a:solidFill>
                <a:latin typeface="Arial"/>
                <a:ea typeface="Arial"/>
                <a:cs typeface="Arial"/>
              </a:defRPr>
            </a:lvl4pPr>
            <a:lvl5pPr algn="l">
              <a:defRPr sz="1800" b="0">
                <a:solidFill>
                  <a:srgbClr val="182F44"/>
                </a:solidFill>
                <a:latin typeface="Arial"/>
                <a:ea typeface="Arial"/>
                <a:cs typeface="Arial"/>
              </a:defRPr>
            </a:lvl5pPr>
            <a:lvl6pPr algn="l">
              <a:defRPr sz="1800" b="0">
                <a:solidFill>
                  <a:srgbClr val="182F44"/>
                </a:solidFill>
                <a:latin typeface="Arial"/>
                <a:ea typeface="Arial"/>
                <a:cs typeface="Arial"/>
              </a:defRPr>
            </a:lvl6pPr>
            <a:lvl7pPr algn="l">
              <a:defRPr sz="1800" b="0">
                <a:solidFill>
                  <a:srgbClr val="182F44"/>
                </a:solidFill>
                <a:latin typeface="Arial"/>
                <a:ea typeface="Arial"/>
                <a:cs typeface="Arial"/>
              </a:defRPr>
            </a:lvl7pPr>
            <a:lvl8pPr algn="l">
              <a:defRPr sz="1800" b="0">
                <a:solidFill>
                  <a:srgbClr val="182F44"/>
                </a:solidFill>
                <a:latin typeface="Arial"/>
                <a:ea typeface="Arial"/>
                <a:cs typeface="Arial"/>
              </a:defRPr>
            </a:lvl8pPr>
            <a:lvl9pPr algn="l">
              <a:defRPr sz="1800" b="0">
                <a:solidFill>
                  <a:srgbClr val="182F44"/>
                </a:solidFill>
                <a:latin typeface="Arial"/>
                <a:ea typeface="Arial"/>
                <a:cs typeface="Arial"/>
              </a:defRPr>
            </a:lvl9pPr>
          </a:lstStyle>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Déclenche la sauvegarde</a:t>
            </a:r>
          </a:p>
        </p:txBody>
      </p:sp>
      <p:sp>
        <p:nvSpPr>
          <p:cNvPr id="21" name="">
            <a:extLst xmlns:a="http://schemas.openxmlformats.org/drawingml/2006/main">
              <a:ext uri="{FF2B5EF4-FFF2-40B4-BE49-F238E27FC236}">
                <a16:creationId xmlns:a16="http://schemas.microsoft.com/office/drawing/2014/main" id="{D5A5FA4D-0326-4240-AD44-4ACB6D7D86D1}"/>
              </a:ext>
            </a:extLst>
          </p:cNvPr>
          <p:cNvSpPr>
            <a:spLocks xmlns:a="http://schemas.openxmlformats.org/drawingml/2006/main" noGrp="1"/>
          </p:cNvSpPr>
          <p:nvPr/>
        </p:nvSpPr>
        <p:spPr>
          <a:xfrm xmlns:a="http://schemas.openxmlformats.org/drawingml/2006/main">
            <a:off x="9620250" y="4762500"/>
            <a:ext cx="5000625" cy="1190625"/>
          </a:xfrm>
          <a:prstGeom xmlns:a="http://schemas.openxmlformats.org/drawingml/2006/main" prst="rect">
            <a:avLst/>
          </a:prstGeom>
          <a:solidFill xmlns:a="http://schemas.openxmlformats.org/drawingml/2006/main">
            <a:srgbClr val="E8EDF0"/>
          </a:solidFill>
          <a:ln xmlns:a="http://schemas.openxmlformats.org/drawingml/2006/main" w="14288">
            <a:solidFill>
              <a:srgbClr val="B9C7CF"/>
            </a:solidFill>
          </a:ln>
        </p:spPr>
      </p:sp>
      <p:sp>
        <p:nvSpPr>
          <p:cNvPr id="22" name="">
            <a:extLst xmlns:a="http://schemas.openxmlformats.org/drawingml/2006/main">
              <a:ext uri="{FF2B5EF4-FFF2-40B4-BE49-F238E27FC236}">
                <a16:creationId xmlns:a16="http://schemas.microsoft.com/office/drawing/2014/main" id="{88ADE32A-F03E-4812-8309-965447519CBD}"/>
              </a:ext>
            </a:extLst>
          </p:cNvPr>
          <p:cNvSpPr>
            <a:spLocks xmlns:a="http://schemas.openxmlformats.org/drawingml/2006/main" noGrp="1"/>
          </p:cNvSpPr>
          <p:nvPr/>
        </p:nvSpPr>
        <p:spPr>
          <a:xfrm xmlns:a="http://schemas.openxmlformats.org/drawingml/2006/main">
            <a:off x="9791700" y="4895850"/>
            <a:ext cx="4657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182F44"/>
                </a:solidFill>
                <a:latin typeface="Arial"/>
                <a:ea typeface="Arial"/>
                <a:cs typeface="Arial"/>
              </a:defRPr>
            </a:defPPr>
            <a:lvl1pPr algn="l">
              <a:defRPr sz="2025" b="1">
                <a:solidFill>
                  <a:srgbClr val="182F44"/>
                </a:solidFill>
                <a:latin typeface="Arial"/>
                <a:ea typeface="Arial"/>
                <a:cs typeface="Arial"/>
              </a:defRPr>
            </a:lvl1pPr>
            <a:lvl2pPr algn="l">
              <a:defRPr sz="2025" b="1">
                <a:solidFill>
                  <a:srgbClr val="182F44"/>
                </a:solidFill>
                <a:latin typeface="Arial"/>
                <a:ea typeface="Arial"/>
                <a:cs typeface="Arial"/>
              </a:defRPr>
            </a:lvl2pPr>
            <a:lvl3pPr algn="l">
              <a:defRPr sz="2025" b="1">
                <a:solidFill>
                  <a:srgbClr val="182F44"/>
                </a:solidFill>
                <a:latin typeface="Arial"/>
                <a:ea typeface="Arial"/>
                <a:cs typeface="Arial"/>
              </a:defRPr>
            </a:lvl3pPr>
            <a:lvl4pPr algn="l">
              <a:defRPr sz="2025" b="1">
                <a:solidFill>
                  <a:srgbClr val="182F44"/>
                </a:solidFill>
                <a:latin typeface="Arial"/>
                <a:ea typeface="Arial"/>
                <a:cs typeface="Arial"/>
              </a:defRPr>
            </a:lvl4pPr>
            <a:lvl5pPr algn="l">
              <a:defRPr sz="2025" b="1">
                <a:solidFill>
                  <a:srgbClr val="182F44"/>
                </a:solidFill>
                <a:latin typeface="Arial"/>
                <a:ea typeface="Arial"/>
                <a:cs typeface="Arial"/>
              </a:defRPr>
            </a:lvl5pPr>
            <a:lvl6pPr algn="l">
              <a:defRPr sz="2025" b="1">
                <a:solidFill>
                  <a:srgbClr val="182F44"/>
                </a:solidFill>
                <a:latin typeface="Arial"/>
                <a:ea typeface="Arial"/>
                <a:cs typeface="Arial"/>
              </a:defRPr>
            </a:lvl6pPr>
            <a:lvl7pPr algn="l">
              <a:defRPr sz="2025" b="1">
                <a:solidFill>
                  <a:srgbClr val="182F44"/>
                </a:solidFill>
                <a:latin typeface="Arial"/>
                <a:ea typeface="Arial"/>
                <a:cs typeface="Arial"/>
              </a:defRPr>
            </a:lvl7pPr>
            <a:lvl8pPr algn="l">
              <a:defRPr sz="2025" b="1">
                <a:solidFill>
                  <a:srgbClr val="182F44"/>
                </a:solidFill>
                <a:latin typeface="Arial"/>
                <a:ea typeface="Arial"/>
                <a:cs typeface="Arial"/>
              </a:defRPr>
            </a:lvl8pPr>
            <a:lvl9pPr algn="l">
              <a:defRPr sz="2025" b="1">
                <a:solidFill>
                  <a:srgbClr val="182F44"/>
                </a:solidFill>
                <a:latin typeface="Arial"/>
                <a:ea typeface="Arial"/>
                <a:cs typeface="Arial"/>
              </a:defRPr>
            </a:lvl9pPr>
          </a:lstStyle>
          <a:p xmlns:a="http://schemas.openxmlformats.org/drawingml/2006/main">
            <a:pPr algn="l">
              <a:defRPr sz="2025" b="1">
                <a:solidFill>
                  <a:srgbClr val="182F44"/>
                </a:solidFill>
                <a:latin typeface="Arial"/>
                <a:ea typeface="Arial"/>
                <a:cs typeface="Arial"/>
              </a:defRPr>
            </a:pPr>
            <a:r>
              <a:rPr sz="2025" b="1">
                <a:solidFill>
                  <a:srgbClr val="182F44"/>
                </a:solidFill>
                <a:latin typeface="Arial"/>
                <a:ea typeface="Arial"/>
                <a:cs typeface="Arial"/>
              </a:rPr>
              <a:t>Objet StockageMySQL</a:t>
            </a:r>
          </a:p>
        </p:txBody>
      </p:sp>
      <p:sp>
        <p:nvSpPr>
          <p:cNvPr id="23" name="">
            <a:extLst xmlns:a="http://schemas.openxmlformats.org/drawingml/2006/main">
              <a:ext uri="{FF2B5EF4-FFF2-40B4-BE49-F238E27FC236}">
                <a16:creationId xmlns:a16="http://schemas.microsoft.com/office/drawing/2014/main" id="{F2B9F0B8-BF8D-42D2-8FCF-3EB3826D337D}"/>
              </a:ext>
            </a:extLst>
          </p:cNvPr>
          <p:cNvSpPr>
            <a:spLocks xmlns:a="http://schemas.openxmlformats.org/drawingml/2006/main" noGrp="1"/>
          </p:cNvSpPr>
          <p:nvPr/>
        </p:nvSpPr>
        <p:spPr>
          <a:xfrm xmlns:a="http://schemas.openxmlformats.org/drawingml/2006/main">
            <a:off x="9791700" y="5305425"/>
            <a:ext cx="46577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F44"/>
                </a:solidFill>
                <a:latin typeface="Arial"/>
                <a:ea typeface="Arial"/>
                <a:cs typeface="Arial"/>
              </a:defRPr>
            </a:defPPr>
            <a:lvl1pPr algn="l">
              <a:defRPr sz="1800" b="0">
                <a:solidFill>
                  <a:srgbClr val="182F44"/>
                </a:solidFill>
                <a:latin typeface="Arial"/>
                <a:ea typeface="Arial"/>
                <a:cs typeface="Arial"/>
              </a:defRPr>
            </a:lvl1pPr>
            <a:lvl2pPr algn="l">
              <a:defRPr sz="1800" b="0">
                <a:solidFill>
                  <a:srgbClr val="182F44"/>
                </a:solidFill>
                <a:latin typeface="Arial"/>
                <a:ea typeface="Arial"/>
                <a:cs typeface="Arial"/>
              </a:defRPr>
            </a:lvl2pPr>
            <a:lvl3pPr algn="l">
              <a:defRPr sz="1800" b="0">
                <a:solidFill>
                  <a:srgbClr val="182F44"/>
                </a:solidFill>
                <a:latin typeface="Arial"/>
                <a:ea typeface="Arial"/>
                <a:cs typeface="Arial"/>
              </a:defRPr>
            </a:lvl3pPr>
            <a:lvl4pPr algn="l">
              <a:defRPr sz="1800" b="0">
                <a:solidFill>
                  <a:srgbClr val="182F44"/>
                </a:solidFill>
                <a:latin typeface="Arial"/>
                <a:ea typeface="Arial"/>
                <a:cs typeface="Arial"/>
              </a:defRPr>
            </a:lvl4pPr>
            <a:lvl5pPr algn="l">
              <a:defRPr sz="1800" b="0">
                <a:solidFill>
                  <a:srgbClr val="182F44"/>
                </a:solidFill>
                <a:latin typeface="Arial"/>
                <a:ea typeface="Arial"/>
                <a:cs typeface="Arial"/>
              </a:defRPr>
            </a:lvl5pPr>
            <a:lvl6pPr algn="l">
              <a:defRPr sz="1800" b="0">
                <a:solidFill>
                  <a:srgbClr val="182F44"/>
                </a:solidFill>
                <a:latin typeface="Arial"/>
                <a:ea typeface="Arial"/>
                <a:cs typeface="Arial"/>
              </a:defRPr>
            </a:lvl6pPr>
            <a:lvl7pPr algn="l">
              <a:defRPr sz="1800" b="0">
                <a:solidFill>
                  <a:srgbClr val="182F44"/>
                </a:solidFill>
                <a:latin typeface="Arial"/>
                <a:ea typeface="Arial"/>
                <a:cs typeface="Arial"/>
              </a:defRPr>
            </a:lvl7pPr>
            <a:lvl8pPr algn="l">
              <a:defRPr sz="1800" b="0">
                <a:solidFill>
                  <a:srgbClr val="182F44"/>
                </a:solidFill>
                <a:latin typeface="Arial"/>
                <a:ea typeface="Arial"/>
                <a:cs typeface="Arial"/>
              </a:defRPr>
            </a:lvl8pPr>
            <a:lvl9pPr algn="l">
              <a:defRPr sz="1800" b="0">
                <a:solidFill>
                  <a:srgbClr val="182F44"/>
                </a:solidFill>
                <a:latin typeface="Arial"/>
                <a:ea typeface="Arial"/>
                <a:cs typeface="Arial"/>
              </a:defRPr>
            </a:lvl9pPr>
          </a:lstStyle>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Exécute Enregistrer(c)</a:t>
            </a:r>
          </a:p>
        </p:txBody>
      </p:sp>
      <p:sp>
        <p:nvSpPr>
          <p:cNvPr id="25" name="">
            <a:extLst xmlns:a="http://schemas.openxmlformats.org/drawingml/2006/main">
              <a:ext uri="{FF2B5EF4-FFF2-40B4-BE49-F238E27FC236}">
                <a16:creationId xmlns:a16="http://schemas.microsoft.com/office/drawing/2014/main" id="{3E2C6C96-1ED8-4E86-BF59-0870316752C1}"/>
              </a:ext>
            </a:extLst>
          </p:cNvPr>
          <p:cNvSpPr>
            <a:spLocks xmlns:a="http://schemas.openxmlformats.org/drawingml/2006/main" noGrp="1"/>
          </p:cNvSpPr>
          <p:nvPr/>
        </p:nvSpPr>
        <p:spPr>
          <a:xfrm xmlns:a="http://schemas.openxmlformats.org/drawingml/2006/main">
            <a:off x="6762750" y="497205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76B91"/>
                </a:solidFill>
                <a:latin typeface="Arial"/>
                <a:ea typeface="Arial"/>
                <a:cs typeface="Arial"/>
              </a:defRPr>
            </a:defPPr>
            <a:lvl1pPr algn="l">
              <a:defRPr sz="1800" b="0">
                <a:solidFill>
                  <a:srgbClr val="176B91"/>
                </a:solidFill>
                <a:latin typeface="Arial"/>
                <a:ea typeface="Arial"/>
                <a:cs typeface="Arial"/>
              </a:defRPr>
            </a:lvl1pPr>
            <a:lvl2pPr algn="l">
              <a:defRPr sz="1800" b="0">
                <a:solidFill>
                  <a:srgbClr val="176B91"/>
                </a:solidFill>
                <a:latin typeface="Arial"/>
                <a:ea typeface="Arial"/>
                <a:cs typeface="Arial"/>
              </a:defRPr>
            </a:lvl2pPr>
            <a:lvl3pPr algn="l">
              <a:defRPr sz="1800" b="0">
                <a:solidFill>
                  <a:srgbClr val="176B91"/>
                </a:solidFill>
                <a:latin typeface="Arial"/>
                <a:ea typeface="Arial"/>
                <a:cs typeface="Arial"/>
              </a:defRPr>
            </a:lvl3pPr>
            <a:lvl4pPr algn="l">
              <a:defRPr sz="1800" b="0">
                <a:solidFill>
                  <a:srgbClr val="176B91"/>
                </a:solidFill>
                <a:latin typeface="Arial"/>
                <a:ea typeface="Arial"/>
                <a:cs typeface="Arial"/>
              </a:defRPr>
            </a:lvl4pPr>
            <a:lvl5pPr algn="l">
              <a:defRPr sz="1800" b="0">
                <a:solidFill>
                  <a:srgbClr val="176B91"/>
                </a:solidFill>
                <a:latin typeface="Arial"/>
                <a:ea typeface="Arial"/>
                <a:cs typeface="Arial"/>
              </a:defRPr>
            </a:lvl5pPr>
            <a:lvl6pPr algn="l">
              <a:defRPr sz="1800" b="0">
                <a:solidFill>
                  <a:srgbClr val="176B91"/>
                </a:solidFill>
                <a:latin typeface="Arial"/>
                <a:ea typeface="Arial"/>
                <a:cs typeface="Arial"/>
              </a:defRPr>
            </a:lvl6pPr>
            <a:lvl7pPr algn="l">
              <a:defRPr sz="1800" b="0">
                <a:solidFill>
                  <a:srgbClr val="176B91"/>
                </a:solidFill>
                <a:latin typeface="Arial"/>
                <a:ea typeface="Arial"/>
                <a:cs typeface="Arial"/>
              </a:defRPr>
            </a:lvl7pPr>
            <a:lvl8pPr algn="l">
              <a:defRPr sz="1800" b="0">
                <a:solidFill>
                  <a:srgbClr val="176B91"/>
                </a:solidFill>
                <a:latin typeface="Arial"/>
                <a:ea typeface="Arial"/>
                <a:cs typeface="Arial"/>
              </a:defRPr>
            </a:lvl8pPr>
            <a:lvl9pPr algn="l">
              <a:defRPr sz="1800" b="0">
                <a:solidFill>
                  <a:srgbClr val="176B91"/>
                </a:solidFill>
                <a:latin typeface="Arial"/>
                <a:ea typeface="Arial"/>
                <a:cs typeface="Arial"/>
              </a:defRPr>
            </a:lvl9pPr>
          </a:lstStyle>
          <a:p xmlns:a="http://schemas.openxmlformats.org/drawingml/2006/main">
            <a:pPr algn="l">
              <a:defRPr sz="1800" b="0">
                <a:solidFill>
                  <a:srgbClr val="176B91"/>
                </a:solidFill>
                <a:latin typeface="Arial"/>
                <a:ea typeface="Arial"/>
                <a:cs typeface="Arial"/>
              </a:defRPr>
            </a:pPr>
            <a:r>
              <a:rPr sz="1800" b="0">
                <a:solidFill>
                  <a:srgbClr val="176B91"/>
                </a:solidFill>
                <a:latin typeface="Arial"/>
                <a:ea typeface="Arial"/>
                <a:cs typeface="Arial"/>
              </a:rPr>
              <a:t>appel de méthode</a:t>
            </a:r>
          </a:p>
        </p:txBody>
      </p:sp>
      <p:sp>
        <p:nvSpPr>
          <p:cNvPr id="26" name="">
            <a:extLst xmlns:a="http://schemas.openxmlformats.org/drawingml/2006/main">
              <a:ext uri="{FF2B5EF4-FFF2-40B4-BE49-F238E27FC236}">
                <a16:creationId xmlns:a16="http://schemas.microsoft.com/office/drawing/2014/main" id="{BA9BBB53-8F86-42C1-9277-6B69660228D4}"/>
              </a:ext>
            </a:extLst>
          </p:cNvPr>
          <p:cNvSpPr>
            <a:spLocks xmlns:a="http://schemas.openxmlformats.org/drawingml/2006/main" noGrp="1"/>
          </p:cNvSpPr>
          <p:nvPr/>
        </p:nvSpPr>
        <p:spPr>
          <a:xfrm xmlns:a="http://schemas.openxmlformats.org/drawingml/2006/main">
            <a:off x="619125" y="6981825"/>
            <a:ext cx="1400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087F83"/>
                </a:solidFill>
                <a:latin typeface="Arial"/>
                <a:ea typeface="Arial"/>
                <a:cs typeface="Arial"/>
              </a:defRPr>
            </a:defPPr>
            <a:lvl1pPr algn="l">
              <a:defRPr sz="1950" b="1">
                <a:solidFill>
                  <a:srgbClr val="087F83"/>
                </a:solidFill>
                <a:latin typeface="Arial"/>
                <a:ea typeface="Arial"/>
                <a:cs typeface="Arial"/>
              </a:defRPr>
            </a:lvl1pPr>
            <a:lvl2pPr algn="l">
              <a:defRPr sz="1950" b="1">
                <a:solidFill>
                  <a:srgbClr val="087F83"/>
                </a:solidFill>
                <a:latin typeface="Arial"/>
                <a:ea typeface="Arial"/>
                <a:cs typeface="Arial"/>
              </a:defRPr>
            </a:lvl2pPr>
            <a:lvl3pPr algn="l">
              <a:defRPr sz="1950" b="1">
                <a:solidFill>
                  <a:srgbClr val="087F83"/>
                </a:solidFill>
                <a:latin typeface="Arial"/>
                <a:ea typeface="Arial"/>
                <a:cs typeface="Arial"/>
              </a:defRPr>
            </a:lvl3pPr>
            <a:lvl4pPr algn="l">
              <a:defRPr sz="1950" b="1">
                <a:solidFill>
                  <a:srgbClr val="087F83"/>
                </a:solidFill>
                <a:latin typeface="Arial"/>
                <a:ea typeface="Arial"/>
                <a:cs typeface="Arial"/>
              </a:defRPr>
            </a:lvl4pPr>
            <a:lvl5pPr algn="l">
              <a:defRPr sz="1950" b="1">
                <a:solidFill>
                  <a:srgbClr val="087F83"/>
                </a:solidFill>
                <a:latin typeface="Arial"/>
                <a:ea typeface="Arial"/>
                <a:cs typeface="Arial"/>
              </a:defRPr>
            </a:lvl5pPr>
            <a:lvl6pPr algn="l">
              <a:defRPr sz="1950" b="1">
                <a:solidFill>
                  <a:srgbClr val="087F83"/>
                </a:solidFill>
                <a:latin typeface="Arial"/>
                <a:ea typeface="Arial"/>
                <a:cs typeface="Arial"/>
              </a:defRPr>
            </a:lvl6pPr>
            <a:lvl7pPr algn="l">
              <a:defRPr sz="1950" b="1">
                <a:solidFill>
                  <a:srgbClr val="087F83"/>
                </a:solidFill>
                <a:latin typeface="Arial"/>
                <a:ea typeface="Arial"/>
                <a:cs typeface="Arial"/>
              </a:defRPr>
            </a:lvl7pPr>
            <a:lvl8pPr algn="l">
              <a:defRPr sz="1950" b="1">
                <a:solidFill>
                  <a:srgbClr val="087F83"/>
                </a:solidFill>
                <a:latin typeface="Arial"/>
                <a:ea typeface="Arial"/>
                <a:cs typeface="Arial"/>
              </a:defRPr>
            </a:lvl8pPr>
            <a:lvl9pPr algn="l">
              <a:defRPr sz="1950" b="1">
                <a:solidFill>
                  <a:srgbClr val="087F83"/>
                </a:solidFill>
                <a:latin typeface="Arial"/>
                <a:ea typeface="Arial"/>
                <a:cs typeface="Arial"/>
              </a:defRPr>
            </a:lvl9pPr>
          </a:lstStyle>
          <a:p xmlns:a="http://schemas.openxmlformats.org/drawingml/2006/main">
            <a:pPr algn="l">
              <a:defRPr sz="1950" b="1">
                <a:solidFill>
                  <a:srgbClr val="087F83"/>
                </a:solidFill>
                <a:latin typeface="Arial"/>
                <a:ea typeface="Arial"/>
                <a:cs typeface="Arial"/>
              </a:defRPr>
            </a:pPr>
            <a:r>
              <a:rPr sz="1950" b="1">
                <a:solidFill>
                  <a:srgbClr val="087F83"/>
                </a:solidFill>
                <a:latin typeface="Arial"/>
                <a:ea typeface="Arial"/>
                <a:cs typeface="Arial"/>
              </a:rPr>
              <a:t>L’inversion concerne les dépendances du code. Le métier continue d’appeler le stockage.</a:t>
            </a:r>
          </a:p>
        </p:txBody>
      </p:sp>
      <p:sp>
        <p:nvSpPr>
          <p:cNvPr id="27" name="">
            <a:extLst xmlns:a="http://schemas.openxmlformats.org/drawingml/2006/main">
              <a:ext uri="{FF2B5EF4-FFF2-40B4-BE49-F238E27FC236}">
                <a16:creationId xmlns:a16="http://schemas.microsoft.com/office/drawing/2014/main" id="{07163323-DEC8-47DA-87D4-CEBDE6894277}"/>
              </a:ext>
            </a:extLst>
          </p:cNvPr>
          <p:cNvSpPr>
            <a:spLocks xmlns:a="http://schemas.openxmlformats.org/drawingml/2006/main" noGrp="1"/>
          </p:cNvSpPr>
          <p:nvPr/>
        </p:nvSpPr>
        <p:spPr>
          <a:xfrm xmlns:a="http://schemas.openxmlformats.org/drawingml/2006/main">
            <a:off x="619125" y="7743825"/>
            <a:ext cx="1390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516575"/>
                </a:solidFill>
                <a:latin typeface="Arial"/>
                <a:ea typeface="Arial"/>
                <a:cs typeface="Arial"/>
              </a:defRPr>
            </a:defPPr>
            <a:lvl1pPr algn="l">
              <a:defRPr sz="1575" b="0">
                <a:solidFill>
                  <a:srgbClr val="516575"/>
                </a:solidFill>
                <a:latin typeface="Arial"/>
                <a:ea typeface="Arial"/>
                <a:cs typeface="Arial"/>
              </a:defRPr>
            </a:lvl1pPr>
            <a:lvl2pPr algn="l">
              <a:defRPr sz="1575" b="0">
                <a:solidFill>
                  <a:srgbClr val="516575"/>
                </a:solidFill>
                <a:latin typeface="Arial"/>
                <a:ea typeface="Arial"/>
                <a:cs typeface="Arial"/>
              </a:defRPr>
            </a:lvl2pPr>
            <a:lvl3pPr algn="l">
              <a:defRPr sz="1575" b="0">
                <a:solidFill>
                  <a:srgbClr val="516575"/>
                </a:solidFill>
                <a:latin typeface="Arial"/>
                <a:ea typeface="Arial"/>
                <a:cs typeface="Arial"/>
              </a:defRPr>
            </a:lvl3pPr>
            <a:lvl4pPr algn="l">
              <a:defRPr sz="1575" b="0">
                <a:solidFill>
                  <a:srgbClr val="516575"/>
                </a:solidFill>
                <a:latin typeface="Arial"/>
                <a:ea typeface="Arial"/>
                <a:cs typeface="Arial"/>
              </a:defRPr>
            </a:lvl4pPr>
            <a:lvl5pPr algn="l">
              <a:defRPr sz="1575" b="0">
                <a:solidFill>
                  <a:srgbClr val="516575"/>
                </a:solidFill>
                <a:latin typeface="Arial"/>
                <a:ea typeface="Arial"/>
                <a:cs typeface="Arial"/>
              </a:defRPr>
            </a:lvl5pPr>
            <a:lvl6pPr algn="l">
              <a:defRPr sz="1575" b="0">
                <a:solidFill>
                  <a:srgbClr val="516575"/>
                </a:solidFill>
                <a:latin typeface="Arial"/>
                <a:ea typeface="Arial"/>
                <a:cs typeface="Arial"/>
              </a:defRPr>
            </a:lvl6pPr>
            <a:lvl7pPr algn="l">
              <a:defRPr sz="1575" b="0">
                <a:solidFill>
                  <a:srgbClr val="516575"/>
                </a:solidFill>
                <a:latin typeface="Arial"/>
                <a:ea typeface="Arial"/>
                <a:cs typeface="Arial"/>
              </a:defRPr>
            </a:lvl7pPr>
            <a:lvl8pPr algn="l">
              <a:defRPr sz="1575" b="0">
                <a:solidFill>
                  <a:srgbClr val="516575"/>
                </a:solidFill>
                <a:latin typeface="Arial"/>
                <a:ea typeface="Arial"/>
                <a:cs typeface="Arial"/>
              </a:defRPr>
            </a:lvl8pPr>
            <a:lvl9pPr algn="l">
              <a:defRPr sz="1575" b="0">
                <a:solidFill>
                  <a:srgbClr val="516575"/>
                </a:solidFill>
                <a:latin typeface="Arial"/>
                <a:ea typeface="Arial"/>
                <a:cs typeface="Arial"/>
              </a:defRPr>
            </a:lvl9pPr>
          </a:lstStyle>
          <a:p xmlns:a="http://schemas.openxmlformats.org/drawingml/2006/main">
            <a:pPr algn="l">
              <a:defRPr sz="1575" b="0">
                <a:solidFill>
                  <a:srgbClr val="516575"/>
                </a:solidFill>
                <a:latin typeface="Arial"/>
                <a:ea typeface="Arial"/>
                <a:cs typeface="Arial"/>
              </a:defRPr>
            </a:pPr>
            <a:r>
              <a:rPr sz="1575" b="0">
                <a:solidFill>
                  <a:srgbClr val="516575"/>
                </a:solidFill>
                <a:latin typeface="Arial"/>
                <a:ea typeface="Arial"/>
                <a:cs typeface="Arial"/>
              </a:rPr>
              <a:t>Flèche pleine : utilise. Flèche pointillée : implémente. Ce schéma ne représente pas une chronologie des réponses.</a:t>
            </a:r>
          </a:p>
        </p:txBody>
      </p:sp>
    </p:spTree>
    <p:extLst>
      <p:ext uri="{BB962C8B-B14F-4D97-AF65-F5344CB8AC3E}">
        <p14:creationId xmlns:p14="http://schemas.microsoft.com/office/powerpoint/2010/main" val="453681457"/>
      </p:ext>
    </p:extLst>
  </p:cSld>
</p:sld>
</file>

<file path=ppt/slides/slide14.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E0B542F-DB07-4494-96AD-D71B2DA5DA81}"/>
              </a:ext>
            </a:extLst>
          </p:cNvPr>
          <p:cNvSpPr>
            <a:spLocks xmlns:a="http://schemas.openxmlformats.org/drawingml/2006/main" noGrp="1"/>
          </p:cNvSpPr>
          <p:nvPr/>
        </p:nvSpPr>
        <p:spPr>
          <a:xfrm xmlns:a="http://schemas.openxmlformats.org/drawingml/2006/main">
            <a:off x="619125" y="304800"/>
            <a:ext cx="1333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087F83"/>
                </a:solidFill>
                <a:latin typeface="Arial"/>
                <a:ea typeface="Arial"/>
                <a:cs typeface="Arial"/>
              </a:defRPr>
            </a:defPPr>
            <a:lvl1pPr algn="l">
              <a:defRPr sz="1350" b="1">
                <a:solidFill>
                  <a:srgbClr val="087F83"/>
                </a:solidFill>
                <a:latin typeface="Arial"/>
                <a:ea typeface="Arial"/>
                <a:cs typeface="Arial"/>
              </a:defRPr>
            </a:lvl1pPr>
            <a:lvl2pPr algn="l">
              <a:defRPr sz="1350" b="1">
                <a:solidFill>
                  <a:srgbClr val="087F83"/>
                </a:solidFill>
                <a:latin typeface="Arial"/>
                <a:ea typeface="Arial"/>
                <a:cs typeface="Arial"/>
              </a:defRPr>
            </a:lvl2pPr>
            <a:lvl3pPr algn="l">
              <a:defRPr sz="1350" b="1">
                <a:solidFill>
                  <a:srgbClr val="087F83"/>
                </a:solidFill>
                <a:latin typeface="Arial"/>
                <a:ea typeface="Arial"/>
                <a:cs typeface="Arial"/>
              </a:defRPr>
            </a:lvl3pPr>
            <a:lvl4pPr algn="l">
              <a:defRPr sz="1350" b="1">
                <a:solidFill>
                  <a:srgbClr val="087F83"/>
                </a:solidFill>
                <a:latin typeface="Arial"/>
                <a:ea typeface="Arial"/>
                <a:cs typeface="Arial"/>
              </a:defRPr>
            </a:lvl4pPr>
            <a:lvl5pPr algn="l">
              <a:defRPr sz="1350" b="1">
                <a:solidFill>
                  <a:srgbClr val="087F83"/>
                </a:solidFill>
                <a:latin typeface="Arial"/>
                <a:ea typeface="Arial"/>
                <a:cs typeface="Arial"/>
              </a:defRPr>
            </a:lvl5pPr>
            <a:lvl6pPr algn="l">
              <a:defRPr sz="1350" b="1">
                <a:solidFill>
                  <a:srgbClr val="087F83"/>
                </a:solidFill>
                <a:latin typeface="Arial"/>
                <a:ea typeface="Arial"/>
                <a:cs typeface="Arial"/>
              </a:defRPr>
            </a:lvl6pPr>
            <a:lvl7pPr algn="l">
              <a:defRPr sz="1350" b="1">
                <a:solidFill>
                  <a:srgbClr val="087F83"/>
                </a:solidFill>
                <a:latin typeface="Arial"/>
                <a:ea typeface="Arial"/>
                <a:cs typeface="Arial"/>
              </a:defRPr>
            </a:lvl7pPr>
            <a:lvl8pPr algn="l">
              <a:defRPr sz="1350" b="1">
                <a:solidFill>
                  <a:srgbClr val="087F83"/>
                </a:solidFill>
                <a:latin typeface="Arial"/>
                <a:ea typeface="Arial"/>
                <a:cs typeface="Arial"/>
              </a:defRPr>
            </a:lvl8pPr>
            <a:lvl9pPr algn="l">
              <a:defRPr sz="1350" b="1">
                <a:solidFill>
                  <a:srgbClr val="087F83"/>
                </a:solidFill>
                <a:latin typeface="Arial"/>
                <a:ea typeface="Arial"/>
                <a:cs typeface="Arial"/>
              </a:defRPr>
            </a:lvl9pPr>
          </a:lstStyle>
          <a:p xmlns:a="http://schemas.openxmlformats.org/drawingml/2006/main">
            <a:pPr algn="l">
              <a:defRPr sz="1350" b="1">
                <a:solidFill>
                  <a:srgbClr val="087F83"/>
                </a:solidFill>
                <a:latin typeface="Arial"/>
                <a:ea typeface="Arial"/>
                <a:cs typeface="Arial"/>
              </a:defRPr>
            </a:pPr>
            <a:r>
              <a:rPr sz="1350" b="1">
                <a:solidFill>
                  <a:srgbClr val="087F83"/>
                </a:solidFill>
                <a:latin typeface="Arial"/>
                <a:ea typeface="Arial"/>
                <a:cs typeface="Arial"/>
              </a:rPr>
              <a:t>DIP • LE PRINCIPE ET UNE TECHNIQUE DE MISE EN ŒUVRE</a:t>
            </a:r>
          </a:p>
        </p:txBody>
      </p:sp>
      <p:sp>
        <p:nvSpPr>
          <p:cNvPr id="2" name="">
            <a:extLst xmlns:a="http://schemas.openxmlformats.org/drawingml/2006/main">
              <a:ext uri="{FF2B5EF4-FFF2-40B4-BE49-F238E27FC236}">
                <a16:creationId xmlns:a16="http://schemas.microsoft.com/office/drawing/2014/main" id="{72A580F6-FD99-4AD8-9F75-2180AD48D483}"/>
              </a:ext>
            </a:extLst>
          </p:cNvPr>
          <p:cNvSpPr>
            <a:spLocks xmlns:a="http://schemas.openxmlformats.org/drawingml/2006/main" noGrp="1"/>
          </p:cNvSpPr>
          <p:nvPr/>
        </p:nvSpPr>
        <p:spPr>
          <a:xfrm xmlns:a="http://schemas.openxmlformats.org/drawingml/2006/main">
            <a:off x="619125" y="723900"/>
            <a:ext cx="1390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82F44"/>
                </a:solidFill>
                <a:latin typeface="Arial"/>
                <a:ea typeface="Arial"/>
                <a:cs typeface="Arial"/>
              </a:defRPr>
            </a:defPPr>
            <a:lvl1pPr algn="l">
              <a:defRPr sz="3300" b="1">
                <a:solidFill>
                  <a:srgbClr val="182F44"/>
                </a:solidFill>
                <a:latin typeface="Arial"/>
                <a:ea typeface="Arial"/>
                <a:cs typeface="Arial"/>
              </a:defRPr>
            </a:lvl1pPr>
            <a:lvl2pPr algn="l">
              <a:defRPr sz="3300" b="1">
                <a:solidFill>
                  <a:srgbClr val="182F44"/>
                </a:solidFill>
                <a:latin typeface="Arial"/>
                <a:ea typeface="Arial"/>
                <a:cs typeface="Arial"/>
              </a:defRPr>
            </a:lvl2pPr>
            <a:lvl3pPr algn="l">
              <a:defRPr sz="3300" b="1">
                <a:solidFill>
                  <a:srgbClr val="182F44"/>
                </a:solidFill>
                <a:latin typeface="Arial"/>
                <a:ea typeface="Arial"/>
                <a:cs typeface="Arial"/>
              </a:defRPr>
            </a:lvl3pPr>
            <a:lvl4pPr algn="l">
              <a:defRPr sz="3300" b="1">
                <a:solidFill>
                  <a:srgbClr val="182F44"/>
                </a:solidFill>
                <a:latin typeface="Arial"/>
                <a:ea typeface="Arial"/>
                <a:cs typeface="Arial"/>
              </a:defRPr>
            </a:lvl4pPr>
            <a:lvl5pPr algn="l">
              <a:defRPr sz="3300" b="1">
                <a:solidFill>
                  <a:srgbClr val="182F44"/>
                </a:solidFill>
                <a:latin typeface="Arial"/>
                <a:ea typeface="Arial"/>
                <a:cs typeface="Arial"/>
              </a:defRPr>
            </a:lvl5pPr>
            <a:lvl6pPr algn="l">
              <a:defRPr sz="3300" b="1">
                <a:solidFill>
                  <a:srgbClr val="182F44"/>
                </a:solidFill>
                <a:latin typeface="Arial"/>
                <a:ea typeface="Arial"/>
                <a:cs typeface="Arial"/>
              </a:defRPr>
            </a:lvl6pPr>
            <a:lvl7pPr algn="l">
              <a:defRPr sz="3300" b="1">
                <a:solidFill>
                  <a:srgbClr val="182F44"/>
                </a:solidFill>
                <a:latin typeface="Arial"/>
                <a:ea typeface="Arial"/>
                <a:cs typeface="Arial"/>
              </a:defRPr>
            </a:lvl7pPr>
            <a:lvl8pPr algn="l">
              <a:defRPr sz="3300" b="1">
                <a:solidFill>
                  <a:srgbClr val="182F44"/>
                </a:solidFill>
                <a:latin typeface="Arial"/>
                <a:ea typeface="Arial"/>
                <a:cs typeface="Arial"/>
              </a:defRPr>
            </a:lvl8pPr>
            <a:lvl9pPr algn="l">
              <a:defRPr sz="3300" b="1">
                <a:solidFill>
                  <a:srgbClr val="182F44"/>
                </a:solidFill>
                <a:latin typeface="Arial"/>
                <a:ea typeface="Arial"/>
                <a:cs typeface="Arial"/>
              </a:defRPr>
            </a:lvl9pPr>
          </a:lstStyle>
          <a:p xmlns:a="http://schemas.openxmlformats.org/drawingml/2006/main">
            <a:pPr algn="l">
              <a:defRPr sz="3300" b="1">
                <a:solidFill>
                  <a:srgbClr val="182F44"/>
                </a:solidFill>
                <a:latin typeface="Arial"/>
                <a:ea typeface="Arial"/>
                <a:cs typeface="Arial"/>
              </a:defRPr>
            </a:pPr>
            <a:r>
              <a:rPr sz="3300" b="1">
                <a:solidFill>
                  <a:srgbClr val="182F44"/>
                </a:solidFill>
                <a:latin typeface="Arial"/>
                <a:ea typeface="Arial"/>
                <a:cs typeface="Arial"/>
              </a:rPr>
              <a:t>L’assemblage et l’injection de dépendances</a:t>
            </a:r>
          </a:p>
        </p:txBody>
      </p:sp>
      <p:sp>
        <p:nvSpPr>
          <p:cNvPr id="3" name="">
            <a:extLst xmlns:a="http://schemas.openxmlformats.org/drawingml/2006/main">
              <a:ext uri="{FF2B5EF4-FFF2-40B4-BE49-F238E27FC236}">
                <a16:creationId xmlns:a16="http://schemas.microsoft.com/office/drawing/2014/main" id="{DD4E194B-10EF-4867-8E61-87D214361A80}"/>
              </a:ext>
            </a:extLst>
          </p:cNvPr>
          <p:cNvSpPr>
            <a:spLocks xmlns:a="http://schemas.openxmlformats.org/drawingml/2006/main" noGrp="1"/>
          </p:cNvSpPr>
          <p:nvPr/>
        </p:nvSpPr>
        <p:spPr>
          <a:xfrm xmlns:a="http://schemas.openxmlformats.org/drawingml/2006/main">
            <a:off x="619125" y="81438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516575"/>
                </a:solidFill>
                <a:latin typeface="Arial"/>
                <a:ea typeface="Arial"/>
                <a:cs typeface="Arial"/>
              </a:defRPr>
            </a:defPPr>
            <a:lvl1pPr algn="l">
              <a:defRPr sz="1275" b="0">
                <a:solidFill>
                  <a:srgbClr val="516575"/>
                </a:solidFill>
                <a:latin typeface="Arial"/>
                <a:ea typeface="Arial"/>
                <a:cs typeface="Arial"/>
              </a:defRPr>
            </a:lvl1pPr>
            <a:lvl2pPr algn="l">
              <a:defRPr sz="1275" b="0">
                <a:solidFill>
                  <a:srgbClr val="516575"/>
                </a:solidFill>
                <a:latin typeface="Arial"/>
                <a:ea typeface="Arial"/>
                <a:cs typeface="Arial"/>
              </a:defRPr>
            </a:lvl2pPr>
            <a:lvl3pPr algn="l">
              <a:defRPr sz="1275" b="0">
                <a:solidFill>
                  <a:srgbClr val="516575"/>
                </a:solidFill>
                <a:latin typeface="Arial"/>
                <a:ea typeface="Arial"/>
                <a:cs typeface="Arial"/>
              </a:defRPr>
            </a:lvl3pPr>
            <a:lvl4pPr algn="l">
              <a:defRPr sz="1275" b="0">
                <a:solidFill>
                  <a:srgbClr val="516575"/>
                </a:solidFill>
                <a:latin typeface="Arial"/>
                <a:ea typeface="Arial"/>
                <a:cs typeface="Arial"/>
              </a:defRPr>
            </a:lvl4pPr>
            <a:lvl5pPr algn="l">
              <a:defRPr sz="1275" b="0">
                <a:solidFill>
                  <a:srgbClr val="516575"/>
                </a:solidFill>
                <a:latin typeface="Arial"/>
                <a:ea typeface="Arial"/>
                <a:cs typeface="Arial"/>
              </a:defRPr>
            </a:lvl5pPr>
            <a:lvl6pPr algn="l">
              <a:defRPr sz="1275" b="0">
                <a:solidFill>
                  <a:srgbClr val="516575"/>
                </a:solidFill>
                <a:latin typeface="Arial"/>
                <a:ea typeface="Arial"/>
                <a:cs typeface="Arial"/>
              </a:defRPr>
            </a:lvl6pPr>
            <a:lvl7pPr algn="l">
              <a:defRPr sz="1275" b="0">
                <a:solidFill>
                  <a:srgbClr val="516575"/>
                </a:solidFill>
                <a:latin typeface="Arial"/>
                <a:ea typeface="Arial"/>
                <a:cs typeface="Arial"/>
              </a:defRPr>
            </a:lvl7pPr>
            <a:lvl8pPr algn="l">
              <a:defRPr sz="1275" b="0">
                <a:solidFill>
                  <a:srgbClr val="516575"/>
                </a:solidFill>
                <a:latin typeface="Arial"/>
                <a:ea typeface="Arial"/>
                <a:cs typeface="Arial"/>
              </a:defRPr>
            </a:lvl8pPr>
            <a:lvl9pPr algn="l">
              <a:defRPr sz="1275" b="0">
                <a:solidFill>
                  <a:srgbClr val="516575"/>
                </a:solidFill>
                <a:latin typeface="Arial"/>
                <a:ea typeface="Arial"/>
                <a:cs typeface="Arial"/>
              </a:defRPr>
            </a:lvl9pPr>
          </a:lstStyle>
          <a:p xmlns:a="http://schemas.openxmlformats.org/drawingml/2006/main">
            <a:pPr algn="l">
              <a:defRPr sz="1275" b="0">
                <a:solidFill>
                  <a:srgbClr val="516575"/>
                </a:solidFill>
                <a:latin typeface="Arial"/>
                <a:ea typeface="Arial"/>
                <a:cs typeface="Arial"/>
              </a:defRPr>
            </a:pPr>
            <a:r>
              <a:rPr sz="1275" b="0">
                <a:solidFill>
                  <a:srgbClr val="516575"/>
                </a:solidFill>
                <a:latin typeface="Arial"/>
                <a:ea typeface="Arial"/>
                <a:cs typeface="Arial"/>
              </a:rPr>
              <a:t>R304 • Qualité du développement</a:t>
            </a:r>
          </a:p>
        </p:txBody>
      </p:sp>
      <p:sp>
        <p:nvSpPr>
          <p:cNvPr id="4" name="">
            <a:extLst xmlns:a="http://schemas.openxmlformats.org/drawingml/2006/main">
              <a:ext uri="{FF2B5EF4-FFF2-40B4-BE49-F238E27FC236}">
                <a16:creationId xmlns:a16="http://schemas.microsoft.com/office/drawing/2014/main" id="{9C28FD94-CCE2-471C-B8EC-6BAC4583EBE4}"/>
              </a:ext>
            </a:extLst>
          </p:cNvPr>
          <p:cNvSpPr>
            <a:spLocks xmlns:a="http://schemas.openxmlformats.org/drawingml/2006/main" noGrp="1"/>
          </p:cNvSpPr>
          <p:nvPr/>
        </p:nvSpPr>
        <p:spPr>
          <a:xfrm xmlns:a="http://schemas.openxmlformats.org/drawingml/2006/main">
            <a:off x="13335000" y="8143875"/>
            <a:ext cx="1285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575"/>
                </a:solidFill>
                <a:latin typeface="Arial"/>
                <a:ea typeface="Arial"/>
                <a:cs typeface="Arial"/>
              </a:defRPr>
            </a:defPPr>
            <a:lvl1pPr algn="r">
              <a:defRPr sz="1275" b="0">
                <a:solidFill>
                  <a:srgbClr val="516575"/>
                </a:solidFill>
                <a:latin typeface="Arial"/>
                <a:ea typeface="Arial"/>
                <a:cs typeface="Arial"/>
              </a:defRPr>
            </a:lvl1pPr>
            <a:lvl2pPr algn="r">
              <a:defRPr sz="1275" b="0">
                <a:solidFill>
                  <a:srgbClr val="516575"/>
                </a:solidFill>
                <a:latin typeface="Arial"/>
                <a:ea typeface="Arial"/>
                <a:cs typeface="Arial"/>
              </a:defRPr>
            </a:lvl2pPr>
            <a:lvl3pPr algn="r">
              <a:defRPr sz="1275" b="0">
                <a:solidFill>
                  <a:srgbClr val="516575"/>
                </a:solidFill>
                <a:latin typeface="Arial"/>
                <a:ea typeface="Arial"/>
                <a:cs typeface="Arial"/>
              </a:defRPr>
            </a:lvl3pPr>
            <a:lvl4pPr algn="r">
              <a:defRPr sz="1275" b="0">
                <a:solidFill>
                  <a:srgbClr val="516575"/>
                </a:solidFill>
                <a:latin typeface="Arial"/>
                <a:ea typeface="Arial"/>
                <a:cs typeface="Arial"/>
              </a:defRPr>
            </a:lvl4pPr>
            <a:lvl5pPr algn="r">
              <a:defRPr sz="1275" b="0">
                <a:solidFill>
                  <a:srgbClr val="516575"/>
                </a:solidFill>
                <a:latin typeface="Arial"/>
                <a:ea typeface="Arial"/>
                <a:cs typeface="Arial"/>
              </a:defRPr>
            </a:lvl5pPr>
            <a:lvl6pPr algn="r">
              <a:defRPr sz="1275" b="0">
                <a:solidFill>
                  <a:srgbClr val="516575"/>
                </a:solidFill>
                <a:latin typeface="Arial"/>
                <a:ea typeface="Arial"/>
                <a:cs typeface="Arial"/>
              </a:defRPr>
            </a:lvl6pPr>
            <a:lvl7pPr algn="r">
              <a:defRPr sz="1275" b="0">
                <a:solidFill>
                  <a:srgbClr val="516575"/>
                </a:solidFill>
                <a:latin typeface="Arial"/>
                <a:ea typeface="Arial"/>
                <a:cs typeface="Arial"/>
              </a:defRPr>
            </a:lvl7pPr>
            <a:lvl8pPr algn="r">
              <a:defRPr sz="1275" b="0">
                <a:solidFill>
                  <a:srgbClr val="516575"/>
                </a:solidFill>
                <a:latin typeface="Arial"/>
                <a:ea typeface="Arial"/>
                <a:cs typeface="Arial"/>
              </a:defRPr>
            </a:lvl8pPr>
            <a:lvl9pPr algn="r">
              <a:defRPr sz="1275" b="0">
                <a:solidFill>
                  <a:srgbClr val="516575"/>
                </a:solidFill>
                <a:latin typeface="Arial"/>
                <a:ea typeface="Arial"/>
                <a:cs typeface="Arial"/>
              </a:defRPr>
            </a:lvl9pPr>
          </a:lstStyle>
          <a:p xmlns:a="http://schemas.openxmlformats.org/drawingml/2006/main">
            <a:pPr algn="r">
              <a:defRPr sz="1275" b="0">
                <a:solidFill>
                  <a:srgbClr val="516575"/>
                </a:solidFill>
                <a:latin typeface="Arial"/>
                <a:ea typeface="Arial"/>
                <a:cs typeface="Arial"/>
              </a:defRPr>
            </a:pPr>
            <a:r>
              <a:rPr sz="1275" b="0">
                <a:solidFill>
                  <a:srgbClr val="516575"/>
                </a:solidFill>
                <a:latin typeface="Arial"/>
                <a:ea typeface="Arial"/>
                <a:cs typeface="Arial"/>
              </a:rPr>
              <a:t>14 / 16</a:t>
            </a:r>
          </a:p>
        </p:txBody>
      </p:sp>
      <p:sp>
        <p:nvSpPr>
          <p:cNvPr id="5" name="">
            <a:extLst xmlns:a="http://schemas.openxmlformats.org/drawingml/2006/main">
              <a:ext uri="{FF2B5EF4-FFF2-40B4-BE49-F238E27FC236}">
                <a16:creationId xmlns:a16="http://schemas.microsoft.com/office/drawing/2014/main" id="{EC262E81-CCEC-401C-84FD-F1671640F422}"/>
              </a:ext>
            </a:extLst>
          </p:cNvPr>
          <p:cNvSpPr>
            <a:spLocks xmlns:a="http://schemas.openxmlformats.org/drawingml/2006/main" noGrp="1"/>
          </p:cNvSpPr>
          <p:nvPr/>
        </p:nvSpPr>
        <p:spPr>
          <a:xfrm xmlns:a="http://schemas.openxmlformats.org/drawingml/2006/main">
            <a:off x="619125" y="1809750"/>
            <a:ext cx="8286750"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182F44"/>
                </a:solidFill>
                <a:latin typeface="Arial"/>
                <a:ea typeface="Arial"/>
                <a:cs typeface="Arial"/>
              </a:defRPr>
            </a:defPPr>
            <a:lvl1pPr algn="l">
              <a:defRPr sz="1950" b="0">
                <a:solidFill>
                  <a:srgbClr val="182F44"/>
                </a:solidFill>
                <a:latin typeface="Arial"/>
                <a:ea typeface="Arial"/>
                <a:cs typeface="Arial"/>
              </a:defRPr>
            </a:lvl1pPr>
            <a:lvl2pPr algn="l">
              <a:defRPr sz="1950" b="0">
                <a:solidFill>
                  <a:srgbClr val="182F44"/>
                </a:solidFill>
                <a:latin typeface="Arial"/>
                <a:ea typeface="Arial"/>
                <a:cs typeface="Arial"/>
              </a:defRPr>
            </a:lvl2pPr>
            <a:lvl3pPr algn="l">
              <a:defRPr sz="1950" b="0">
                <a:solidFill>
                  <a:srgbClr val="182F44"/>
                </a:solidFill>
                <a:latin typeface="Arial"/>
                <a:ea typeface="Arial"/>
                <a:cs typeface="Arial"/>
              </a:defRPr>
            </a:lvl3pPr>
            <a:lvl4pPr algn="l">
              <a:defRPr sz="1950" b="0">
                <a:solidFill>
                  <a:srgbClr val="182F44"/>
                </a:solidFill>
                <a:latin typeface="Arial"/>
                <a:ea typeface="Arial"/>
                <a:cs typeface="Arial"/>
              </a:defRPr>
            </a:lvl4pPr>
            <a:lvl5pPr algn="l">
              <a:defRPr sz="1950" b="0">
                <a:solidFill>
                  <a:srgbClr val="182F44"/>
                </a:solidFill>
                <a:latin typeface="Arial"/>
                <a:ea typeface="Arial"/>
                <a:cs typeface="Arial"/>
              </a:defRPr>
            </a:lvl5pPr>
            <a:lvl6pPr algn="l">
              <a:defRPr sz="1950" b="0">
                <a:solidFill>
                  <a:srgbClr val="182F44"/>
                </a:solidFill>
                <a:latin typeface="Arial"/>
                <a:ea typeface="Arial"/>
                <a:cs typeface="Arial"/>
              </a:defRPr>
            </a:lvl6pPr>
            <a:lvl7pPr algn="l">
              <a:defRPr sz="1950" b="0">
                <a:solidFill>
                  <a:srgbClr val="182F44"/>
                </a:solidFill>
                <a:latin typeface="Arial"/>
                <a:ea typeface="Arial"/>
                <a:cs typeface="Arial"/>
              </a:defRPr>
            </a:lvl7pPr>
            <a:lvl8pPr algn="l">
              <a:defRPr sz="1950" b="0">
                <a:solidFill>
                  <a:srgbClr val="182F44"/>
                </a:solidFill>
                <a:latin typeface="Arial"/>
                <a:ea typeface="Arial"/>
                <a:cs typeface="Arial"/>
              </a:defRPr>
            </a:lvl8pPr>
            <a:lvl9pPr algn="l">
              <a:defRPr sz="1950" b="0">
                <a:solidFill>
                  <a:srgbClr val="182F44"/>
                </a:solidFill>
                <a:latin typeface="Arial"/>
                <a:ea typeface="Arial"/>
                <a:cs typeface="Arial"/>
              </a:defRPr>
            </a:lvl9pPr>
          </a:lstStyle>
          <a:p xmlns:a="http://schemas.openxmlformats.org/drawingml/2006/main">
            <a:pPr algn="l">
              <a:defRPr sz="1950" b="0">
                <a:solidFill>
                  <a:srgbClr val="182F44"/>
                </a:solidFill>
                <a:latin typeface="Arial"/>
                <a:ea typeface="Arial"/>
                <a:cs typeface="Arial"/>
              </a:defRPr>
            </a:pPr>
            <a:r>
              <a:rPr sz="1950" b="0">
                <a:solidFill>
                  <a:srgbClr val="182F44"/>
                </a:solidFill>
                <a:latin typeface="Arial"/>
                <a:ea typeface="Arial"/>
                <a:cs typeface="Arial"/>
              </a:rPr>
              <a:t>class ServiceCommande</a:t>
            </a:r>
          </a:p>
          <a:p xmlns:a="http://schemas.openxmlformats.org/drawingml/2006/main">
            <a:pPr algn="l">
              <a:defRPr sz="1950" b="0">
                <a:solidFill>
                  <a:srgbClr val="182F44"/>
                </a:solidFill>
                <a:latin typeface="Arial"/>
                <a:ea typeface="Arial"/>
                <a:cs typeface="Arial"/>
              </a:defRPr>
            </a:pPr>
            <a:r>
              <a:rPr sz="1950" b="0">
                <a:solidFill>
                  <a:srgbClr val="182F44"/>
                </a:solidFill>
                <a:latin typeface="Arial"/>
                <a:ea typeface="Arial"/>
                <a:cs typeface="Arial"/>
              </a:rPr>
              <a:t>{</a:t>
            </a:r>
          </a:p>
          <a:p xmlns:a="http://schemas.openxmlformats.org/drawingml/2006/main">
            <a:pPr algn="l">
              <a:defRPr sz="1950" b="0">
                <a:solidFill>
                  <a:srgbClr val="182F44"/>
                </a:solidFill>
                <a:latin typeface="Arial"/>
                <a:ea typeface="Arial"/>
                <a:cs typeface="Arial"/>
              </a:defRPr>
            </a:pPr>
            <a:r>
              <a:rPr sz="1950" b="0">
                <a:solidFill>
                  <a:srgbClr val="182F44"/>
                </a:solidFill>
                <a:latin typeface="Arial"/>
                <a:ea typeface="Arial"/>
                <a:cs typeface="Arial"/>
              </a:rPr>
              <a:t>  private readonly IEcritureCommandes stockage;</a:t>
            </a:r>
          </a:p>
          <a:p xmlns:a="http://schemas.openxmlformats.org/drawingml/2006/main">
            <a:r>
              <a:t/>
            </a:r>
          </a:p>
          <a:p xmlns:a="http://schemas.openxmlformats.org/drawingml/2006/main">
            <a:pPr algn="l">
              <a:defRPr sz="1950" b="0">
                <a:solidFill>
                  <a:srgbClr val="182F44"/>
                </a:solidFill>
                <a:latin typeface="Arial"/>
                <a:ea typeface="Arial"/>
                <a:cs typeface="Arial"/>
              </a:defRPr>
            </a:pPr>
            <a:r>
              <a:rPr sz="1950" b="0">
                <a:solidFill>
                  <a:srgbClr val="182F44"/>
                </a:solidFill>
                <a:latin typeface="Arial"/>
                <a:ea typeface="Arial"/>
                <a:cs typeface="Arial"/>
              </a:rPr>
              <a:t>  public ServiceCommande(IEcritureCommandes s)</a:t>
            </a:r>
          </a:p>
          <a:p xmlns:a="http://schemas.openxmlformats.org/drawingml/2006/main">
            <a:pPr algn="l">
              <a:defRPr sz="1950" b="0">
                <a:solidFill>
                  <a:srgbClr val="182F44"/>
                </a:solidFill>
                <a:latin typeface="Arial"/>
                <a:ea typeface="Arial"/>
                <a:cs typeface="Arial"/>
              </a:defRPr>
            </a:pPr>
            <a:r>
              <a:rPr sz="1950" b="0">
                <a:solidFill>
                  <a:srgbClr val="182F44"/>
                </a:solidFill>
                <a:latin typeface="Arial"/>
                <a:ea typeface="Arial"/>
                <a:cs typeface="Arial"/>
              </a:rPr>
              <a:t>  { stockage = s; }</a:t>
            </a:r>
          </a:p>
          <a:p xmlns:a="http://schemas.openxmlformats.org/drawingml/2006/main">
            <a:r>
              <a:t/>
            </a:r>
          </a:p>
          <a:p xmlns:a="http://schemas.openxmlformats.org/drawingml/2006/main">
            <a:pPr algn="l">
              <a:defRPr sz="1950" b="0">
                <a:solidFill>
                  <a:srgbClr val="182F44"/>
                </a:solidFill>
                <a:latin typeface="Arial"/>
                <a:ea typeface="Arial"/>
                <a:cs typeface="Arial"/>
              </a:defRPr>
            </a:pPr>
            <a:r>
              <a:rPr sz="1950" b="0">
                <a:solidFill>
                  <a:srgbClr val="182F44"/>
                </a:solidFill>
                <a:latin typeface="Arial"/>
                <a:ea typeface="Arial"/>
                <a:cs typeface="Arial"/>
              </a:rPr>
              <a:t>  public void Valider(Commande c)</a:t>
            </a:r>
          </a:p>
          <a:p xmlns:a="http://schemas.openxmlformats.org/drawingml/2006/main">
            <a:pPr algn="l">
              <a:defRPr sz="1950" b="0">
                <a:solidFill>
                  <a:srgbClr val="182F44"/>
                </a:solidFill>
                <a:latin typeface="Arial"/>
                <a:ea typeface="Arial"/>
                <a:cs typeface="Arial"/>
              </a:defRPr>
            </a:pPr>
            <a:r>
              <a:rPr sz="1950" b="0">
                <a:solidFill>
                  <a:srgbClr val="182F44"/>
                </a:solidFill>
                <a:latin typeface="Arial"/>
                <a:ea typeface="Arial"/>
                <a:cs typeface="Arial"/>
              </a:rPr>
              <a:t>  {</a:t>
            </a:r>
          </a:p>
          <a:p xmlns:a="http://schemas.openxmlformats.org/drawingml/2006/main">
            <a:pPr algn="l">
              <a:defRPr sz="1950" b="0">
                <a:solidFill>
                  <a:srgbClr val="182F44"/>
                </a:solidFill>
                <a:latin typeface="Arial"/>
                <a:ea typeface="Arial"/>
                <a:cs typeface="Arial"/>
              </a:defRPr>
            </a:pPr>
            <a:r>
              <a:rPr sz="1950" b="0">
                <a:solidFill>
                  <a:srgbClr val="182F44"/>
                </a:solidFill>
                <a:latin typeface="Arial"/>
                <a:ea typeface="Arial"/>
                <a:cs typeface="Arial"/>
              </a:rPr>
              <a:t>    // Vérifier les règles métier...</a:t>
            </a:r>
          </a:p>
          <a:p xmlns:a="http://schemas.openxmlformats.org/drawingml/2006/main">
            <a:pPr algn="l">
              <a:defRPr sz="1950" b="0">
                <a:solidFill>
                  <a:srgbClr val="182F44"/>
                </a:solidFill>
                <a:latin typeface="Arial"/>
                <a:ea typeface="Arial"/>
                <a:cs typeface="Arial"/>
              </a:defRPr>
            </a:pPr>
            <a:r>
              <a:rPr sz="1950" b="0">
                <a:solidFill>
                  <a:srgbClr val="182F44"/>
                </a:solidFill>
                <a:latin typeface="Arial"/>
                <a:ea typeface="Arial"/>
                <a:cs typeface="Arial"/>
              </a:rPr>
              <a:t>    stockage.Enregistrer(c);</a:t>
            </a:r>
          </a:p>
          <a:p xmlns:a="http://schemas.openxmlformats.org/drawingml/2006/main">
            <a:pPr algn="l">
              <a:defRPr sz="1950" b="0">
                <a:solidFill>
                  <a:srgbClr val="182F44"/>
                </a:solidFill>
                <a:latin typeface="Arial"/>
                <a:ea typeface="Arial"/>
                <a:cs typeface="Arial"/>
              </a:defRPr>
            </a:pPr>
            <a:r>
              <a:rPr sz="1950" b="0">
                <a:solidFill>
                  <a:srgbClr val="182F44"/>
                </a:solidFill>
                <a:latin typeface="Arial"/>
                <a:ea typeface="Arial"/>
                <a:cs typeface="Arial"/>
              </a:rPr>
              <a:t>  }</a:t>
            </a:r>
          </a:p>
          <a:p xmlns:a="http://schemas.openxmlformats.org/drawingml/2006/main">
            <a:pPr algn="l">
              <a:defRPr sz="1950" b="0">
                <a:solidFill>
                  <a:srgbClr val="182F44"/>
                </a:solidFill>
                <a:latin typeface="Arial"/>
                <a:ea typeface="Arial"/>
                <a:cs typeface="Arial"/>
              </a:defRPr>
            </a:pPr>
            <a:r>
              <a:rPr sz="1950" b="0">
                <a:solidFill>
                  <a:srgbClr val="182F44"/>
                </a:solidFill>
                <a:latin typeface="Arial"/>
                <a:ea typeface="Arial"/>
                <a:cs typeface="Arial"/>
              </a:rPr>
              <a:t>}</a:t>
            </a:r>
          </a:p>
        </p:txBody>
      </p:sp>
      <p:sp>
        <p:nvSpPr>
          <p:cNvPr id="6" name="">
            <a:extLst xmlns:a="http://schemas.openxmlformats.org/drawingml/2006/main">
              <a:ext uri="{FF2B5EF4-FFF2-40B4-BE49-F238E27FC236}">
                <a16:creationId xmlns:a16="http://schemas.microsoft.com/office/drawing/2014/main" id="{140246F1-ED7F-4E0A-87B1-1FACFD69B2C4}"/>
              </a:ext>
            </a:extLst>
          </p:cNvPr>
          <p:cNvSpPr>
            <a:spLocks xmlns:a="http://schemas.openxmlformats.org/drawingml/2006/main" noGrp="1"/>
          </p:cNvSpPr>
          <p:nvPr/>
        </p:nvSpPr>
        <p:spPr>
          <a:xfrm xmlns:a="http://schemas.openxmlformats.org/drawingml/2006/main">
            <a:off x="9382125" y="18097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1">
                <a:solidFill>
                  <a:srgbClr val="176B91"/>
                </a:solidFill>
                <a:latin typeface="Arial"/>
                <a:ea typeface="Arial"/>
                <a:cs typeface="Arial"/>
              </a:defRPr>
            </a:defPPr>
            <a:lvl1pPr algn="l">
              <a:defRPr sz="2175" b="1">
                <a:solidFill>
                  <a:srgbClr val="176B91"/>
                </a:solidFill>
                <a:latin typeface="Arial"/>
                <a:ea typeface="Arial"/>
                <a:cs typeface="Arial"/>
              </a:defRPr>
            </a:lvl1pPr>
            <a:lvl2pPr algn="l">
              <a:defRPr sz="2175" b="1">
                <a:solidFill>
                  <a:srgbClr val="176B91"/>
                </a:solidFill>
                <a:latin typeface="Arial"/>
                <a:ea typeface="Arial"/>
                <a:cs typeface="Arial"/>
              </a:defRPr>
            </a:lvl2pPr>
            <a:lvl3pPr algn="l">
              <a:defRPr sz="2175" b="1">
                <a:solidFill>
                  <a:srgbClr val="176B91"/>
                </a:solidFill>
                <a:latin typeface="Arial"/>
                <a:ea typeface="Arial"/>
                <a:cs typeface="Arial"/>
              </a:defRPr>
            </a:lvl3pPr>
            <a:lvl4pPr algn="l">
              <a:defRPr sz="2175" b="1">
                <a:solidFill>
                  <a:srgbClr val="176B91"/>
                </a:solidFill>
                <a:latin typeface="Arial"/>
                <a:ea typeface="Arial"/>
                <a:cs typeface="Arial"/>
              </a:defRPr>
            </a:lvl4pPr>
            <a:lvl5pPr algn="l">
              <a:defRPr sz="2175" b="1">
                <a:solidFill>
                  <a:srgbClr val="176B91"/>
                </a:solidFill>
                <a:latin typeface="Arial"/>
                <a:ea typeface="Arial"/>
                <a:cs typeface="Arial"/>
              </a:defRPr>
            </a:lvl5pPr>
            <a:lvl6pPr algn="l">
              <a:defRPr sz="2175" b="1">
                <a:solidFill>
                  <a:srgbClr val="176B91"/>
                </a:solidFill>
                <a:latin typeface="Arial"/>
                <a:ea typeface="Arial"/>
                <a:cs typeface="Arial"/>
              </a:defRPr>
            </a:lvl6pPr>
            <a:lvl7pPr algn="l">
              <a:defRPr sz="2175" b="1">
                <a:solidFill>
                  <a:srgbClr val="176B91"/>
                </a:solidFill>
                <a:latin typeface="Arial"/>
                <a:ea typeface="Arial"/>
                <a:cs typeface="Arial"/>
              </a:defRPr>
            </a:lvl7pPr>
            <a:lvl8pPr algn="l">
              <a:defRPr sz="2175" b="1">
                <a:solidFill>
                  <a:srgbClr val="176B91"/>
                </a:solidFill>
                <a:latin typeface="Arial"/>
                <a:ea typeface="Arial"/>
                <a:cs typeface="Arial"/>
              </a:defRPr>
            </a:lvl8pPr>
            <a:lvl9pPr algn="l">
              <a:defRPr sz="2175" b="1">
                <a:solidFill>
                  <a:srgbClr val="176B91"/>
                </a:solidFill>
                <a:latin typeface="Arial"/>
                <a:ea typeface="Arial"/>
                <a:cs typeface="Arial"/>
              </a:defRPr>
            </a:lvl9pPr>
          </a:lstStyle>
          <a:p xmlns:a="http://schemas.openxmlformats.org/drawingml/2006/main">
            <a:pPr algn="l">
              <a:defRPr sz="2175" b="1">
                <a:solidFill>
                  <a:srgbClr val="176B91"/>
                </a:solidFill>
                <a:latin typeface="Arial"/>
                <a:ea typeface="Arial"/>
                <a:cs typeface="Arial"/>
              </a:defRPr>
            </a:pPr>
            <a:r>
              <a:rPr sz="2175" b="1">
                <a:solidFill>
                  <a:srgbClr val="176B91"/>
                </a:solidFill>
                <a:latin typeface="Arial"/>
                <a:ea typeface="Arial"/>
                <a:cs typeface="Arial"/>
              </a:rPr>
              <a:t>À l’entrée de l’application</a:t>
            </a:r>
          </a:p>
        </p:txBody>
      </p:sp>
      <p:sp>
        <p:nvSpPr>
          <p:cNvPr id="7" name="">
            <a:extLst xmlns:a="http://schemas.openxmlformats.org/drawingml/2006/main">
              <a:ext uri="{FF2B5EF4-FFF2-40B4-BE49-F238E27FC236}">
                <a16:creationId xmlns:a16="http://schemas.microsoft.com/office/drawing/2014/main" id="{1FF552AA-7E34-43EF-9457-3014BE3454BA}"/>
              </a:ext>
            </a:extLst>
          </p:cNvPr>
          <p:cNvSpPr>
            <a:spLocks xmlns:a="http://schemas.openxmlformats.org/drawingml/2006/main" noGrp="1"/>
          </p:cNvSpPr>
          <p:nvPr/>
        </p:nvSpPr>
        <p:spPr>
          <a:xfrm xmlns:a="http://schemas.openxmlformats.org/drawingml/2006/main">
            <a:off x="9382125" y="2428875"/>
            <a:ext cx="5238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82F44"/>
                </a:solidFill>
                <a:latin typeface="Arial"/>
                <a:ea typeface="Arial"/>
                <a:cs typeface="Arial"/>
              </a:defRPr>
            </a:defPPr>
            <a:lvl1pPr algn="l">
              <a:defRPr sz="1875" b="0">
                <a:solidFill>
                  <a:srgbClr val="182F44"/>
                </a:solidFill>
                <a:latin typeface="Arial"/>
                <a:ea typeface="Arial"/>
                <a:cs typeface="Arial"/>
              </a:defRPr>
            </a:lvl1pPr>
            <a:lvl2pPr algn="l">
              <a:defRPr sz="1875" b="0">
                <a:solidFill>
                  <a:srgbClr val="182F44"/>
                </a:solidFill>
                <a:latin typeface="Arial"/>
                <a:ea typeface="Arial"/>
                <a:cs typeface="Arial"/>
              </a:defRPr>
            </a:lvl2pPr>
            <a:lvl3pPr algn="l">
              <a:defRPr sz="1875" b="0">
                <a:solidFill>
                  <a:srgbClr val="182F44"/>
                </a:solidFill>
                <a:latin typeface="Arial"/>
                <a:ea typeface="Arial"/>
                <a:cs typeface="Arial"/>
              </a:defRPr>
            </a:lvl3pPr>
            <a:lvl4pPr algn="l">
              <a:defRPr sz="1875" b="0">
                <a:solidFill>
                  <a:srgbClr val="182F44"/>
                </a:solidFill>
                <a:latin typeface="Arial"/>
                <a:ea typeface="Arial"/>
                <a:cs typeface="Arial"/>
              </a:defRPr>
            </a:lvl4pPr>
            <a:lvl5pPr algn="l">
              <a:defRPr sz="1875" b="0">
                <a:solidFill>
                  <a:srgbClr val="182F44"/>
                </a:solidFill>
                <a:latin typeface="Arial"/>
                <a:ea typeface="Arial"/>
                <a:cs typeface="Arial"/>
              </a:defRPr>
            </a:lvl5pPr>
            <a:lvl6pPr algn="l">
              <a:defRPr sz="1875" b="0">
                <a:solidFill>
                  <a:srgbClr val="182F44"/>
                </a:solidFill>
                <a:latin typeface="Arial"/>
                <a:ea typeface="Arial"/>
                <a:cs typeface="Arial"/>
              </a:defRPr>
            </a:lvl6pPr>
            <a:lvl7pPr algn="l">
              <a:defRPr sz="1875" b="0">
                <a:solidFill>
                  <a:srgbClr val="182F44"/>
                </a:solidFill>
                <a:latin typeface="Arial"/>
                <a:ea typeface="Arial"/>
                <a:cs typeface="Arial"/>
              </a:defRPr>
            </a:lvl7pPr>
            <a:lvl8pPr algn="l">
              <a:defRPr sz="1875" b="0">
                <a:solidFill>
                  <a:srgbClr val="182F44"/>
                </a:solidFill>
                <a:latin typeface="Arial"/>
                <a:ea typeface="Arial"/>
                <a:cs typeface="Arial"/>
              </a:defRPr>
            </a:lvl8pPr>
            <a:lvl9pPr algn="l">
              <a:defRPr sz="1875" b="0">
                <a:solidFill>
                  <a:srgbClr val="182F44"/>
                </a:solidFill>
                <a:latin typeface="Arial"/>
                <a:ea typeface="Arial"/>
                <a:cs typeface="Arial"/>
              </a:defRPr>
            </a:lvl9pPr>
          </a:lstStyle>
          <a:p xmlns:a="http://schemas.openxmlformats.org/drawingml/2006/main">
            <a:pPr algn="l">
              <a:defRPr sz="1875" b="0">
                <a:solidFill>
                  <a:srgbClr val="182F44"/>
                </a:solidFill>
                <a:latin typeface="Arial"/>
                <a:ea typeface="Arial"/>
                <a:cs typeface="Arial"/>
              </a:defRPr>
            </a:pPr>
            <a:r>
              <a:rPr sz="1875" b="0">
                <a:solidFill>
                  <a:srgbClr val="182F44"/>
                </a:solidFill>
                <a:latin typeface="Arial"/>
                <a:ea typeface="Arial"/>
                <a:cs typeface="Arial"/>
              </a:rPr>
              <a:t>var stockage =</a:t>
            </a:r>
          </a:p>
          <a:p xmlns:a="http://schemas.openxmlformats.org/drawingml/2006/main">
            <a:pPr algn="l">
              <a:defRPr sz="1875" b="0">
                <a:solidFill>
                  <a:srgbClr val="182F44"/>
                </a:solidFill>
                <a:latin typeface="Arial"/>
                <a:ea typeface="Arial"/>
                <a:cs typeface="Arial"/>
              </a:defRPr>
            </a:pPr>
            <a:r>
              <a:rPr sz="1875" b="0">
                <a:solidFill>
                  <a:srgbClr val="182F44"/>
                </a:solidFill>
                <a:latin typeface="Arial"/>
                <a:ea typeface="Arial"/>
                <a:cs typeface="Arial"/>
              </a:rPr>
              <a:t>    new StockagePostgreSQL(config);</a:t>
            </a:r>
          </a:p>
          <a:p xmlns:a="http://schemas.openxmlformats.org/drawingml/2006/main">
            <a:pPr algn="l">
              <a:defRPr sz="1875" b="0">
                <a:solidFill>
                  <a:srgbClr val="182F44"/>
                </a:solidFill>
                <a:latin typeface="Arial"/>
                <a:ea typeface="Arial"/>
                <a:cs typeface="Arial"/>
              </a:defRPr>
            </a:pPr>
            <a:r>
              <a:rPr sz="1875" b="0">
                <a:solidFill>
                  <a:srgbClr val="182F44"/>
                </a:solidFill>
                <a:latin typeface="Arial"/>
                <a:ea typeface="Arial"/>
                <a:cs typeface="Arial"/>
              </a:rPr>
              <a:t>var service =</a:t>
            </a:r>
          </a:p>
          <a:p xmlns:a="http://schemas.openxmlformats.org/drawingml/2006/main">
            <a:pPr algn="l">
              <a:defRPr sz="1875" b="0">
                <a:solidFill>
                  <a:srgbClr val="182F44"/>
                </a:solidFill>
                <a:latin typeface="Arial"/>
                <a:ea typeface="Arial"/>
                <a:cs typeface="Arial"/>
              </a:defRPr>
            </a:pPr>
            <a:r>
              <a:rPr sz="1875" b="0">
                <a:solidFill>
                  <a:srgbClr val="182F44"/>
                </a:solidFill>
                <a:latin typeface="Arial"/>
                <a:ea typeface="Arial"/>
                <a:cs typeface="Arial"/>
              </a:rPr>
              <a:t>    new ServiceCommande(stockage);</a:t>
            </a:r>
          </a:p>
        </p:txBody>
      </p:sp>
      <p:sp>
        <p:nvSpPr>
          <p:cNvPr id="8" name="">
            <a:extLst xmlns:a="http://schemas.openxmlformats.org/drawingml/2006/main">
              <a:ext uri="{FF2B5EF4-FFF2-40B4-BE49-F238E27FC236}">
                <a16:creationId xmlns:a16="http://schemas.microsoft.com/office/drawing/2014/main" id="{BA5A206C-B70B-4D53-AF52-F95720B1D688}"/>
              </a:ext>
            </a:extLst>
          </p:cNvPr>
          <p:cNvSpPr>
            <a:spLocks xmlns:a="http://schemas.openxmlformats.org/drawingml/2006/main" noGrp="1"/>
          </p:cNvSpPr>
          <p:nvPr/>
        </p:nvSpPr>
        <p:spPr>
          <a:xfrm xmlns:a="http://schemas.openxmlformats.org/drawingml/2006/main">
            <a:off x="9382125" y="4762500"/>
            <a:ext cx="5238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0">
                <a:solidFill>
                  <a:srgbClr val="182F44"/>
                </a:solidFill>
                <a:latin typeface="Arial"/>
                <a:ea typeface="Arial"/>
                <a:cs typeface="Arial"/>
              </a:defRPr>
            </a:defPPr>
            <a:lvl1pPr algn="l">
              <a:defRPr sz="2025" b="0">
                <a:solidFill>
                  <a:srgbClr val="182F44"/>
                </a:solidFill>
                <a:latin typeface="Arial"/>
                <a:ea typeface="Arial"/>
                <a:cs typeface="Arial"/>
              </a:defRPr>
            </a:lvl1pPr>
            <a:lvl2pPr algn="l">
              <a:defRPr sz="2025" b="0">
                <a:solidFill>
                  <a:srgbClr val="182F44"/>
                </a:solidFill>
                <a:latin typeface="Arial"/>
                <a:ea typeface="Arial"/>
                <a:cs typeface="Arial"/>
              </a:defRPr>
            </a:lvl2pPr>
            <a:lvl3pPr algn="l">
              <a:defRPr sz="2025" b="0">
                <a:solidFill>
                  <a:srgbClr val="182F44"/>
                </a:solidFill>
                <a:latin typeface="Arial"/>
                <a:ea typeface="Arial"/>
                <a:cs typeface="Arial"/>
              </a:defRPr>
            </a:lvl3pPr>
            <a:lvl4pPr algn="l">
              <a:defRPr sz="2025" b="0">
                <a:solidFill>
                  <a:srgbClr val="182F44"/>
                </a:solidFill>
                <a:latin typeface="Arial"/>
                <a:ea typeface="Arial"/>
                <a:cs typeface="Arial"/>
              </a:defRPr>
            </a:lvl4pPr>
            <a:lvl5pPr algn="l">
              <a:defRPr sz="2025" b="0">
                <a:solidFill>
                  <a:srgbClr val="182F44"/>
                </a:solidFill>
                <a:latin typeface="Arial"/>
                <a:ea typeface="Arial"/>
                <a:cs typeface="Arial"/>
              </a:defRPr>
            </a:lvl5pPr>
            <a:lvl6pPr algn="l">
              <a:defRPr sz="2025" b="0">
                <a:solidFill>
                  <a:srgbClr val="182F44"/>
                </a:solidFill>
                <a:latin typeface="Arial"/>
                <a:ea typeface="Arial"/>
                <a:cs typeface="Arial"/>
              </a:defRPr>
            </a:lvl6pPr>
            <a:lvl7pPr algn="l">
              <a:defRPr sz="2025" b="0">
                <a:solidFill>
                  <a:srgbClr val="182F44"/>
                </a:solidFill>
                <a:latin typeface="Arial"/>
                <a:ea typeface="Arial"/>
                <a:cs typeface="Arial"/>
              </a:defRPr>
            </a:lvl7pPr>
            <a:lvl8pPr algn="l">
              <a:defRPr sz="2025" b="0">
                <a:solidFill>
                  <a:srgbClr val="182F44"/>
                </a:solidFill>
                <a:latin typeface="Arial"/>
                <a:ea typeface="Arial"/>
                <a:cs typeface="Arial"/>
              </a:defRPr>
            </a:lvl8pPr>
            <a:lvl9pPr algn="l">
              <a:defRPr sz="2025" b="0">
                <a:solidFill>
                  <a:srgbClr val="182F44"/>
                </a:solidFill>
                <a:latin typeface="Arial"/>
                <a:ea typeface="Arial"/>
                <a:cs typeface="Arial"/>
              </a:defRPr>
            </a:lvl9pPr>
          </a:lstStyle>
          <a:p xmlns:a="http://schemas.openxmlformats.org/drawingml/2006/main">
            <a:pPr algn="l">
              <a:defRPr sz="2025" b="0">
                <a:solidFill>
                  <a:srgbClr val="182F44"/>
                </a:solidFill>
                <a:latin typeface="Arial"/>
                <a:ea typeface="Arial"/>
                <a:cs typeface="Arial"/>
              </a:defRPr>
            </a:pPr>
            <a:r>
              <a:rPr sz="2025" b="0">
                <a:solidFill>
                  <a:srgbClr val="182F44"/>
                </a:solidFill>
                <a:latin typeface="Arial"/>
                <a:ea typeface="Arial"/>
                <a:cs typeface="Arial"/>
              </a:rPr>
              <a:t>L’assemblage connaît les classes concrètes, les construit et fournit les objets aux services. Aucun framework n’est nécessaire.</a:t>
            </a:r>
          </a:p>
        </p:txBody>
      </p:sp>
      <p:sp>
        <p:nvSpPr>
          <p:cNvPr id="9" name="">
            <a:extLst xmlns:a="http://schemas.openxmlformats.org/drawingml/2006/main">
              <a:ext uri="{FF2B5EF4-FFF2-40B4-BE49-F238E27FC236}">
                <a16:creationId xmlns:a16="http://schemas.microsoft.com/office/drawing/2014/main" id="{FC966E3B-00B2-4CBC-B7C7-78F7584A4509}"/>
              </a:ext>
            </a:extLst>
          </p:cNvPr>
          <p:cNvSpPr>
            <a:spLocks xmlns:a="http://schemas.openxmlformats.org/drawingml/2006/main" noGrp="1"/>
          </p:cNvSpPr>
          <p:nvPr/>
        </p:nvSpPr>
        <p:spPr>
          <a:xfrm xmlns:a="http://schemas.openxmlformats.org/drawingml/2006/main">
            <a:off x="619125" y="6867525"/>
            <a:ext cx="1390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F44"/>
                </a:solidFill>
                <a:latin typeface="Arial"/>
                <a:ea typeface="Arial"/>
                <a:cs typeface="Arial"/>
              </a:defRPr>
            </a:defPPr>
            <a:lvl1pPr algn="l">
              <a:defRPr sz="2100" b="0">
                <a:solidFill>
                  <a:srgbClr val="182F44"/>
                </a:solidFill>
                <a:latin typeface="Arial"/>
                <a:ea typeface="Arial"/>
                <a:cs typeface="Arial"/>
              </a:defRPr>
            </a:lvl1pPr>
            <a:lvl2pPr algn="l">
              <a:defRPr sz="2100" b="0">
                <a:solidFill>
                  <a:srgbClr val="182F44"/>
                </a:solidFill>
                <a:latin typeface="Arial"/>
                <a:ea typeface="Arial"/>
                <a:cs typeface="Arial"/>
              </a:defRPr>
            </a:lvl2pPr>
            <a:lvl3pPr algn="l">
              <a:defRPr sz="2100" b="0">
                <a:solidFill>
                  <a:srgbClr val="182F44"/>
                </a:solidFill>
                <a:latin typeface="Arial"/>
                <a:ea typeface="Arial"/>
                <a:cs typeface="Arial"/>
              </a:defRPr>
            </a:lvl3pPr>
            <a:lvl4pPr algn="l">
              <a:defRPr sz="2100" b="0">
                <a:solidFill>
                  <a:srgbClr val="182F44"/>
                </a:solidFill>
                <a:latin typeface="Arial"/>
                <a:ea typeface="Arial"/>
                <a:cs typeface="Arial"/>
              </a:defRPr>
            </a:lvl4pPr>
            <a:lvl5pPr algn="l">
              <a:defRPr sz="2100" b="0">
                <a:solidFill>
                  <a:srgbClr val="182F44"/>
                </a:solidFill>
                <a:latin typeface="Arial"/>
                <a:ea typeface="Arial"/>
                <a:cs typeface="Arial"/>
              </a:defRPr>
            </a:lvl5pPr>
            <a:lvl6pPr algn="l">
              <a:defRPr sz="2100" b="0">
                <a:solidFill>
                  <a:srgbClr val="182F44"/>
                </a:solidFill>
                <a:latin typeface="Arial"/>
                <a:ea typeface="Arial"/>
                <a:cs typeface="Arial"/>
              </a:defRPr>
            </a:lvl6pPr>
            <a:lvl7pPr algn="l">
              <a:defRPr sz="2100" b="0">
                <a:solidFill>
                  <a:srgbClr val="182F44"/>
                </a:solidFill>
                <a:latin typeface="Arial"/>
                <a:ea typeface="Arial"/>
                <a:cs typeface="Arial"/>
              </a:defRPr>
            </a:lvl7pPr>
            <a:lvl8pPr algn="l">
              <a:defRPr sz="2100" b="0">
                <a:solidFill>
                  <a:srgbClr val="182F44"/>
                </a:solidFill>
                <a:latin typeface="Arial"/>
                <a:ea typeface="Arial"/>
                <a:cs typeface="Arial"/>
              </a:defRPr>
            </a:lvl8pPr>
            <a:lvl9pPr algn="l">
              <a:defRPr sz="2100" b="0">
                <a:solidFill>
                  <a:srgbClr val="182F44"/>
                </a:solidFill>
                <a:latin typeface="Arial"/>
                <a:ea typeface="Arial"/>
                <a:cs typeface="Arial"/>
              </a:defRPr>
            </a:lvl9pPr>
          </a:lstStyle>
          <a:p xmlns:a="http://schemas.openxmlformats.org/drawingml/2006/main">
            <a:pPr algn="l">
              <a:defRPr sz="2100" b="0">
                <a:solidFill>
                  <a:srgbClr val="182F44"/>
                </a:solidFill>
                <a:latin typeface="Arial"/>
                <a:ea typeface="Arial"/>
                <a:cs typeface="Arial"/>
              </a:defRPr>
            </a:pPr>
            <a:r>
              <a:rPr sz="2100" b="0">
                <a:solidFill>
                  <a:srgbClr val="182F44"/>
                </a:solidFill>
                <a:latin typeface="Arial"/>
                <a:ea typeface="Arial"/>
                <a:cs typeface="Arial"/>
              </a:rPr>
              <a:t>DIP organise les dépendances autour des abstractions. L’injection fournit une dépendance depuis l’extérieur. Injecter directement un StockageMySQL concret ne suffit donc pas à respecter DIP.</a:t>
            </a:r>
          </a:p>
        </p:txBody>
      </p:sp>
    </p:spTree>
    <p:extLst>
      <p:ext uri="{BB962C8B-B14F-4D97-AF65-F5344CB8AC3E}">
        <p14:creationId xmlns:p14="http://schemas.microsoft.com/office/powerpoint/2010/main" val="714190724"/>
      </p:ext>
    </p:extLst>
  </p:cSld>
</p:sld>
</file>

<file path=ppt/slides/slide15.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56B287F1-1F30-4640-B16C-BDB0DD8F2040}"/>
              </a:ext>
            </a:extLst>
          </p:cNvPr>
          <p:cNvCxnSpPr>
            <a:stCxn xmlns:a="http://schemas.openxmlformats.org/drawingml/2006/main" id="13" idx="0"/>
            <a:endCxn xmlns:a="http://schemas.openxmlformats.org/drawingml/2006/main" id="8" idx="2"/>
          </p:cNvCxnSpPr>
          <p:nvPr/>
        </p:nvCxnSpPr>
        <p:spPr>
          <a:xfrm xmlns:a="http://schemas.openxmlformats.org/drawingml/2006/main" flipV="1">
            <a:off x="11696700" y="3000375"/>
            <a:ext cx="376238" cy="1285875"/>
          </a:xfrm>
          <a:prstGeom xmlns:a="http://schemas.openxmlformats.org/drawingml/2006/main" prst="bentConnector4">
            <a:avLst/>
          </a:prstGeom>
          <a:ln xmlns:a="http://schemas.openxmlformats.org/drawingml/2006/main" w="23813">
            <a:solidFill>
              <a:srgbClr val="176B91"/>
            </a:solidFill>
            <a:prstDash val="dash"/>
            <a:tailEnd type="arrow" w="med" len="med"/>
          </a:ln>
        </p:spPr>
      </p:cxnSp>
      <p:cxnSp>
        <p:nvCxnSpPr>
          <p:cNvPr id="11" name="">
            <a:extLst xmlns:a="http://schemas.openxmlformats.org/drawingml/2006/main">
              <a:ext uri="{FF2B5EF4-FFF2-40B4-BE49-F238E27FC236}">
                <a16:creationId xmlns:a16="http://schemas.microsoft.com/office/drawing/2014/main" id="{5BAE00E9-FB4C-4331-BCEF-97138A81CE6F}"/>
              </a:ext>
            </a:extLst>
          </p:cNvPr>
          <p:cNvCxnSpPr>
            <a:stCxn xmlns:a="http://schemas.openxmlformats.org/drawingml/2006/main" id="5" idx="3"/>
            <a:endCxn xmlns:a="http://schemas.openxmlformats.org/drawingml/2006/main" id="8" idx="1"/>
          </p:cNvCxnSpPr>
          <p:nvPr/>
        </p:nvCxnSpPr>
        <p:spPr>
          <a:xfrm xmlns:a="http://schemas.openxmlformats.org/drawingml/2006/main">
            <a:off x="5857875" y="2428875"/>
            <a:ext cx="3667125" cy="114300"/>
          </a:xfrm>
          <a:prstGeom xmlns:a="http://schemas.openxmlformats.org/drawingml/2006/main" prst="bentConnector4">
            <a:avLst/>
          </a:prstGeom>
          <a:ln xmlns:a="http://schemas.openxmlformats.org/drawingml/2006/main" w="23813">
            <a:solidFill>
              <a:srgbClr val="176B91"/>
            </a:solidFill>
            <a:prstDash val="solid"/>
            <a:tailEnd type="arrow" w="med" len="med"/>
          </a:ln>
        </p:spPr>
      </p:cxnSp>
      <p:sp>
        <p:nvSpPr>
          <p:cNvPr id="20" name="">
            <a:extLst xmlns:a="http://schemas.openxmlformats.org/drawingml/2006/main">
              <a:ext uri="{FF2B5EF4-FFF2-40B4-BE49-F238E27FC236}">
                <a16:creationId xmlns:a16="http://schemas.microsoft.com/office/drawing/2014/main" id="{6374D9AB-FA72-42C3-AF48-E9A7CDD61A19}"/>
              </a:ext>
            </a:extLst>
          </p:cNvPr>
          <p:cNvSpPr>
            <a:spLocks xmlns:a="http://schemas.openxmlformats.org/drawingml/2006/main" noGrp="1"/>
          </p:cNvSpPr>
          <p:nvPr/>
        </p:nvSpPr>
        <p:spPr>
          <a:xfrm xmlns:a="http://schemas.openxmlformats.org/drawingml/2006/main">
            <a:off x="619125" y="304800"/>
            <a:ext cx="1333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087F83"/>
                </a:solidFill>
                <a:latin typeface="Arial"/>
                <a:ea typeface="Arial"/>
                <a:cs typeface="Arial"/>
              </a:defRPr>
            </a:defPPr>
            <a:lvl1pPr algn="l">
              <a:defRPr sz="1350" b="1">
                <a:solidFill>
                  <a:srgbClr val="087F83"/>
                </a:solidFill>
                <a:latin typeface="Arial"/>
                <a:ea typeface="Arial"/>
                <a:cs typeface="Arial"/>
              </a:defRPr>
            </a:lvl1pPr>
            <a:lvl2pPr algn="l">
              <a:defRPr sz="1350" b="1">
                <a:solidFill>
                  <a:srgbClr val="087F83"/>
                </a:solidFill>
                <a:latin typeface="Arial"/>
                <a:ea typeface="Arial"/>
                <a:cs typeface="Arial"/>
              </a:defRPr>
            </a:lvl2pPr>
            <a:lvl3pPr algn="l">
              <a:defRPr sz="1350" b="1">
                <a:solidFill>
                  <a:srgbClr val="087F83"/>
                </a:solidFill>
                <a:latin typeface="Arial"/>
                <a:ea typeface="Arial"/>
                <a:cs typeface="Arial"/>
              </a:defRPr>
            </a:lvl3pPr>
            <a:lvl4pPr algn="l">
              <a:defRPr sz="1350" b="1">
                <a:solidFill>
                  <a:srgbClr val="087F83"/>
                </a:solidFill>
                <a:latin typeface="Arial"/>
                <a:ea typeface="Arial"/>
                <a:cs typeface="Arial"/>
              </a:defRPr>
            </a:lvl4pPr>
            <a:lvl5pPr algn="l">
              <a:defRPr sz="1350" b="1">
                <a:solidFill>
                  <a:srgbClr val="087F83"/>
                </a:solidFill>
                <a:latin typeface="Arial"/>
                <a:ea typeface="Arial"/>
                <a:cs typeface="Arial"/>
              </a:defRPr>
            </a:lvl5pPr>
            <a:lvl6pPr algn="l">
              <a:defRPr sz="1350" b="1">
                <a:solidFill>
                  <a:srgbClr val="087F83"/>
                </a:solidFill>
                <a:latin typeface="Arial"/>
                <a:ea typeface="Arial"/>
                <a:cs typeface="Arial"/>
              </a:defRPr>
            </a:lvl6pPr>
            <a:lvl7pPr algn="l">
              <a:defRPr sz="1350" b="1">
                <a:solidFill>
                  <a:srgbClr val="087F83"/>
                </a:solidFill>
                <a:latin typeface="Arial"/>
                <a:ea typeface="Arial"/>
                <a:cs typeface="Arial"/>
              </a:defRPr>
            </a:lvl7pPr>
            <a:lvl8pPr algn="l">
              <a:defRPr sz="1350" b="1">
                <a:solidFill>
                  <a:srgbClr val="087F83"/>
                </a:solidFill>
                <a:latin typeface="Arial"/>
                <a:ea typeface="Arial"/>
                <a:cs typeface="Arial"/>
              </a:defRPr>
            </a:lvl8pPr>
            <a:lvl9pPr algn="l">
              <a:defRPr sz="1350" b="1">
                <a:solidFill>
                  <a:srgbClr val="087F83"/>
                </a:solidFill>
                <a:latin typeface="Arial"/>
                <a:ea typeface="Arial"/>
                <a:cs typeface="Arial"/>
              </a:defRPr>
            </a:lvl9pPr>
          </a:lstStyle>
          <a:p xmlns:a="http://schemas.openxmlformats.org/drawingml/2006/main">
            <a:pPr algn="l">
              <a:defRPr sz="1350" b="1">
                <a:solidFill>
                  <a:srgbClr val="087F83"/>
                </a:solidFill>
                <a:latin typeface="Arial"/>
                <a:ea typeface="Arial"/>
                <a:cs typeface="Arial"/>
              </a:defRPr>
            </a:pPr>
            <a:r>
              <a:rPr sz="1350" b="1">
                <a:solidFill>
                  <a:srgbClr val="087F83"/>
                </a:solidFill>
                <a:latin typeface="Arial"/>
                <a:ea typeface="Arial"/>
                <a:cs typeface="Arial"/>
              </a:rPr>
              <a:t>ARTICULATION DES TROIS PRINCIPES</a:t>
            </a:r>
          </a:p>
        </p:txBody>
      </p:sp>
      <p:sp>
        <p:nvSpPr>
          <p:cNvPr id="2" name="">
            <a:extLst xmlns:a="http://schemas.openxmlformats.org/drawingml/2006/main">
              <a:ext uri="{FF2B5EF4-FFF2-40B4-BE49-F238E27FC236}">
                <a16:creationId xmlns:a16="http://schemas.microsoft.com/office/drawing/2014/main" id="{03FDBE58-B69F-447C-9A20-3C298B09E4C5}"/>
              </a:ext>
            </a:extLst>
          </p:cNvPr>
          <p:cNvSpPr>
            <a:spLocks xmlns:a="http://schemas.openxmlformats.org/drawingml/2006/main" noGrp="1"/>
          </p:cNvSpPr>
          <p:nvPr/>
        </p:nvSpPr>
        <p:spPr>
          <a:xfrm xmlns:a="http://schemas.openxmlformats.org/drawingml/2006/main">
            <a:off x="619125" y="723900"/>
            <a:ext cx="1390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82F44"/>
                </a:solidFill>
                <a:latin typeface="Arial"/>
                <a:ea typeface="Arial"/>
                <a:cs typeface="Arial"/>
              </a:defRPr>
            </a:defPPr>
            <a:lvl1pPr algn="l">
              <a:defRPr sz="3300" b="1">
                <a:solidFill>
                  <a:srgbClr val="182F44"/>
                </a:solidFill>
                <a:latin typeface="Arial"/>
                <a:ea typeface="Arial"/>
                <a:cs typeface="Arial"/>
              </a:defRPr>
            </a:lvl1pPr>
            <a:lvl2pPr algn="l">
              <a:defRPr sz="3300" b="1">
                <a:solidFill>
                  <a:srgbClr val="182F44"/>
                </a:solidFill>
                <a:latin typeface="Arial"/>
                <a:ea typeface="Arial"/>
                <a:cs typeface="Arial"/>
              </a:defRPr>
            </a:lvl2pPr>
            <a:lvl3pPr algn="l">
              <a:defRPr sz="3300" b="1">
                <a:solidFill>
                  <a:srgbClr val="182F44"/>
                </a:solidFill>
                <a:latin typeface="Arial"/>
                <a:ea typeface="Arial"/>
                <a:cs typeface="Arial"/>
              </a:defRPr>
            </a:lvl3pPr>
            <a:lvl4pPr algn="l">
              <a:defRPr sz="3300" b="1">
                <a:solidFill>
                  <a:srgbClr val="182F44"/>
                </a:solidFill>
                <a:latin typeface="Arial"/>
                <a:ea typeface="Arial"/>
                <a:cs typeface="Arial"/>
              </a:defRPr>
            </a:lvl4pPr>
            <a:lvl5pPr algn="l">
              <a:defRPr sz="3300" b="1">
                <a:solidFill>
                  <a:srgbClr val="182F44"/>
                </a:solidFill>
                <a:latin typeface="Arial"/>
                <a:ea typeface="Arial"/>
                <a:cs typeface="Arial"/>
              </a:defRPr>
            </a:lvl5pPr>
            <a:lvl6pPr algn="l">
              <a:defRPr sz="3300" b="1">
                <a:solidFill>
                  <a:srgbClr val="182F44"/>
                </a:solidFill>
                <a:latin typeface="Arial"/>
                <a:ea typeface="Arial"/>
                <a:cs typeface="Arial"/>
              </a:defRPr>
            </a:lvl6pPr>
            <a:lvl7pPr algn="l">
              <a:defRPr sz="3300" b="1">
                <a:solidFill>
                  <a:srgbClr val="182F44"/>
                </a:solidFill>
                <a:latin typeface="Arial"/>
                <a:ea typeface="Arial"/>
                <a:cs typeface="Arial"/>
              </a:defRPr>
            </a:lvl7pPr>
            <a:lvl8pPr algn="l">
              <a:defRPr sz="3300" b="1">
                <a:solidFill>
                  <a:srgbClr val="182F44"/>
                </a:solidFill>
                <a:latin typeface="Arial"/>
                <a:ea typeface="Arial"/>
                <a:cs typeface="Arial"/>
              </a:defRPr>
            </a:lvl8pPr>
            <a:lvl9pPr algn="l">
              <a:defRPr sz="3300" b="1">
                <a:solidFill>
                  <a:srgbClr val="182F44"/>
                </a:solidFill>
                <a:latin typeface="Arial"/>
                <a:ea typeface="Arial"/>
                <a:cs typeface="Arial"/>
              </a:defRPr>
            </a:lvl9pPr>
          </a:lstStyle>
          <a:p xmlns:a="http://schemas.openxmlformats.org/drawingml/2006/main">
            <a:pPr algn="l">
              <a:defRPr sz="3300" b="1">
                <a:solidFill>
                  <a:srgbClr val="182F44"/>
                </a:solidFill>
                <a:latin typeface="Arial"/>
                <a:ea typeface="Arial"/>
                <a:cs typeface="Arial"/>
              </a:defRPr>
            </a:pPr>
            <a:r>
              <a:rPr sz="3300" b="1">
                <a:solidFill>
                  <a:srgbClr val="182F44"/>
                </a:solidFill>
                <a:latin typeface="Arial"/>
                <a:ea typeface="Arial"/>
                <a:cs typeface="Arial"/>
              </a:rPr>
              <a:t>LSP, ISP et DIP dans la même architecture</a:t>
            </a:r>
          </a:p>
        </p:txBody>
      </p:sp>
      <p:sp>
        <p:nvSpPr>
          <p:cNvPr id="3" name="">
            <a:extLst xmlns:a="http://schemas.openxmlformats.org/drawingml/2006/main">
              <a:ext uri="{FF2B5EF4-FFF2-40B4-BE49-F238E27FC236}">
                <a16:creationId xmlns:a16="http://schemas.microsoft.com/office/drawing/2014/main" id="{A9067B84-30A0-4ADB-9208-6D8924A5310F}"/>
              </a:ext>
            </a:extLst>
          </p:cNvPr>
          <p:cNvSpPr>
            <a:spLocks xmlns:a="http://schemas.openxmlformats.org/drawingml/2006/main" noGrp="1"/>
          </p:cNvSpPr>
          <p:nvPr/>
        </p:nvSpPr>
        <p:spPr>
          <a:xfrm xmlns:a="http://schemas.openxmlformats.org/drawingml/2006/main">
            <a:off x="619125" y="81438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516575"/>
                </a:solidFill>
                <a:latin typeface="Arial"/>
                <a:ea typeface="Arial"/>
                <a:cs typeface="Arial"/>
              </a:defRPr>
            </a:defPPr>
            <a:lvl1pPr algn="l">
              <a:defRPr sz="1275" b="0">
                <a:solidFill>
                  <a:srgbClr val="516575"/>
                </a:solidFill>
                <a:latin typeface="Arial"/>
                <a:ea typeface="Arial"/>
                <a:cs typeface="Arial"/>
              </a:defRPr>
            </a:lvl1pPr>
            <a:lvl2pPr algn="l">
              <a:defRPr sz="1275" b="0">
                <a:solidFill>
                  <a:srgbClr val="516575"/>
                </a:solidFill>
                <a:latin typeface="Arial"/>
                <a:ea typeface="Arial"/>
                <a:cs typeface="Arial"/>
              </a:defRPr>
            </a:lvl2pPr>
            <a:lvl3pPr algn="l">
              <a:defRPr sz="1275" b="0">
                <a:solidFill>
                  <a:srgbClr val="516575"/>
                </a:solidFill>
                <a:latin typeface="Arial"/>
                <a:ea typeface="Arial"/>
                <a:cs typeface="Arial"/>
              </a:defRPr>
            </a:lvl3pPr>
            <a:lvl4pPr algn="l">
              <a:defRPr sz="1275" b="0">
                <a:solidFill>
                  <a:srgbClr val="516575"/>
                </a:solidFill>
                <a:latin typeface="Arial"/>
                <a:ea typeface="Arial"/>
                <a:cs typeface="Arial"/>
              </a:defRPr>
            </a:lvl4pPr>
            <a:lvl5pPr algn="l">
              <a:defRPr sz="1275" b="0">
                <a:solidFill>
                  <a:srgbClr val="516575"/>
                </a:solidFill>
                <a:latin typeface="Arial"/>
                <a:ea typeface="Arial"/>
                <a:cs typeface="Arial"/>
              </a:defRPr>
            </a:lvl5pPr>
            <a:lvl6pPr algn="l">
              <a:defRPr sz="1275" b="0">
                <a:solidFill>
                  <a:srgbClr val="516575"/>
                </a:solidFill>
                <a:latin typeface="Arial"/>
                <a:ea typeface="Arial"/>
                <a:cs typeface="Arial"/>
              </a:defRPr>
            </a:lvl6pPr>
            <a:lvl7pPr algn="l">
              <a:defRPr sz="1275" b="0">
                <a:solidFill>
                  <a:srgbClr val="516575"/>
                </a:solidFill>
                <a:latin typeface="Arial"/>
                <a:ea typeface="Arial"/>
                <a:cs typeface="Arial"/>
              </a:defRPr>
            </a:lvl7pPr>
            <a:lvl8pPr algn="l">
              <a:defRPr sz="1275" b="0">
                <a:solidFill>
                  <a:srgbClr val="516575"/>
                </a:solidFill>
                <a:latin typeface="Arial"/>
                <a:ea typeface="Arial"/>
                <a:cs typeface="Arial"/>
              </a:defRPr>
            </a:lvl8pPr>
            <a:lvl9pPr algn="l">
              <a:defRPr sz="1275" b="0">
                <a:solidFill>
                  <a:srgbClr val="516575"/>
                </a:solidFill>
                <a:latin typeface="Arial"/>
                <a:ea typeface="Arial"/>
                <a:cs typeface="Arial"/>
              </a:defRPr>
            </a:lvl9pPr>
          </a:lstStyle>
          <a:p xmlns:a="http://schemas.openxmlformats.org/drawingml/2006/main">
            <a:pPr algn="l">
              <a:defRPr sz="1275" b="0">
                <a:solidFill>
                  <a:srgbClr val="516575"/>
                </a:solidFill>
                <a:latin typeface="Arial"/>
                <a:ea typeface="Arial"/>
                <a:cs typeface="Arial"/>
              </a:defRPr>
            </a:pPr>
            <a:r>
              <a:rPr sz="1275" b="0">
                <a:solidFill>
                  <a:srgbClr val="516575"/>
                </a:solidFill>
                <a:latin typeface="Arial"/>
                <a:ea typeface="Arial"/>
                <a:cs typeface="Arial"/>
              </a:rPr>
              <a:t>R304 • Qualité du développement</a:t>
            </a:r>
          </a:p>
        </p:txBody>
      </p:sp>
      <p:sp>
        <p:nvSpPr>
          <p:cNvPr id="4" name="">
            <a:extLst xmlns:a="http://schemas.openxmlformats.org/drawingml/2006/main">
              <a:ext uri="{FF2B5EF4-FFF2-40B4-BE49-F238E27FC236}">
                <a16:creationId xmlns:a16="http://schemas.microsoft.com/office/drawing/2014/main" id="{43FACBF3-AC8B-491C-BBC6-EAF895D144A6}"/>
              </a:ext>
            </a:extLst>
          </p:cNvPr>
          <p:cNvSpPr>
            <a:spLocks xmlns:a="http://schemas.openxmlformats.org/drawingml/2006/main" noGrp="1"/>
          </p:cNvSpPr>
          <p:nvPr/>
        </p:nvSpPr>
        <p:spPr>
          <a:xfrm xmlns:a="http://schemas.openxmlformats.org/drawingml/2006/main">
            <a:off x="13335000" y="8143875"/>
            <a:ext cx="1285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575"/>
                </a:solidFill>
                <a:latin typeface="Arial"/>
                <a:ea typeface="Arial"/>
                <a:cs typeface="Arial"/>
              </a:defRPr>
            </a:defPPr>
            <a:lvl1pPr algn="r">
              <a:defRPr sz="1275" b="0">
                <a:solidFill>
                  <a:srgbClr val="516575"/>
                </a:solidFill>
                <a:latin typeface="Arial"/>
                <a:ea typeface="Arial"/>
                <a:cs typeface="Arial"/>
              </a:defRPr>
            </a:lvl1pPr>
            <a:lvl2pPr algn="r">
              <a:defRPr sz="1275" b="0">
                <a:solidFill>
                  <a:srgbClr val="516575"/>
                </a:solidFill>
                <a:latin typeface="Arial"/>
                <a:ea typeface="Arial"/>
                <a:cs typeface="Arial"/>
              </a:defRPr>
            </a:lvl2pPr>
            <a:lvl3pPr algn="r">
              <a:defRPr sz="1275" b="0">
                <a:solidFill>
                  <a:srgbClr val="516575"/>
                </a:solidFill>
                <a:latin typeface="Arial"/>
                <a:ea typeface="Arial"/>
                <a:cs typeface="Arial"/>
              </a:defRPr>
            </a:lvl3pPr>
            <a:lvl4pPr algn="r">
              <a:defRPr sz="1275" b="0">
                <a:solidFill>
                  <a:srgbClr val="516575"/>
                </a:solidFill>
                <a:latin typeface="Arial"/>
                <a:ea typeface="Arial"/>
                <a:cs typeface="Arial"/>
              </a:defRPr>
            </a:lvl4pPr>
            <a:lvl5pPr algn="r">
              <a:defRPr sz="1275" b="0">
                <a:solidFill>
                  <a:srgbClr val="516575"/>
                </a:solidFill>
                <a:latin typeface="Arial"/>
                <a:ea typeface="Arial"/>
                <a:cs typeface="Arial"/>
              </a:defRPr>
            </a:lvl5pPr>
            <a:lvl6pPr algn="r">
              <a:defRPr sz="1275" b="0">
                <a:solidFill>
                  <a:srgbClr val="516575"/>
                </a:solidFill>
                <a:latin typeface="Arial"/>
                <a:ea typeface="Arial"/>
                <a:cs typeface="Arial"/>
              </a:defRPr>
            </a:lvl6pPr>
            <a:lvl7pPr algn="r">
              <a:defRPr sz="1275" b="0">
                <a:solidFill>
                  <a:srgbClr val="516575"/>
                </a:solidFill>
                <a:latin typeface="Arial"/>
                <a:ea typeface="Arial"/>
                <a:cs typeface="Arial"/>
              </a:defRPr>
            </a:lvl7pPr>
            <a:lvl8pPr algn="r">
              <a:defRPr sz="1275" b="0">
                <a:solidFill>
                  <a:srgbClr val="516575"/>
                </a:solidFill>
                <a:latin typeface="Arial"/>
                <a:ea typeface="Arial"/>
                <a:cs typeface="Arial"/>
              </a:defRPr>
            </a:lvl8pPr>
            <a:lvl9pPr algn="r">
              <a:defRPr sz="1275" b="0">
                <a:solidFill>
                  <a:srgbClr val="516575"/>
                </a:solidFill>
                <a:latin typeface="Arial"/>
                <a:ea typeface="Arial"/>
                <a:cs typeface="Arial"/>
              </a:defRPr>
            </a:lvl9pPr>
          </a:lstStyle>
          <a:p xmlns:a="http://schemas.openxmlformats.org/drawingml/2006/main">
            <a:pPr algn="r">
              <a:defRPr sz="1275" b="0">
                <a:solidFill>
                  <a:srgbClr val="516575"/>
                </a:solidFill>
                <a:latin typeface="Arial"/>
                <a:ea typeface="Arial"/>
                <a:cs typeface="Arial"/>
              </a:defRPr>
            </a:pPr>
            <a:r>
              <a:rPr sz="1275" b="0">
                <a:solidFill>
                  <a:srgbClr val="516575"/>
                </a:solidFill>
                <a:latin typeface="Arial"/>
                <a:ea typeface="Arial"/>
                <a:cs typeface="Arial"/>
              </a:rPr>
              <a:t>15 / 16</a:t>
            </a:r>
          </a:p>
        </p:txBody>
      </p:sp>
      <p:sp>
        <p:nvSpPr>
          <p:cNvPr id="5" name="">
            <a:extLst xmlns:a="http://schemas.openxmlformats.org/drawingml/2006/main">
              <a:ext uri="{FF2B5EF4-FFF2-40B4-BE49-F238E27FC236}">
                <a16:creationId xmlns:a16="http://schemas.microsoft.com/office/drawing/2014/main" id="{90505D46-F4D3-4167-8D5E-B914415AE4B8}"/>
              </a:ext>
            </a:extLst>
          </p:cNvPr>
          <p:cNvSpPr>
            <a:spLocks xmlns:a="http://schemas.openxmlformats.org/drawingml/2006/main" noGrp="1"/>
          </p:cNvSpPr>
          <p:nvPr/>
        </p:nvSpPr>
        <p:spPr>
          <a:xfrm xmlns:a="http://schemas.openxmlformats.org/drawingml/2006/main">
            <a:off x="619125" y="1857375"/>
            <a:ext cx="5238750" cy="1143000"/>
          </a:xfrm>
          <a:prstGeom xmlns:a="http://schemas.openxmlformats.org/drawingml/2006/main" prst="rect">
            <a:avLst/>
          </a:prstGeom>
          <a:solidFill xmlns:a="http://schemas.openxmlformats.org/drawingml/2006/main">
            <a:srgbClr val="E8EDF0"/>
          </a:solidFill>
          <a:ln xmlns:a="http://schemas.openxmlformats.org/drawingml/2006/main" w="14288">
            <a:solidFill>
              <a:srgbClr val="B9C7CF"/>
            </a:solidFill>
          </a:ln>
        </p:spPr>
      </p:sp>
      <p:sp>
        <p:nvSpPr>
          <p:cNvPr id="6" name="">
            <a:extLst xmlns:a="http://schemas.openxmlformats.org/drawingml/2006/main">
              <a:ext uri="{FF2B5EF4-FFF2-40B4-BE49-F238E27FC236}">
                <a16:creationId xmlns:a16="http://schemas.microsoft.com/office/drawing/2014/main" id="{67293920-6F21-4B3E-9BA4-963E6B99DB68}"/>
              </a:ext>
            </a:extLst>
          </p:cNvPr>
          <p:cNvSpPr>
            <a:spLocks xmlns:a="http://schemas.openxmlformats.org/drawingml/2006/main" noGrp="1"/>
          </p:cNvSpPr>
          <p:nvPr/>
        </p:nvSpPr>
        <p:spPr>
          <a:xfrm xmlns:a="http://schemas.openxmlformats.org/drawingml/2006/main">
            <a:off x="790575" y="1990725"/>
            <a:ext cx="4895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182F44"/>
                </a:solidFill>
                <a:latin typeface="Arial"/>
                <a:ea typeface="Arial"/>
                <a:cs typeface="Arial"/>
              </a:defRPr>
            </a:defPPr>
            <a:lvl1pPr algn="l">
              <a:defRPr sz="2025" b="1">
                <a:solidFill>
                  <a:srgbClr val="182F44"/>
                </a:solidFill>
                <a:latin typeface="Arial"/>
                <a:ea typeface="Arial"/>
                <a:cs typeface="Arial"/>
              </a:defRPr>
            </a:lvl1pPr>
            <a:lvl2pPr algn="l">
              <a:defRPr sz="2025" b="1">
                <a:solidFill>
                  <a:srgbClr val="182F44"/>
                </a:solidFill>
                <a:latin typeface="Arial"/>
                <a:ea typeface="Arial"/>
                <a:cs typeface="Arial"/>
              </a:defRPr>
            </a:lvl2pPr>
            <a:lvl3pPr algn="l">
              <a:defRPr sz="2025" b="1">
                <a:solidFill>
                  <a:srgbClr val="182F44"/>
                </a:solidFill>
                <a:latin typeface="Arial"/>
                <a:ea typeface="Arial"/>
                <a:cs typeface="Arial"/>
              </a:defRPr>
            </a:lvl3pPr>
            <a:lvl4pPr algn="l">
              <a:defRPr sz="2025" b="1">
                <a:solidFill>
                  <a:srgbClr val="182F44"/>
                </a:solidFill>
                <a:latin typeface="Arial"/>
                <a:ea typeface="Arial"/>
                <a:cs typeface="Arial"/>
              </a:defRPr>
            </a:lvl4pPr>
            <a:lvl5pPr algn="l">
              <a:defRPr sz="2025" b="1">
                <a:solidFill>
                  <a:srgbClr val="182F44"/>
                </a:solidFill>
                <a:latin typeface="Arial"/>
                <a:ea typeface="Arial"/>
                <a:cs typeface="Arial"/>
              </a:defRPr>
            </a:lvl5pPr>
            <a:lvl6pPr algn="l">
              <a:defRPr sz="2025" b="1">
                <a:solidFill>
                  <a:srgbClr val="182F44"/>
                </a:solidFill>
                <a:latin typeface="Arial"/>
                <a:ea typeface="Arial"/>
                <a:cs typeface="Arial"/>
              </a:defRPr>
            </a:lvl6pPr>
            <a:lvl7pPr algn="l">
              <a:defRPr sz="2025" b="1">
                <a:solidFill>
                  <a:srgbClr val="182F44"/>
                </a:solidFill>
                <a:latin typeface="Arial"/>
                <a:ea typeface="Arial"/>
                <a:cs typeface="Arial"/>
              </a:defRPr>
            </a:lvl7pPr>
            <a:lvl8pPr algn="l">
              <a:defRPr sz="2025" b="1">
                <a:solidFill>
                  <a:srgbClr val="182F44"/>
                </a:solidFill>
                <a:latin typeface="Arial"/>
                <a:ea typeface="Arial"/>
                <a:cs typeface="Arial"/>
              </a:defRPr>
            </a:lvl8pPr>
            <a:lvl9pPr algn="l">
              <a:defRPr sz="2025" b="1">
                <a:solidFill>
                  <a:srgbClr val="182F44"/>
                </a:solidFill>
                <a:latin typeface="Arial"/>
                <a:ea typeface="Arial"/>
                <a:cs typeface="Arial"/>
              </a:defRPr>
            </a:lvl9pPr>
          </a:lstStyle>
          <a:p xmlns:a="http://schemas.openxmlformats.org/drawingml/2006/main">
            <a:pPr algn="l">
              <a:defRPr sz="2025" b="1">
                <a:solidFill>
                  <a:srgbClr val="182F44"/>
                </a:solidFill>
                <a:latin typeface="Arial"/>
                <a:ea typeface="Arial"/>
                <a:cs typeface="Arial"/>
              </a:defRPr>
            </a:pPr>
            <a:r>
              <a:rPr sz="2025" b="1">
                <a:solidFill>
                  <a:srgbClr val="182F44"/>
                </a:solidFill>
                <a:latin typeface="Arial"/>
                <a:ea typeface="Arial"/>
                <a:cs typeface="Arial"/>
              </a:rPr>
              <a:t>ServiceValidation</a:t>
            </a:r>
          </a:p>
        </p:txBody>
      </p:sp>
      <p:sp>
        <p:nvSpPr>
          <p:cNvPr id="7" name="">
            <a:extLst xmlns:a="http://schemas.openxmlformats.org/drawingml/2006/main">
              <a:ext uri="{FF2B5EF4-FFF2-40B4-BE49-F238E27FC236}">
                <a16:creationId xmlns:a16="http://schemas.microsoft.com/office/drawing/2014/main" id="{62344D20-B864-4392-A029-58E7C6A48F20}"/>
              </a:ext>
            </a:extLst>
          </p:cNvPr>
          <p:cNvSpPr>
            <a:spLocks xmlns:a="http://schemas.openxmlformats.org/drawingml/2006/main" noGrp="1"/>
          </p:cNvSpPr>
          <p:nvPr/>
        </p:nvSpPr>
        <p:spPr>
          <a:xfrm xmlns:a="http://schemas.openxmlformats.org/drawingml/2006/main">
            <a:off x="790575" y="2400300"/>
            <a:ext cx="4895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F44"/>
                </a:solidFill>
                <a:latin typeface="Arial"/>
                <a:ea typeface="Arial"/>
                <a:cs typeface="Arial"/>
              </a:defRPr>
            </a:defPPr>
            <a:lvl1pPr algn="l">
              <a:defRPr sz="1800" b="0">
                <a:solidFill>
                  <a:srgbClr val="182F44"/>
                </a:solidFill>
                <a:latin typeface="Arial"/>
                <a:ea typeface="Arial"/>
                <a:cs typeface="Arial"/>
              </a:defRPr>
            </a:lvl1pPr>
            <a:lvl2pPr algn="l">
              <a:defRPr sz="1800" b="0">
                <a:solidFill>
                  <a:srgbClr val="182F44"/>
                </a:solidFill>
                <a:latin typeface="Arial"/>
                <a:ea typeface="Arial"/>
                <a:cs typeface="Arial"/>
              </a:defRPr>
            </a:lvl2pPr>
            <a:lvl3pPr algn="l">
              <a:defRPr sz="1800" b="0">
                <a:solidFill>
                  <a:srgbClr val="182F44"/>
                </a:solidFill>
                <a:latin typeface="Arial"/>
                <a:ea typeface="Arial"/>
                <a:cs typeface="Arial"/>
              </a:defRPr>
            </a:lvl3pPr>
            <a:lvl4pPr algn="l">
              <a:defRPr sz="1800" b="0">
                <a:solidFill>
                  <a:srgbClr val="182F44"/>
                </a:solidFill>
                <a:latin typeface="Arial"/>
                <a:ea typeface="Arial"/>
                <a:cs typeface="Arial"/>
              </a:defRPr>
            </a:lvl4pPr>
            <a:lvl5pPr algn="l">
              <a:defRPr sz="1800" b="0">
                <a:solidFill>
                  <a:srgbClr val="182F44"/>
                </a:solidFill>
                <a:latin typeface="Arial"/>
                <a:ea typeface="Arial"/>
                <a:cs typeface="Arial"/>
              </a:defRPr>
            </a:lvl5pPr>
            <a:lvl6pPr algn="l">
              <a:defRPr sz="1800" b="0">
                <a:solidFill>
                  <a:srgbClr val="182F44"/>
                </a:solidFill>
                <a:latin typeface="Arial"/>
                <a:ea typeface="Arial"/>
                <a:cs typeface="Arial"/>
              </a:defRPr>
            </a:lvl6pPr>
            <a:lvl7pPr algn="l">
              <a:defRPr sz="1800" b="0">
                <a:solidFill>
                  <a:srgbClr val="182F44"/>
                </a:solidFill>
                <a:latin typeface="Arial"/>
                <a:ea typeface="Arial"/>
                <a:cs typeface="Arial"/>
              </a:defRPr>
            </a:lvl7pPr>
            <a:lvl8pPr algn="l">
              <a:defRPr sz="1800" b="0">
                <a:solidFill>
                  <a:srgbClr val="182F44"/>
                </a:solidFill>
                <a:latin typeface="Arial"/>
                <a:ea typeface="Arial"/>
                <a:cs typeface="Arial"/>
              </a:defRPr>
            </a:lvl8pPr>
            <a:lvl9pPr algn="l">
              <a:defRPr sz="1800" b="0">
                <a:solidFill>
                  <a:srgbClr val="182F44"/>
                </a:solidFill>
                <a:latin typeface="Arial"/>
                <a:ea typeface="Arial"/>
                <a:cs typeface="Arial"/>
              </a:defRPr>
            </a:lvl9pPr>
          </a:lstStyle>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Besoin : sauvegarder</a:t>
            </a:r>
          </a:p>
        </p:txBody>
      </p:sp>
      <p:sp>
        <p:nvSpPr>
          <p:cNvPr id="8" name="">
            <a:extLst xmlns:a="http://schemas.openxmlformats.org/drawingml/2006/main">
              <a:ext uri="{FF2B5EF4-FFF2-40B4-BE49-F238E27FC236}">
                <a16:creationId xmlns:a16="http://schemas.microsoft.com/office/drawing/2014/main" id="{F2BED6CD-B141-43CE-9835-0A602EBE6035}"/>
              </a:ext>
            </a:extLst>
          </p:cNvPr>
          <p:cNvSpPr>
            <a:spLocks xmlns:a="http://schemas.openxmlformats.org/drawingml/2006/main" noGrp="1"/>
          </p:cNvSpPr>
          <p:nvPr/>
        </p:nvSpPr>
        <p:spPr>
          <a:xfrm xmlns:a="http://schemas.openxmlformats.org/drawingml/2006/main">
            <a:off x="9525000" y="1857375"/>
            <a:ext cx="5095875" cy="1143000"/>
          </a:xfrm>
          <a:prstGeom xmlns:a="http://schemas.openxmlformats.org/drawingml/2006/main" prst="rect">
            <a:avLst/>
          </a:prstGeom>
          <a:solidFill xmlns:a="http://schemas.openxmlformats.org/drawingml/2006/main">
            <a:srgbClr val="E8EDF0"/>
          </a:solidFill>
          <a:ln xmlns:a="http://schemas.openxmlformats.org/drawingml/2006/main" w="14288">
            <a:solidFill>
              <a:srgbClr val="B9C7CF"/>
            </a:solidFill>
          </a:ln>
        </p:spPr>
      </p:sp>
      <p:sp>
        <p:nvSpPr>
          <p:cNvPr id="9" name="">
            <a:extLst xmlns:a="http://schemas.openxmlformats.org/drawingml/2006/main">
              <a:ext uri="{FF2B5EF4-FFF2-40B4-BE49-F238E27FC236}">
                <a16:creationId xmlns:a16="http://schemas.microsoft.com/office/drawing/2014/main" id="{B7D5312A-AED0-4A4F-B110-819E453655E6}"/>
              </a:ext>
            </a:extLst>
          </p:cNvPr>
          <p:cNvSpPr>
            <a:spLocks xmlns:a="http://schemas.openxmlformats.org/drawingml/2006/main" noGrp="1"/>
          </p:cNvSpPr>
          <p:nvPr/>
        </p:nvSpPr>
        <p:spPr>
          <a:xfrm xmlns:a="http://schemas.openxmlformats.org/drawingml/2006/main">
            <a:off x="9696450" y="1990725"/>
            <a:ext cx="47529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182F44"/>
                </a:solidFill>
                <a:latin typeface="Arial"/>
                <a:ea typeface="Arial"/>
                <a:cs typeface="Arial"/>
              </a:defRPr>
            </a:defPPr>
            <a:lvl1pPr algn="l">
              <a:defRPr sz="2025" b="1">
                <a:solidFill>
                  <a:srgbClr val="182F44"/>
                </a:solidFill>
                <a:latin typeface="Arial"/>
                <a:ea typeface="Arial"/>
                <a:cs typeface="Arial"/>
              </a:defRPr>
            </a:lvl1pPr>
            <a:lvl2pPr algn="l">
              <a:defRPr sz="2025" b="1">
                <a:solidFill>
                  <a:srgbClr val="182F44"/>
                </a:solidFill>
                <a:latin typeface="Arial"/>
                <a:ea typeface="Arial"/>
                <a:cs typeface="Arial"/>
              </a:defRPr>
            </a:lvl2pPr>
            <a:lvl3pPr algn="l">
              <a:defRPr sz="2025" b="1">
                <a:solidFill>
                  <a:srgbClr val="182F44"/>
                </a:solidFill>
                <a:latin typeface="Arial"/>
                <a:ea typeface="Arial"/>
                <a:cs typeface="Arial"/>
              </a:defRPr>
            </a:lvl3pPr>
            <a:lvl4pPr algn="l">
              <a:defRPr sz="2025" b="1">
                <a:solidFill>
                  <a:srgbClr val="182F44"/>
                </a:solidFill>
                <a:latin typeface="Arial"/>
                <a:ea typeface="Arial"/>
                <a:cs typeface="Arial"/>
              </a:defRPr>
            </a:lvl4pPr>
            <a:lvl5pPr algn="l">
              <a:defRPr sz="2025" b="1">
                <a:solidFill>
                  <a:srgbClr val="182F44"/>
                </a:solidFill>
                <a:latin typeface="Arial"/>
                <a:ea typeface="Arial"/>
                <a:cs typeface="Arial"/>
              </a:defRPr>
            </a:lvl5pPr>
            <a:lvl6pPr algn="l">
              <a:defRPr sz="2025" b="1">
                <a:solidFill>
                  <a:srgbClr val="182F44"/>
                </a:solidFill>
                <a:latin typeface="Arial"/>
                <a:ea typeface="Arial"/>
                <a:cs typeface="Arial"/>
              </a:defRPr>
            </a:lvl6pPr>
            <a:lvl7pPr algn="l">
              <a:defRPr sz="2025" b="1">
                <a:solidFill>
                  <a:srgbClr val="182F44"/>
                </a:solidFill>
                <a:latin typeface="Arial"/>
                <a:ea typeface="Arial"/>
                <a:cs typeface="Arial"/>
              </a:defRPr>
            </a:lvl7pPr>
            <a:lvl8pPr algn="l">
              <a:defRPr sz="2025" b="1">
                <a:solidFill>
                  <a:srgbClr val="182F44"/>
                </a:solidFill>
                <a:latin typeface="Arial"/>
                <a:ea typeface="Arial"/>
                <a:cs typeface="Arial"/>
              </a:defRPr>
            </a:lvl8pPr>
            <a:lvl9pPr algn="l">
              <a:defRPr sz="2025" b="1">
                <a:solidFill>
                  <a:srgbClr val="182F44"/>
                </a:solidFill>
                <a:latin typeface="Arial"/>
                <a:ea typeface="Arial"/>
                <a:cs typeface="Arial"/>
              </a:defRPr>
            </a:lvl9pPr>
          </a:lstStyle>
          <a:p xmlns:a="http://schemas.openxmlformats.org/drawingml/2006/main">
            <a:pPr algn="l">
              <a:defRPr sz="2025" b="1">
                <a:solidFill>
                  <a:srgbClr val="182F44"/>
                </a:solidFill>
                <a:latin typeface="Arial"/>
                <a:ea typeface="Arial"/>
                <a:cs typeface="Arial"/>
              </a:defRPr>
            </a:pPr>
            <a:r>
              <a:rPr sz="2025" b="1">
                <a:solidFill>
                  <a:srgbClr val="182F44"/>
                </a:solidFill>
                <a:latin typeface="Arial"/>
                <a:ea typeface="Arial"/>
                <a:cs typeface="Arial"/>
              </a:rPr>
              <a:t>IEcritureCommandes</a:t>
            </a:r>
          </a:p>
        </p:txBody>
      </p:sp>
      <p:sp>
        <p:nvSpPr>
          <p:cNvPr id="10" name="">
            <a:extLst xmlns:a="http://schemas.openxmlformats.org/drawingml/2006/main">
              <a:ext uri="{FF2B5EF4-FFF2-40B4-BE49-F238E27FC236}">
                <a16:creationId xmlns:a16="http://schemas.microsoft.com/office/drawing/2014/main" id="{A5283E5C-694D-422C-A35C-0CC993626FAA}"/>
              </a:ext>
            </a:extLst>
          </p:cNvPr>
          <p:cNvSpPr>
            <a:spLocks xmlns:a="http://schemas.openxmlformats.org/drawingml/2006/main" noGrp="1"/>
          </p:cNvSpPr>
          <p:nvPr/>
        </p:nvSpPr>
        <p:spPr>
          <a:xfrm xmlns:a="http://schemas.openxmlformats.org/drawingml/2006/main">
            <a:off x="9696450" y="2400300"/>
            <a:ext cx="4752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F44"/>
                </a:solidFill>
                <a:latin typeface="Arial"/>
                <a:ea typeface="Arial"/>
                <a:cs typeface="Arial"/>
              </a:defRPr>
            </a:defPPr>
            <a:lvl1pPr algn="l">
              <a:defRPr sz="1800" b="0">
                <a:solidFill>
                  <a:srgbClr val="182F44"/>
                </a:solidFill>
                <a:latin typeface="Arial"/>
                <a:ea typeface="Arial"/>
                <a:cs typeface="Arial"/>
              </a:defRPr>
            </a:lvl1pPr>
            <a:lvl2pPr algn="l">
              <a:defRPr sz="1800" b="0">
                <a:solidFill>
                  <a:srgbClr val="182F44"/>
                </a:solidFill>
                <a:latin typeface="Arial"/>
                <a:ea typeface="Arial"/>
                <a:cs typeface="Arial"/>
              </a:defRPr>
            </a:lvl2pPr>
            <a:lvl3pPr algn="l">
              <a:defRPr sz="1800" b="0">
                <a:solidFill>
                  <a:srgbClr val="182F44"/>
                </a:solidFill>
                <a:latin typeface="Arial"/>
                <a:ea typeface="Arial"/>
                <a:cs typeface="Arial"/>
              </a:defRPr>
            </a:lvl3pPr>
            <a:lvl4pPr algn="l">
              <a:defRPr sz="1800" b="0">
                <a:solidFill>
                  <a:srgbClr val="182F44"/>
                </a:solidFill>
                <a:latin typeface="Arial"/>
                <a:ea typeface="Arial"/>
                <a:cs typeface="Arial"/>
              </a:defRPr>
            </a:lvl4pPr>
            <a:lvl5pPr algn="l">
              <a:defRPr sz="1800" b="0">
                <a:solidFill>
                  <a:srgbClr val="182F44"/>
                </a:solidFill>
                <a:latin typeface="Arial"/>
                <a:ea typeface="Arial"/>
                <a:cs typeface="Arial"/>
              </a:defRPr>
            </a:lvl5pPr>
            <a:lvl6pPr algn="l">
              <a:defRPr sz="1800" b="0">
                <a:solidFill>
                  <a:srgbClr val="182F44"/>
                </a:solidFill>
                <a:latin typeface="Arial"/>
                <a:ea typeface="Arial"/>
                <a:cs typeface="Arial"/>
              </a:defRPr>
            </a:lvl6pPr>
            <a:lvl7pPr algn="l">
              <a:defRPr sz="1800" b="0">
                <a:solidFill>
                  <a:srgbClr val="182F44"/>
                </a:solidFill>
                <a:latin typeface="Arial"/>
                <a:ea typeface="Arial"/>
                <a:cs typeface="Arial"/>
              </a:defRPr>
            </a:lvl7pPr>
            <a:lvl8pPr algn="l">
              <a:defRPr sz="1800" b="0">
                <a:solidFill>
                  <a:srgbClr val="182F44"/>
                </a:solidFill>
                <a:latin typeface="Arial"/>
                <a:ea typeface="Arial"/>
                <a:cs typeface="Arial"/>
              </a:defRPr>
            </a:lvl8pPr>
            <a:lvl9pPr algn="l">
              <a:defRPr sz="1800" b="0">
                <a:solidFill>
                  <a:srgbClr val="182F44"/>
                </a:solidFill>
                <a:latin typeface="Arial"/>
                <a:ea typeface="Arial"/>
                <a:cs typeface="Arial"/>
              </a:defRPr>
            </a:lvl9pPr>
          </a:lstStyle>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Contrat métier de sauvegarde</a:t>
            </a:r>
          </a:p>
        </p:txBody>
      </p:sp>
      <p:sp>
        <p:nvSpPr>
          <p:cNvPr id="12" name="">
            <a:extLst xmlns:a="http://schemas.openxmlformats.org/drawingml/2006/main">
              <a:ext uri="{FF2B5EF4-FFF2-40B4-BE49-F238E27FC236}">
                <a16:creationId xmlns:a16="http://schemas.microsoft.com/office/drawing/2014/main" id="{A9923AA5-913C-48B0-9AD5-D1F29F62C75A}"/>
              </a:ext>
            </a:extLst>
          </p:cNvPr>
          <p:cNvSpPr>
            <a:spLocks xmlns:a="http://schemas.openxmlformats.org/drawingml/2006/main" noGrp="1"/>
          </p:cNvSpPr>
          <p:nvPr/>
        </p:nvSpPr>
        <p:spPr>
          <a:xfrm xmlns:a="http://schemas.openxmlformats.org/drawingml/2006/main">
            <a:off x="7191375" y="2095500"/>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76B91"/>
                </a:solidFill>
                <a:latin typeface="Arial"/>
                <a:ea typeface="Arial"/>
                <a:cs typeface="Arial"/>
              </a:defRPr>
            </a:defPPr>
            <a:lvl1pPr algn="l">
              <a:defRPr sz="1800" b="0">
                <a:solidFill>
                  <a:srgbClr val="176B91"/>
                </a:solidFill>
                <a:latin typeface="Arial"/>
                <a:ea typeface="Arial"/>
                <a:cs typeface="Arial"/>
              </a:defRPr>
            </a:lvl1pPr>
            <a:lvl2pPr algn="l">
              <a:defRPr sz="1800" b="0">
                <a:solidFill>
                  <a:srgbClr val="176B91"/>
                </a:solidFill>
                <a:latin typeface="Arial"/>
                <a:ea typeface="Arial"/>
                <a:cs typeface="Arial"/>
              </a:defRPr>
            </a:lvl2pPr>
            <a:lvl3pPr algn="l">
              <a:defRPr sz="1800" b="0">
                <a:solidFill>
                  <a:srgbClr val="176B91"/>
                </a:solidFill>
                <a:latin typeface="Arial"/>
                <a:ea typeface="Arial"/>
                <a:cs typeface="Arial"/>
              </a:defRPr>
            </a:lvl3pPr>
            <a:lvl4pPr algn="l">
              <a:defRPr sz="1800" b="0">
                <a:solidFill>
                  <a:srgbClr val="176B91"/>
                </a:solidFill>
                <a:latin typeface="Arial"/>
                <a:ea typeface="Arial"/>
                <a:cs typeface="Arial"/>
              </a:defRPr>
            </a:lvl4pPr>
            <a:lvl5pPr algn="l">
              <a:defRPr sz="1800" b="0">
                <a:solidFill>
                  <a:srgbClr val="176B91"/>
                </a:solidFill>
                <a:latin typeface="Arial"/>
                <a:ea typeface="Arial"/>
                <a:cs typeface="Arial"/>
              </a:defRPr>
            </a:lvl5pPr>
            <a:lvl6pPr algn="l">
              <a:defRPr sz="1800" b="0">
                <a:solidFill>
                  <a:srgbClr val="176B91"/>
                </a:solidFill>
                <a:latin typeface="Arial"/>
                <a:ea typeface="Arial"/>
                <a:cs typeface="Arial"/>
              </a:defRPr>
            </a:lvl6pPr>
            <a:lvl7pPr algn="l">
              <a:defRPr sz="1800" b="0">
                <a:solidFill>
                  <a:srgbClr val="176B91"/>
                </a:solidFill>
                <a:latin typeface="Arial"/>
                <a:ea typeface="Arial"/>
                <a:cs typeface="Arial"/>
              </a:defRPr>
            </a:lvl7pPr>
            <a:lvl8pPr algn="l">
              <a:defRPr sz="1800" b="0">
                <a:solidFill>
                  <a:srgbClr val="176B91"/>
                </a:solidFill>
                <a:latin typeface="Arial"/>
                <a:ea typeface="Arial"/>
                <a:cs typeface="Arial"/>
              </a:defRPr>
            </a:lvl8pPr>
            <a:lvl9pPr algn="l">
              <a:defRPr sz="1800" b="0">
                <a:solidFill>
                  <a:srgbClr val="176B91"/>
                </a:solidFill>
                <a:latin typeface="Arial"/>
                <a:ea typeface="Arial"/>
                <a:cs typeface="Arial"/>
              </a:defRPr>
            </a:lvl9pPr>
          </a:lstStyle>
          <a:p xmlns:a="http://schemas.openxmlformats.org/drawingml/2006/main">
            <a:pPr algn="l">
              <a:defRPr sz="1800" b="0">
                <a:solidFill>
                  <a:srgbClr val="176B91"/>
                </a:solidFill>
                <a:latin typeface="Arial"/>
                <a:ea typeface="Arial"/>
                <a:cs typeface="Arial"/>
              </a:defRPr>
            </a:pPr>
            <a:r>
              <a:rPr sz="1800" b="0">
                <a:solidFill>
                  <a:srgbClr val="176B91"/>
                </a:solidFill>
                <a:latin typeface="Arial"/>
                <a:ea typeface="Arial"/>
                <a:cs typeface="Arial"/>
              </a:rPr>
              <a:t>utilise</a:t>
            </a:r>
          </a:p>
        </p:txBody>
      </p:sp>
      <p:sp>
        <p:nvSpPr>
          <p:cNvPr id="13" name="">
            <a:extLst xmlns:a="http://schemas.openxmlformats.org/drawingml/2006/main">
              <a:ext uri="{FF2B5EF4-FFF2-40B4-BE49-F238E27FC236}">
                <a16:creationId xmlns:a16="http://schemas.microsoft.com/office/drawing/2014/main" id="{BFE0225B-C72A-4BDC-8E48-F37AC5E44393}"/>
              </a:ext>
            </a:extLst>
          </p:cNvPr>
          <p:cNvSpPr>
            <a:spLocks xmlns:a="http://schemas.openxmlformats.org/drawingml/2006/main" noGrp="1"/>
          </p:cNvSpPr>
          <p:nvPr/>
        </p:nvSpPr>
        <p:spPr>
          <a:xfrm xmlns:a="http://schemas.openxmlformats.org/drawingml/2006/main">
            <a:off x="9525000" y="4286250"/>
            <a:ext cx="5095875" cy="1238250"/>
          </a:xfrm>
          <a:prstGeom xmlns:a="http://schemas.openxmlformats.org/drawingml/2006/main" prst="rect">
            <a:avLst/>
          </a:prstGeom>
          <a:solidFill xmlns:a="http://schemas.openxmlformats.org/drawingml/2006/main">
            <a:srgbClr val="E8EDF0"/>
          </a:solidFill>
          <a:ln xmlns:a="http://schemas.openxmlformats.org/drawingml/2006/main" w="14288">
            <a:solidFill>
              <a:srgbClr val="B9C7CF"/>
            </a:solidFill>
          </a:ln>
        </p:spPr>
      </p:sp>
      <p:sp>
        <p:nvSpPr>
          <p:cNvPr id="14" name="">
            <a:extLst xmlns:a="http://schemas.openxmlformats.org/drawingml/2006/main">
              <a:ext uri="{FF2B5EF4-FFF2-40B4-BE49-F238E27FC236}">
                <a16:creationId xmlns:a16="http://schemas.microsoft.com/office/drawing/2014/main" id="{02E2BF2F-5433-42F2-B310-551CDE8DA406}"/>
              </a:ext>
            </a:extLst>
          </p:cNvPr>
          <p:cNvSpPr>
            <a:spLocks xmlns:a="http://schemas.openxmlformats.org/drawingml/2006/main" noGrp="1"/>
          </p:cNvSpPr>
          <p:nvPr/>
        </p:nvSpPr>
        <p:spPr>
          <a:xfrm xmlns:a="http://schemas.openxmlformats.org/drawingml/2006/main">
            <a:off x="9696450" y="4419600"/>
            <a:ext cx="47529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182F44"/>
                </a:solidFill>
                <a:latin typeface="Arial"/>
                <a:ea typeface="Arial"/>
                <a:cs typeface="Arial"/>
              </a:defRPr>
            </a:defPPr>
            <a:lvl1pPr algn="l">
              <a:defRPr sz="2025" b="1">
                <a:solidFill>
                  <a:srgbClr val="182F44"/>
                </a:solidFill>
                <a:latin typeface="Arial"/>
                <a:ea typeface="Arial"/>
                <a:cs typeface="Arial"/>
              </a:defRPr>
            </a:lvl1pPr>
            <a:lvl2pPr algn="l">
              <a:defRPr sz="2025" b="1">
                <a:solidFill>
                  <a:srgbClr val="182F44"/>
                </a:solidFill>
                <a:latin typeface="Arial"/>
                <a:ea typeface="Arial"/>
                <a:cs typeface="Arial"/>
              </a:defRPr>
            </a:lvl2pPr>
            <a:lvl3pPr algn="l">
              <a:defRPr sz="2025" b="1">
                <a:solidFill>
                  <a:srgbClr val="182F44"/>
                </a:solidFill>
                <a:latin typeface="Arial"/>
                <a:ea typeface="Arial"/>
                <a:cs typeface="Arial"/>
              </a:defRPr>
            </a:lvl3pPr>
            <a:lvl4pPr algn="l">
              <a:defRPr sz="2025" b="1">
                <a:solidFill>
                  <a:srgbClr val="182F44"/>
                </a:solidFill>
                <a:latin typeface="Arial"/>
                <a:ea typeface="Arial"/>
                <a:cs typeface="Arial"/>
              </a:defRPr>
            </a:lvl4pPr>
            <a:lvl5pPr algn="l">
              <a:defRPr sz="2025" b="1">
                <a:solidFill>
                  <a:srgbClr val="182F44"/>
                </a:solidFill>
                <a:latin typeface="Arial"/>
                <a:ea typeface="Arial"/>
                <a:cs typeface="Arial"/>
              </a:defRPr>
            </a:lvl5pPr>
            <a:lvl6pPr algn="l">
              <a:defRPr sz="2025" b="1">
                <a:solidFill>
                  <a:srgbClr val="182F44"/>
                </a:solidFill>
                <a:latin typeface="Arial"/>
                <a:ea typeface="Arial"/>
                <a:cs typeface="Arial"/>
              </a:defRPr>
            </a:lvl6pPr>
            <a:lvl7pPr algn="l">
              <a:defRPr sz="2025" b="1">
                <a:solidFill>
                  <a:srgbClr val="182F44"/>
                </a:solidFill>
                <a:latin typeface="Arial"/>
                <a:ea typeface="Arial"/>
                <a:cs typeface="Arial"/>
              </a:defRPr>
            </a:lvl7pPr>
            <a:lvl8pPr algn="l">
              <a:defRPr sz="2025" b="1">
                <a:solidFill>
                  <a:srgbClr val="182F44"/>
                </a:solidFill>
                <a:latin typeface="Arial"/>
                <a:ea typeface="Arial"/>
                <a:cs typeface="Arial"/>
              </a:defRPr>
            </a:lvl8pPr>
            <a:lvl9pPr algn="l">
              <a:defRPr sz="2025" b="1">
                <a:solidFill>
                  <a:srgbClr val="182F44"/>
                </a:solidFill>
                <a:latin typeface="Arial"/>
                <a:ea typeface="Arial"/>
                <a:cs typeface="Arial"/>
              </a:defRPr>
            </a:lvl9pPr>
          </a:lstStyle>
          <a:p xmlns:a="http://schemas.openxmlformats.org/drawingml/2006/main">
            <a:pPr algn="l">
              <a:defRPr sz="2025" b="1">
                <a:solidFill>
                  <a:srgbClr val="182F44"/>
                </a:solidFill>
                <a:latin typeface="Arial"/>
                <a:ea typeface="Arial"/>
                <a:cs typeface="Arial"/>
              </a:defRPr>
            </a:pPr>
            <a:r>
              <a:rPr sz="2025" b="1">
                <a:solidFill>
                  <a:srgbClr val="182F44"/>
                </a:solidFill>
                <a:latin typeface="Arial"/>
                <a:ea typeface="Arial"/>
                <a:cs typeface="Arial"/>
              </a:rPr>
              <a:t>StockagePostgreSQL</a:t>
            </a:r>
          </a:p>
        </p:txBody>
      </p:sp>
      <p:sp>
        <p:nvSpPr>
          <p:cNvPr id="15" name="">
            <a:extLst xmlns:a="http://schemas.openxmlformats.org/drawingml/2006/main">
              <a:ext uri="{FF2B5EF4-FFF2-40B4-BE49-F238E27FC236}">
                <a16:creationId xmlns:a16="http://schemas.microsoft.com/office/drawing/2014/main" id="{209E1BF1-8511-4BAB-ACFC-C8F44A9FACAE}"/>
              </a:ext>
            </a:extLst>
          </p:cNvPr>
          <p:cNvSpPr>
            <a:spLocks xmlns:a="http://schemas.openxmlformats.org/drawingml/2006/main" noGrp="1"/>
          </p:cNvSpPr>
          <p:nvPr/>
        </p:nvSpPr>
        <p:spPr>
          <a:xfrm xmlns:a="http://schemas.openxmlformats.org/drawingml/2006/main">
            <a:off x="9696450" y="4829175"/>
            <a:ext cx="47529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F44"/>
                </a:solidFill>
                <a:latin typeface="Arial"/>
                <a:ea typeface="Arial"/>
                <a:cs typeface="Arial"/>
              </a:defRPr>
            </a:defPPr>
            <a:lvl1pPr algn="l">
              <a:defRPr sz="1800" b="0">
                <a:solidFill>
                  <a:srgbClr val="182F44"/>
                </a:solidFill>
                <a:latin typeface="Arial"/>
                <a:ea typeface="Arial"/>
                <a:cs typeface="Arial"/>
              </a:defRPr>
            </a:lvl1pPr>
            <a:lvl2pPr algn="l">
              <a:defRPr sz="1800" b="0">
                <a:solidFill>
                  <a:srgbClr val="182F44"/>
                </a:solidFill>
                <a:latin typeface="Arial"/>
                <a:ea typeface="Arial"/>
                <a:cs typeface="Arial"/>
              </a:defRPr>
            </a:lvl2pPr>
            <a:lvl3pPr algn="l">
              <a:defRPr sz="1800" b="0">
                <a:solidFill>
                  <a:srgbClr val="182F44"/>
                </a:solidFill>
                <a:latin typeface="Arial"/>
                <a:ea typeface="Arial"/>
                <a:cs typeface="Arial"/>
              </a:defRPr>
            </a:lvl3pPr>
            <a:lvl4pPr algn="l">
              <a:defRPr sz="1800" b="0">
                <a:solidFill>
                  <a:srgbClr val="182F44"/>
                </a:solidFill>
                <a:latin typeface="Arial"/>
                <a:ea typeface="Arial"/>
                <a:cs typeface="Arial"/>
              </a:defRPr>
            </a:lvl4pPr>
            <a:lvl5pPr algn="l">
              <a:defRPr sz="1800" b="0">
                <a:solidFill>
                  <a:srgbClr val="182F44"/>
                </a:solidFill>
                <a:latin typeface="Arial"/>
                <a:ea typeface="Arial"/>
                <a:cs typeface="Arial"/>
              </a:defRPr>
            </a:lvl5pPr>
            <a:lvl6pPr algn="l">
              <a:defRPr sz="1800" b="0">
                <a:solidFill>
                  <a:srgbClr val="182F44"/>
                </a:solidFill>
                <a:latin typeface="Arial"/>
                <a:ea typeface="Arial"/>
                <a:cs typeface="Arial"/>
              </a:defRPr>
            </a:lvl6pPr>
            <a:lvl7pPr algn="l">
              <a:defRPr sz="1800" b="0">
                <a:solidFill>
                  <a:srgbClr val="182F44"/>
                </a:solidFill>
                <a:latin typeface="Arial"/>
                <a:ea typeface="Arial"/>
                <a:cs typeface="Arial"/>
              </a:defRPr>
            </a:lvl7pPr>
            <a:lvl8pPr algn="l">
              <a:defRPr sz="1800" b="0">
                <a:solidFill>
                  <a:srgbClr val="182F44"/>
                </a:solidFill>
                <a:latin typeface="Arial"/>
                <a:ea typeface="Arial"/>
                <a:cs typeface="Arial"/>
              </a:defRPr>
            </a:lvl8pPr>
            <a:lvl9pPr algn="l">
              <a:defRPr sz="1800" b="0">
                <a:solidFill>
                  <a:srgbClr val="182F44"/>
                </a:solidFill>
                <a:latin typeface="Arial"/>
                <a:ea typeface="Arial"/>
                <a:cs typeface="Arial"/>
              </a:defRPr>
            </a:lvl9pPr>
          </a:lstStyle>
          <a:p xmlns:a="http://schemas.openxmlformats.org/drawingml/2006/main">
            <a:pPr algn="l">
              <a:defRPr sz="1800" b="0">
                <a:solidFill>
                  <a:srgbClr val="182F44"/>
                </a:solidFill>
                <a:latin typeface="Arial"/>
                <a:ea typeface="Arial"/>
                <a:cs typeface="Arial"/>
              </a:defRPr>
            </a:pPr>
            <a:r>
              <a:rPr sz="1800" b="0">
                <a:solidFill>
                  <a:srgbClr val="182F44"/>
                </a:solidFill>
                <a:latin typeface="Arial"/>
                <a:ea typeface="Arial"/>
                <a:cs typeface="Arial"/>
              </a:rPr>
              <a:t>Tient les garanties de sauvegarde</a:t>
            </a:r>
          </a:p>
        </p:txBody>
      </p:sp>
      <p:sp>
        <p:nvSpPr>
          <p:cNvPr id="17" name="">
            <a:extLst xmlns:a="http://schemas.openxmlformats.org/drawingml/2006/main">
              <a:ext uri="{FF2B5EF4-FFF2-40B4-BE49-F238E27FC236}">
                <a16:creationId xmlns:a16="http://schemas.microsoft.com/office/drawing/2014/main" id="{2C8C4AD6-B8BB-4BA9-872E-CE5F8AC56543}"/>
              </a:ext>
            </a:extLst>
          </p:cNvPr>
          <p:cNvSpPr>
            <a:spLocks xmlns:a="http://schemas.openxmlformats.org/drawingml/2006/main" noGrp="1"/>
          </p:cNvSpPr>
          <p:nvPr/>
        </p:nvSpPr>
        <p:spPr>
          <a:xfrm xmlns:a="http://schemas.openxmlformats.org/drawingml/2006/main">
            <a:off x="11811000" y="34766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76B91"/>
                </a:solidFill>
                <a:latin typeface="Arial"/>
                <a:ea typeface="Arial"/>
                <a:cs typeface="Arial"/>
              </a:defRPr>
            </a:defPPr>
            <a:lvl1pPr algn="l">
              <a:defRPr sz="1800" b="0">
                <a:solidFill>
                  <a:srgbClr val="176B91"/>
                </a:solidFill>
                <a:latin typeface="Arial"/>
                <a:ea typeface="Arial"/>
                <a:cs typeface="Arial"/>
              </a:defRPr>
            </a:lvl1pPr>
            <a:lvl2pPr algn="l">
              <a:defRPr sz="1800" b="0">
                <a:solidFill>
                  <a:srgbClr val="176B91"/>
                </a:solidFill>
                <a:latin typeface="Arial"/>
                <a:ea typeface="Arial"/>
                <a:cs typeface="Arial"/>
              </a:defRPr>
            </a:lvl2pPr>
            <a:lvl3pPr algn="l">
              <a:defRPr sz="1800" b="0">
                <a:solidFill>
                  <a:srgbClr val="176B91"/>
                </a:solidFill>
                <a:latin typeface="Arial"/>
                <a:ea typeface="Arial"/>
                <a:cs typeface="Arial"/>
              </a:defRPr>
            </a:lvl3pPr>
            <a:lvl4pPr algn="l">
              <a:defRPr sz="1800" b="0">
                <a:solidFill>
                  <a:srgbClr val="176B91"/>
                </a:solidFill>
                <a:latin typeface="Arial"/>
                <a:ea typeface="Arial"/>
                <a:cs typeface="Arial"/>
              </a:defRPr>
            </a:lvl4pPr>
            <a:lvl5pPr algn="l">
              <a:defRPr sz="1800" b="0">
                <a:solidFill>
                  <a:srgbClr val="176B91"/>
                </a:solidFill>
                <a:latin typeface="Arial"/>
                <a:ea typeface="Arial"/>
                <a:cs typeface="Arial"/>
              </a:defRPr>
            </a:lvl5pPr>
            <a:lvl6pPr algn="l">
              <a:defRPr sz="1800" b="0">
                <a:solidFill>
                  <a:srgbClr val="176B91"/>
                </a:solidFill>
                <a:latin typeface="Arial"/>
                <a:ea typeface="Arial"/>
                <a:cs typeface="Arial"/>
              </a:defRPr>
            </a:lvl6pPr>
            <a:lvl7pPr algn="l">
              <a:defRPr sz="1800" b="0">
                <a:solidFill>
                  <a:srgbClr val="176B91"/>
                </a:solidFill>
                <a:latin typeface="Arial"/>
                <a:ea typeface="Arial"/>
                <a:cs typeface="Arial"/>
              </a:defRPr>
            </a:lvl7pPr>
            <a:lvl8pPr algn="l">
              <a:defRPr sz="1800" b="0">
                <a:solidFill>
                  <a:srgbClr val="176B91"/>
                </a:solidFill>
                <a:latin typeface="Arial"/>
                <a:ea typeface="Arial"/>
                <a:cs typeface="Arial"/>
              </a:defRPr>
            </a:lvl8pPr>
            <a:lvl9pPr algn="l">
              <a:defRPr sz="1800" b="0">
                <a:solidFill>
                  <a:srgbClr val="176B91"/>
                </a:solidFill>
                <a:latin typeface="Arial"/>
                <a:ea typeface="Arial"/>
                <a:cs typeface="Arial"/>
              </a:defRPr>
            </a:lvl9pPr>
          </a:lstStyle>
          <a:p xmlns:a="http://schemas.openxmlformats.org/drawingml/2006/main">
            <a:pPr algn="l">
              <a:defRPr sz="1800" b="0">
                <a:solidFill>
                  <a:srgbClr val="176B91"/>
                </a:solidFill>
                <a:latin typeface="Arial"/>
                <a:ea typeface="Arial"/>
                <a:cs typeface="Arial"/>
              </a:defRPr>
            </a:pPr>
            <a:r>
              <a:rPr sz="1800" b="0">
                <a:solidFill>
                  <a:srgbClr val="176B91"/>
                </a:solidFill>
                <a:latin typeface="Arial"/>
                <a:ea typeface="Arial"/>
                <a:cs typeface="Arial"/>
              </a:rPr>
              <a:t>implémente</a:t>
            </a:r>
          </a:p>
        </p:txBody>
      </p:sp>
      <p:sp>
        <p:nvSpPr>
          <p:cNvPr id="18" name="">
            <a:extLst xmlns:a="http://schemas.openxmlformats.org/drawingml/2006/main">
              <a:ext uri="{FF2B5EF4-FFF2-40B4-BE49-F238E27FC236}">
                <a16:creationId xmlns:a16="http://schemas.microsoft.com/office/drawing/2014/main" id="{4BF96213-82C4-4755-AB62-95A934E18635}"/>
              </a:ext>
            </a:extLst>
          </p:cNvPr>
          <p:cNvSpPr>
            <a:spLocks xmlns:a="http://schemas.openxmlformats.org/drawingml/2006/main" noGrp="1"/>
          </p:cNvSpPr>
          <p:nvPr/>
        </p:nvSpPr>
        <p:spPr>
          <a:xfrm xmlns:a="http://schemas.openxmlformats.org/drawingml/2006/main">
            <a:off x="619125" y="3762375"/>
            <a:ext cx="80962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176B91"/>
                </a:solidFill>
                <a:latin typeface="Arial"/>
                <a:ea typeface="Arial"/>
                <a:cs typeface="Arial"/>
              </a:defRPr>
            </a:defPPr>
            <a:lvl1pPr algn="l">
              <a:defRPr sz="2100" b="1">
                <a:solidFill>
                  <a:srgbClr val="176B91"/>
                </a:solidFill>
                <a:latin typeface="Arial"/>
                <a:ea typeface="Arial"/>
                <a:cs typeface="Arial"/>
              </a:defRPr>
            </a:lvl1pPr>
            <a:lvl2pPr algn="l">
              <a:defRPr sz="2100" b="1">
                <a:solidFill>
                  <a:srgbClr val="176B91"/>
                </a:solidFill>
                <a:latin typeface="Arial"/>
                <a:ea typeface="Arial"/>
                <a:cs typeface="Arial"/>
              </a:defRPr>
            </a:lvl2pPr>
            <a:lvl3pPr algn="l">
              <a:defRPr sz="2100" b="1">
                <a:solidFill>
                  <a:srgbClr val="176B91"/>
                </a:solidFill>
                <a:latin typeface="Arial"/>
                <a:ea typeface="Arial"/>
                <a:cs typeface="Arial"/>
              </a:defRPr>
            </a:lvl3pPr>
            <a:lvl4pPr algn="l">
              <a:defRPr sz="2100" b="1">
                <a:solidFill>
                  <a:srgbClr val="176B91"/>
                </a:solidFill>
                <a:latin typeface="Arial"/>
                <a:ea typeface="Arial"/>
                <a:cs typeface="Arial"/>
              </a:defRPr>
            </a:lvl4pPr>
            <a:lvl5pPr algn="l">
              <a:defRPr sz="2100" b="1">
                <a:solidFill>
                  <a:srgbClr val="176B91"/>
                </a:solidFill>
                <a:latin typeface="Arial"/>
                <a:ea typeface="Arial"/>
                <a:cs typeface="Arial"/>
              </a:defRPr>
            </a:lvl5pPr>
            <a:lvl6pPr algn="l">
              <a:defRPr sz="2100" b="1">
                <a:solidFill>
                  <a:srgbClr val="176B91"/>
                </a:solidFill>
                <a:latin typeface="Arial"/>
                <a:ea typeface="Arial"/>
                <a:cs typeface="Arial"/>
              </a:defRPr>
            </a:lvl6pPr>
            <a:lvl7pPr algn="l">
              <a:defRPr sz="2100" b="1">
                <a:solidFill>
                  <a:srgbClr val="176B91"/>
                </a:solidFill>
                <a:latin typeface="Arial"/>
                <a:ea typeface="Arial"/>
                <a:cs typeface="Arial"/>
              </a:defRPr>
            </a:lvl7pPr>
            <a:lvl8pPr algn="l">
              <a:defRPr sz="2100" b="1">
                <a:solidFill>
                  <a:srgbClr val="176B91"/>
                </a:solidFill>
                <a:latin typeface="Arial"/>
                <a:ea typeface="Arial"/>
                <a:cs typeface="Arial"/>
              </a:defRPr>
            </a:lvl8pPr>
            <a:lvl9pPr algn="l">
              <a:defRPr sz="2100" b="1">
                <a:solidFill>
                  <a:srgbClr val="176B91"/>
                </a:solidFill>
                <a:latin typeface="Arial"/>
                <a:ea typeface="Arial"/>
                <a:cs typeface="Arial"/>
              </a:defRPr>
            </a:lvl9pPr>
          </a:lstStyle>
          <a:p xmlns:a="http://schemas.openxmlformats.org/drawingml/2006/main">
            <a:pPr algn="l">
              <a:defRPr sz="2100" b="1">
                <a:solidFill>
                  <a:srgbClr val="176B91"/>
                </a:solidFill>
                <a:latin typeface="Arial"/>
                <a:ea typeface="Arial"/>
                <a:cs typeface="Arial"/>
              </a:defRPr>
            </a:pPr>
            <a:r>
              <a:rPr sz="2100" b="1">
                <a:solidFill>
                  <a:srgbClr val="176B91"/>
                </a:solidFill>
                <a:latin typeface="Arial"/>
                <a:ea typeface="Arial"/>
                <a:cs typeface="Arial"/>
              </a:rPr>
              <a:t>ISP : ce client dépend du rôle écriture.</a:t>
            </a:r>
          </a:p>
          <a:p xmlns:a="http://schemas.openxmlformats.org/drawingml/2006/main">
            <a:r>
              <a:t/>
            </a:r>
          </a:p>
          <a:p xmlns:a="http://schemas.openxmlformats.org/drawingml/2006/main">
            <a:pPr algn="l">
              <a:defRPr sz="2100" b="1">
                <a:solidFill>
                  <a:srgbClr val="176B91"/>
                </a:solidFill>
                <a:latin typeface="Arial"/>
                <a:ea typeface="Arial"/>
                <a:cs typeface="Arial"/>
              </a:defRPr>
            </a:pPr>
            <a:r>
              <a:rPr sz="2100" b="1">
                <a:solidFill>
                  <a:srgbClr val="176B91"/>
                </a:solidFill>
                <a:latin typeface="Arial"/>
                <a:ea typeface="Arial"/>
                <a:cs typeface="Arial"/>
              </a:rPr>
              <a:t>DIP : le détail technique dépend du contrat.</a:t>
            </a:r>
          </a:p>
          <a:p xmlns:a="http://schemas.openxmlformats.org/drawingml/2006/main">
            <a:r>
              <a:t/>
            </a:r>
          </a:p>
          <a:p xmlns:a="http://schemas.openxmlformats.org/drawingml/2006/main">
            <a:pPr algn="l">
              <a:defRPr sz="2100" b="1">
                <a:solidFill>
                  <a:srgbClr val="176B91"/>
                </a:solidFill>
                <a:latin typeface="Arial"/>
                <a:ea typeface="Arial"/>
                <a:cs typeface="Arial"/>
              </a:defRPr>
            </a:pPr>
            <a:r>
              <a:rPr sz="2100" b="1">
                <a:solidFill>
                  <a:srgbClr val="176B91"/>
                </a:solidFill>
                <a:latin typeface="Arial"/>
                <a:ea typeface="Arial"/>
                <a:cs typeface="Arial"/>
              </a:rPr>
              <a:t>LSP : chaque réalisation respecte ses garanties.</a:t>
            </a:r>
          </a:p>
        </p:txBody>
      </p:sp>
      <p:sp>
        <p:nvSpPr>
          <p:cNvPr id="19" name="">
            <a:extLst xmlns:a="http://schemas.openxmlformats.org/drawingml/2006/main">
              <a:ext uri="{FF2B5EF4-FFF2-40B4-BE49-F238E27FC236}">
                <a16:creationId xmlns:a16="http://schemas.microsoft.com/office/drawing/2014/main" id="{E428F802-37C9-4309-8FD5-4A2FDC17681E}"/>
              </a:ext>
            </a:extLst>
          </p:cNvPr>
          <p:cNvSpPr>
            <a:spLocks xmlns:a="http://schemas.openxmlformats.org/drawingml/2006/main" noGrp="1"/>
          </p:cNvSpPr>
          <p:nvPr/>
        </p:nvSpPr>
        <p:spPr>
          <a:xfrm xmlns:a="http://schemas.openxmlformats.org/drawingml/2006/main">
            <a:off x="619125" y="6572250"/>
            <a:ext cx="13906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F44"/>
                </a:solidFill>
                <a:latin typeface="Arial"/>
                <a:ea typeface="Arial"/>
                <a:cs typeface="Arial"/>
              </a:defRPr>
            </a:defPPr>
            <a:lvl1pPr algn="l">
              <a:defRPr sz="2100" b="0">
                <a:solidFill>
                  <a:srgbClr val="182F44"/>
                </a:solidFill>
                <a:latin typeface="Arial"/>
                <a:ea typeface="Arial"/>
                <a:cs typeface="Arial"/>
              </a:defRPr>
            </a:lvl1pPr>
            <a:lvl2pPr algn="l">
              <a:defRPr sz="2100" b="0">
                <a:solidFill>
                  <a:srgbClr val="182F44"/>
                </a:solidFill>
                <a:latin typeface="Arial"/>
                <a:ea typeface="Arial"/>
                <a:cs typeface="Arial"/>
              </a:defRPr>
            </a:lvl2pPr>
            <a:lvl3pPr algn="l">
              <a:defRPr sz="2100" b="0">
                <a:solidFill>
                  <a:srgbClr val="182F44"/>
                </a:solidFill>
                <a:latin typeface="Arial"/>
                <a:ea typeface="Arial"/>
                <a:cs typeface="Arial"/>
              </a:defRPr>
            </a:lvl3pPr>
            <a:lvl4pPr algn="l">
              <a:defRPr sz="2100" b="0">
                <a:solidFill>
                  <a:srgbClr val="182F44"/>
                </a:solidFill>
                <a:latin typeface="Arial"/>
                <a:ea typeface="Arial"/>
                <a:cs typeface="Arial"/>
              </a:defRPr>
            </a:lvl4pPr>
            <a:lvl5pPr algn="l">
              <a:defRPr sz="2100" b="0">
                <a:solidFill>
                  <a:srgbClr val="182F44"/>
                </a:solidFill>
                <a:latin typeface="Arial"/>
                <a:ea typeface="Arial"/>
                <a:cs typeface="Arial"/>
              </a:defRPr>
            </a:lvl5pPr>
            <a:lvl6pPr algn="l">
              <a:defRPr sz="2100" b="0">
                <a:solidFill>
                  <a:srgbClr val="182F44"/>
                </a:solidFill>
                <a:latin typeface="Arial"/>
                <a:ea typeface="Arial"/>
                <a:cs typeface="Arial"/>
              </a:defRPr>
            </a:lvl6pPr>
            <a:lvl7pPr algn="l">
              <a:defRPr sz="2100" b="0">
                <a:solidFill>
                  <a:srgbClr val="182F44"/>
                </a:solidFill>
                <a:latin typeface="Arial"/>
                <a:ea typeface="Arial"/>
                <a:cs typeface="Arial"/>
              </a:defRPr>
            </a:lvl7pPr>
            <a:lvl8pPr algn="l">
              <a:defRPr sz="2100" b="0">
                <a:solidFill>
                  <a:srgbClr val="182F44"/>
                </a:solidFill>
                <a:latin typeface="Arial"/>
                <a:ea typeface="Arial"/>
                <a:cs typeface="Arial"/>
              </a:defRPr>
            </a:lvl8pPr>
            <a:lvl9pPr algn="l">
              <a:defRPr sz="2100" b="0">
                <a:solidFill>
                  <a:srgbClr val="182F44"/>
                </a:solidFill>
                <a:latin typeface="Arial"/>
                <a:ea typeface="Arial"/>
                <a:cs typeface="Arial"/>
              </a:defRPr>
            </a:lvl9pPr>
          </a:lstStyle>
          <a:p xmlns:a="http://schemas.openxmlformats.org/drawingml/2006/main">
            <a:pPr algn="l">
              <a:defRPr sz="2100" b="0">
                <a:solidFill>
                  <a:srgbClr val="182F44"/>
                </a:solidFill>
                <a:latin typeface="Arial"/>
                <a:ea typeface="Arial"/>
                <a:cs typeface="Arial"/>
              </a:defRPr>
            </a:pPr>
            <a:r>
              <a:rPr sz="2100" b="0">
                <a:solidFill>
                  <a:srgbClr val="182F44"/>
                </a:solidFill>
                <a:latin typeface="Arial"/>
                <a:ea typeface="Arial"/>
                <a:cs typeface="Arial"/>
              </a:rPr>
              <a:t>Un contrat ciblé peut avoir une mauvaise implémentation. Une implémentation correcte peut appartenir à une interface trop large. Les trois principes se complètent sans se garantir mutuellement.</a:t>
            </a:r>
          </a:p>
        </p:txBody>
      </p:sp>
    </p:spTree>
    <p:extLst>
      <p:ext uri="{BB962C8B-B14F-4D97-AF65-F5344CB8AC3E}">
        <p14:creationId xmlns:p14="http://schemas.microsoft.com/office/powerpoint/2010/main" val="596519971"/>
      </p:ext>
    </p:extLst>
  </p:cSld>
</p:sld>
</file>

<file path=ppt/slides/slide16.xml><?xml version="1.0" encoding="utf-8"?>
<p:sld xmlns:p="http://schemas.openxmlformats.org/presentationml/2006/main">
  <p:cSld>
    <p:bg>
      <p:bgPr>
        <a:solidFill xmlns:a="http://schemas.openxmlformats.org/drawingml/2006/main">
          <a:srgbClr val="FAFB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9659B1E-43A0-4B8C-96FF-23995E0FE582}"/>
              </a:ext>
            </a:extLst>
          </p:cNvPr>
          <p:cNvSpPr>
            <a:spLocks xmlns:a="http://schemas.openxmlformats.org/drawingml/2006/main" noGrp="1"/>
          </p:cNvSpPr>
          <p:nvPr/>
        </p:nvSpPr>
        <p:spPr>
          <a:xfrm xmlns:a="http://schemas.openxmlformats.org/drawingml/2006/main">
            <a:off x="619125" y="304800"/>
            <a:ext cx="1333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087F83"/>
                </a:solidFill>
                <a:latin typeface="Arial"/>
                <a:ea typeface="Arial"/>
                <a:cs typeface="Arial"/>
              </a:defRPr>
            </a:defPPr>
            <a:lvl1pPr algn="l">
              <a:defRPr sz="1350" b="1">
                <a:solidFill>
                  <a:srgbClr val="087F83"/>
                </a:solidFill>
                <a:latin typeface="Arial"/>
                <a:ea typeface="Arial"/>
                <a:cs typeface="Arial"/>
              </a:defRPr>
            </a:lvl1pPr>
            <a:lvl2pPr algn="l">
              <a:defRPr sz="1350" b="1">
                <a:solidFill>
                  <a:srgbClr val="087F83"/>
                </a:solidFill>
                <a:latin typeface="Arial"/>
                <a:ea typeface="Arial"/>
                <a:cs typeface="Arial"/>
              </a:defRPr>
            </a:lvl2pPr>
            <a:lvl3pPr algn="l">
              <a:defRPr sz="1350" b="1">
                <a:solidFill>
                  <a:srgbClr val="087F83"/>
                </a:solidFill>
                <a:latin typeface="Arial"/>
                <a:ea typeface="Arial"/>
                <a:cs typeface="Arial"/>
              </a:defRPr>
            </a:lvl3pPr>
            <a:lvl4pPr algn="l">
              <a:defRPr sz="1350" b="1">
                <a:solidFill>
                  <a:srgbClr val="087F83"/>
                </a:solidFill>
                <a:latin typeface="Arial"/>
                <a:ea typeface="Arial"/>
                <a:cs typeface="Arial"/>
              </a:defRPr>
            </a:lvl4pPr>
            <a:lvl5pPr algn="l">
              <a:defRPr sz="1350" b="1">
                <a:solidFill>
                  <a:srgbClr val="087F83"/>
                </a:solidFill>
                <a:latin typeface="Arial"/>
                <a:ea typeface="Arial"/>
                <a:cs typeface="Arial"/>
              </a:defRPr>
            </a:lvl5pPr>
            <a:lvl6pPr algn="l">
              <a:defRPr sz="1350" b="1">
                <a:solidFill>
                  <a:srgbClr val="087F83"/>
                </a:solidFill>
                <a:latin typeface="Arial"/>
                <a:ea typeface="Arial"/>
                <a:cs typeface="Arial"/>
              </a:defRPr>
            </a:lvl6pPr>
            <a:lvl7pPr algn="l">
              <a:defRPr sz="1350" b="1">
                <a:solidFill>
                  <a:srgbClr val="087F83"/>
                </a:solidFill>
                <a:latin typeface="Arial"/>
                <a:ea typeface="Arial"/>
                <a:cs typeface="Arial"/>
              </a:defRPr>
            </a:lvl7pPr>
            <a:lvl8pPr algn="l">
              <a:defRPr sz="1350" b="1">
                <a:solidFill>
                  <a:srgbClr val="087F83"/>
                </a:solidFill>
                <a:latin typeface="Arial"/>
                <a:ea typeface="Arial"/>
                <a:cs typeface="Arial"/>
              </a:defRPr>
            </a:lvl8pPr>
            <a:lvl9pPr algn="l">
              <a:defRPr sz="1350" b="1">
                <a:solidFill>
                  <a:srgbClr val="087F83"/>
                </a:solidFill>
                <a:latin typeface="Arial"/>
                <a:ea typeface="Arial"/>
                <a:cs typeface="Arial"/>
              </a:defRPr>
            </a:lvl9pPr>
          </a:lstStyle>
          <a:p xmlns:a="http://schemas.openxmlformats.org/drawingml/2006/main">
            <a:pPr algn="l">
              <a:defRPr sz="1350" b="1">
                <a:solidFill>
                  <a:srgbClr val="087F83"/>
                </a:solidFill>
                <a:latin typeface="Arial"/>
                <a:ea typeface="Arial"/>
                <a:cs typeface="Arial"/>
              </a:defRPr>
            </a:pPr>
            <a:r>
              <a:rPr sz="1350" b="1">
                <a:solidFill>
                  <a:srgbClr val="087F83"/>
                </a:solidFill>
                <a:latin typeface="Arial"/>
                <a:ea typeface="Arial"/>
                <a:cs typeface="Arial"/>
              </a:rPr>
              <a:t>SYNTHÈSE DE LA SÉQUENCE</a:t>
            </a:r>
          </a:p>
        </p:txBody>
      </p:sp>
      <p:sp>
        <p:nvSpPr>
          <p:cNvPr id="2" name="">
            <a:extLst xmlns:a="http://schemas.openxmlformats.org/drawingml/2006/main">
              <a:ext uri="{FF2B5EF4-FFF2-40B4-BE49-F238E27FC236}">
                <a16:creationId xmlns:a16="http://schemas.microsoft.com/office/drawing/2014/main" id="{288C0839-8684-4369-AB2A-E159E31BFC4A}"/>
              </a:ext>
            </a:extLst>
          </p:cNvPr>
          <p:cNvSpPr>
            <a:spLocks xmlns:a="http://schemas.openxmlformats.org/drawingml/2006/main" noGrp="1"/>
          </p:cNvSpPr>
          <p:nvPr/>
        </p:nvSpPr>
        <p:spPr>
          <a:xfrm xmlns:a="http://schemas.openxmlformats.org/drawingml/2006/main">
            <a:off x="619125" y="723900"/>
            <a:ext cx="1390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300" b="1">
                <a:solidFill>
                  <a:srgbClr val="182F44"/>
                </a:solidFill>
                <a:latin typeface="Arial"/>
                <a:ea typeface="Arial"/>
                <a:cs typeface="Arial"/>
              </a:defRPr>
            </a:defPPr>
            <a:lvl1pPr algn="l">
              <a:defRPr sz="3300" b="1">
                <a:solidFill>
                  <a:srgbClr val="182F44"/>
                </a:solidFill>
                <a:latin typeface="Arial"/>
                <a:ea typeface="Arial"/>
                <a:cs typeface="Arial"/>
              </a:defRPr>
            </a:lvl1pPr>
            <a:lvl2pPr algn="l">
              <a:defRPr sz="3300" b="1">
                <a:solidFill>
                  <a:srgbClr val="182F44"/>
                </a:solidFill>
                <a:latin typeface="Arial"/>
                <a:ea typeface="Arial"/>
                <a:cs typeface="Arial"/>
              </a:defRPr>
            </a:lvl2pPr>
            <a:lvl3pPr algn="l">
              <a:defRPr sz="3300" b="1">
                <a:solidFill>
                  <a:srgbClr val="182F44"/>
                </a:solidFill>
                <a:latin typeface="Arial"/>
                <a:ea typeface="Arial"/>
                <a:cs typeface="Arial"/>
              </a:defRPr>
            </a:lvl3pPr>
            <a:lvl4pPr algn="l">
              <a:defRPr sz="3300" b="1">
                <a:solidFill>
                  <a:srgbClr val="182F44"/>
                </a:solidFill>
                <a:latin typeface="Arial"/>
                <a:ea typeface="Arial"/>
                <a:cs typeface="Arial"/>
              </a:defRPr>
            </a:lvl4pPr>
            <a:lvl5pPr algn="l">
              <a:defRPr sz="3300" b="1">
                <a:solidFill>
                  <a:srgbClr val="182F44"/>
                </a:solidFill>
                <a:latin typeface="Arial"/>
                <a:ea typeface="Arial"/>
                <a:cs typeface="Arial"/>
              </a:defRPr>
            </a:lvl5pPr>
            <a:lvl6pPr algn="l">
              <a:defRPr sz="3300" b="1">
                <a:solidFill>
                  <a:srgbClr val="182F44"/>
                </a:solidFill>
                <a:latin typeface="Arial"/>
                <a:ea typeface="Arial"/>
                <a:cs typeface="Arial"/>
              </a:defRPr>
            </a:lvl6pPr>
            <a:lvl7pPr algn="l">
              <a:defRPr sz="3300" b="1">
                <a:solidFill>
                  <a:srgbClr val="182F44"/>
                </a:solidFill>
                <a:latin typeface="Arial"/>
                <a:ea typeface="Arial"/>
                <a:cs typeface="Arial"/>
              </a:defRPr>
            </a:lvl7pPr>
            <a:lvl8pPr algn="l">
              <a:defRPr sz="3300" b="1">
                <a:solidFill>
                  <a:srgbClr val="182F44"/>
                </a:solidFill>
                <a:latin typeface="Arial"/>
                <a:ea typeface="Arial"/>
                <a:cs typeface="Arial"/>
              </a:defRPr>
            </a:lvl8pPr>
            <a:lvl9pPr algn="l">
              <a:defRPr sz="3300" b="1">
                <a:solidFill>
                  <a:srgbClr val="182F44"/>
                </a:solidFill>
                <a:latin typeface="Arial"/>
                <a:ea typeface="Arial"/>
                <a:cs typeface="Arial"/>
              </a:defRPr>
            </a:lvl9pPr>
          </a:lstStyle>
          <a:p xmlns:a="http://schemas.openxmlformats.org/drawingml/2006/main">
            <a:pPr algn="l">
              <a:defRPr sz="3300" b="1">
                <a:solidFill>
                  <a:srgbClr val="182F44"/>
                </a:solidFill>
                <a:latin typeface="Arial"/>
                <a:ea typeface="Arial"/>
                <a:cs typeface="Arial"/>
              </a:defRPr>
            </a:pPr>
            <a:r>
              <a:rPr sz="3300" b="1">
                <a:solidFill>
                  <a:srgbClr val="182F44"/>
                </a:solidFill>
                <a:latin typeface="Arial"/>
                <a:ea typeface="Arial"/>
                <a:cs typeface="Arial"/>
              </a:rPr>
              <a:t>SOLID : une grille de lecture de la conception</a:t>
            </a:r>
          </a:p>
        </p:txBody>
      </p:sp>
      <p:sp>
        <p:nvSpPr>
          <p:cNvPr id="3" name="">
            <a:extLst xmlns:a="http://schemas.openxmlformats.org/drawingml/2006/main">
              <a:ext uri="{FF2B5EF4-FFF2-40B4-BE49-F238E27FC236}">
                <a16:creationId xmlns:a16="http://schemas.microsoft.com/office/drawing/2014/main" id="{0FD62CAD-CBCB-4CB7-81F3-E5277F4F5899}"/>
              </a:ext>
            </a:extLst>
          </p:cNvPr>
          <p:cNvSpPr>
            <a:spLocks xmlns:a="http://schemas.openxmlformats.org/drawingml/2006/main" noGrp="1"/>
          </p:cNvSpPr>
          <p:nvPr/>
        </p:nvSpPr>
        <p:spPr>
          <a:xfrm xmlns:a="http://schemas.openxmlformats.org/drawingml/2006/main">
            <a:off x="619125" y="81438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75" b="0">
                <a:solidFill>
                  <a:srgbClr val="516575"/>
                </a:solidFill>
                <a:latin typeface="Arial"/>
                <a:ea typeface="Arial"/>
                <a:cs typeface="Arial"/>
              </a:defRPr>
            </a:defPPr>
            <a:lvl1pPr algn="l">
              <a:defRPr sz="1275" b="0">
                <a:solidFill>
                  <a:srgbClr val="516575"/>
                </a:solidFill>
                <a:latin typeface="Arial"/>
                <a:ea typeface="Arial"/>
                <a:cs typeface="Arial"/>
              </a:defRPr>
            </a:lvl1pPr>
            <a:lvl2pPr algn="l">
              <a:defRPr sz="1275" b="0">
                <a:solidFill>
                  <a:srgbClr val="516575"/>
                </a:solidFill>
                <a:latin typeface="Arial"/>
                <a:ea typeface="Arial"/>
                <a:cs typeface="Arial"/>
              </a:defRPr>
            </a:lvl2pPr>
            <a:lvl3pPr algn="l">
              <a:defRPr sz="1275" b="0">
                <a:solidFill>
                  <a:srgbClr val="516575"/>
                </a:solidFill>
                <a:latin typeface="Arial"/>
                <a:ea typeface="Arial"/>
                <a:cs typeface="Arial"/>
              </a:defRPr>
            </a:lvl3pPr>
            <a:lvl4pPr algn="l">
              <a:defRPr sz="1275" b="0">
                <a:solidFill>
                  <a:srgbClr val="516575"/>
                </a:solidFill>
                <a:latin typeface="Arial"/>
                <a:ea typeface="Arial"/>
                <a:cs typeface="Arial"/>
              </a:defRPr>
            </a:lvl4pPr>
            <a:lvl5pPr algn="l">
              <a:defRPr sz="1275" b="0">
                <a:solidFill>
                  <a:srgbClr val="516575"/>
                </a:solidFill>
                <a:latin typeface="Arial"/>
                <a:ea typeface="Arial"/>
                <a:cs typeface="Arial"/>
              </a:defRPr>
            </a:lvl5pPr>
            <a:lvl6pPr algn="l">
              <a:defRPr sz="1275" b="0">
                <a:solidFill>
                  <a:srgbClr val="516575"/>
                </a:solidFill>
                <a:latin typeface="Arial"/>
                <a:ea typeface="Arial"/>
                <a:cs typeface="Arial"/>
              </a:defRPr>
            </a:lvl6pPr>
            <a:lvl7pPr algn="l">
              <a:defRPr sz="1275" b="0">
                <a:solidFill>
                  <a:srgbClr val="516575"/>
                </a:solidFill>
                <a:latin typeface="Arial"/>
                <a:ea typeface="Arial"/>
                <a:cs typeface="Arial"/>
              </a:defRPr>
            </a:lvl7pPr>
            <a:lvl8pPr algn="l">
              <a:defRPr sz="1275" b="0">
                <a:solidFill>
                  <a:srgbClr val="516575"/>
                </a:solidFill>
                <a:latin typeface="Arial"/>
                <a:ea typeface="Arial"/>
                <a:cs typeface="Arial"/>
              </a:defRPr>
            </a:lvl8pPr>
            <a:lvl9pPr algn="l">
              <a:defRPr sz="1275" b="0">
                <a:solidFill>
                  <a:srgbClr val="516575"/>
                </a:solidFill>
                <a:latin typeface="Arial"/>
                <a:ea typeface="Arial"/>
                <a:cs typeface="Arial"/>
              </a:defRPr>
            </a:lvl9pPr>
          </a:lstStyle>
          <a:p xmlns:a="http://schemas.openxmlformats.org/drawingml/2006/main">
            <a:pPr algn="l">
              <a:defRPr sz="1275" b="0">
                <a:solidFill>
                  <a:srgbClr val="516575"/>
                </a:solidFill>
                <a:latin typeface="Arial"/>
                <a:ea typeface="Arial"/>
                <a:cs typeface="Arial"/>
              </a:defRPr>
            </a:pPr>
            <a:r>
              <a:rPr sz="1275" b="0">
                <a:solidFill>
                  <a:srgbClr val="516575"/>
                </a:solidFill>
                <a:latin typeface="Arial"/>
                <a:ea typeface="Arial"/>
                <a:cs typeface="Arial"/>
              </a:rPr>
              <a:t>R304 • Qualité du développement</a:t>
            </a:r>
          </a:p>
        </p:txBody>
      </p:sp>
      <p:sp>
        <p:nvSpPr>
          <p:cNvPr id="4" name="">
            <a:extLst xmlns:a="http://schemas.openxmlformats.org/drawingml/2006/main">
              <a:ext uri="{FF2B5EF4-FFF2-40B4-BE49-F238E27FC236}">
                <a16:creationId xmlns:a16="http://schemas.microsoft.com/office/drawing/2014/main" id="{BCF50DA5-5880-4162-8283-6AEB94934135}"/>
              </a:ext>
            </a:extLst>
          </p:cNvPr>
          <p:cNvSpPr>
            <a:spLocks xmlns:a="http://schemas.openxmlformats.org/drawingml/2006/main" noGrp="1"/>
          </p:cNvSpPr>
          <p:nvPr/>
        </p:nvSpPr>
        <p:spPr>
          <a:xfrm xmlns:a="http://schemas.openxmlformats.org/drawingml/2006/main">
            <a:off x="13335000" y="8143875"/>
            <a:ext cx="1285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r">
              <a:defRPr sz="1275" b="0">
                <a:solidFill>
                  <a:srgbClr val="516575"/>
                </a:solidFill>
                <a:latin typeface="Arial"/>
                <a:ea typeface="Arial"/>
                <a:cs typeface="Arial"/>
              </a:defRPr>
            </a:defPPr>
            <a:lvl1pPr algn="r">
              <a:defRPr sz="1275" b="0">
                <a:solidFill>
                  <a:srgbClr val="516575"/>
                </a:solidFill>
                <a:latin typeface="Arial"/>
                <a:ea typeface="Arial"/>
                <a:cs typeface="Arial"/>
              </a:defRPr>
            </a:lvl1pPr>
            <a:lvl2pPr algn="r">
              <a:defRPr sz="1275" b="0">
                <a:solidFill>
                  <a:srgbClr val="516575"/>
                </a:solidFill>
                <a:latin typeface="Arial"/>
                <a:ea typeface="Arial"/>
                <a:cs typeface="Arial"/>
              </a:defRPr>
            </a:lvl2pPr>
            <a:lvl3pPr algn="r">
              <a:defRPr sz="1275" b="0">
                <a:solidFill>
                  <a:srgbClr val="516575"/>
                </a:solidFill>
                <a:latin typeface="Arial"/>
                <a:ea typeface="Arial"/>
                <a:cs typeface="Arial"/>
              </a:defRPr>
            </a:lvl3pPr>
            <a:lvl4pPr algn="r">
              <a:defRPr sz="1275" b="0">
                <a:solidFill>
                  <a:srgbClr val="516575"/>
                </a:solidFill>
                <a:latin typeface="Arial"/>
                <a:ea typeface="Arial"/>
                <a:cs typeface="Arial"/>
              </a:defRPr>
            </a:lvl4pPr>
            <a:lvl5pPr algn="r">
              <a:defRPr sz="1275" b="0">
                <a:solidFill>
                  <a:srgbClr val="516575"/>
                </a:solidFill>
                <a:latin typeface="Arial"/>
                <a:ea typeface="Arial"/>
                <a:cs typeface="Arial"/>
              </a:defRPr>
            </a:lvl5pPr>
            <a:lvl6pPr algn="r">
              <a:defRPr sz="1275" b="0">
                <a:solidFill>
                  <a:srgbClr val="516575"/>
                </a:solidFill>
                <a:latin typeface="Arial"/>
                <a:ea typeface="Arial"/>
                <a:cs typeface="Arial"/>
              </a:defRPr>
            </a:lvl6pPr>
            <a:lvl7pPr algn="r">
              <a:defRPr sz="1275" b="0">
                <a:solidFill>
                  <a:srgbClr val="516575"/>
                </a:solidFill>
                <a:latin typeface="Arial"/>
                <a:ea typeface="Arial"/>
                <a:cs typeface="Arial"/>
              </a:defRPr>
            </a:lvl7pPr>
            <a:lvl8pPr algn="r">
              <a:defRPr sz="1275" b="0">
                <a:solidFill>
                  <a:srgbClr val="516575"/>
                </a:solidFill>
                <a:latin typeface="Arial"/>
                <a:ea typeface="Arial"/>
                <a:cs typeface="Arial"/>
              </a:defRPr>
            </a:lvl8pPr>
            <a:lvl9pPr algn="r">
              <a:defRPr sz="1275" b="0">
                <a:solidFill>
                  <a:srgbClr val="516575"/>
                </a:solidFill>
                <a:latin typeface="Arial"/>
                <a:ea typeface="Arial"/>
                <a:cs typeface="Arial"/>
              </a:defRPr>
            </a:lvl9pPr>
          </a:lstStyle>
          <a:p xmlns:a="http://schemas.openxmlformats.org/drawingml/2006/main">
            <a:pPr algn="r">
              <a:defRPr sz="1275" b="0">
                <a:solidFill>
                  <a:srgbClr val="516575"/>
                </a:solidFill>
                <a:latin typeface="Arial"/>
                <a:ea typeface="Arial"/>
                <a:cs typeface="Arial"/>
              </a:defRPr>
            </a:pPr>
            <a:r>
              <a:rPr sz="1275" b="0">
                <a:solidFill>
                  <a:srgbClr val="516575"/>
                </a:solidFill>
                <a:latin typeface="Arial"/>
                <a:ea typeface="Arial"/>
                <a:cs typeface="Arial"/>
              </a:rPr>
              <a:t>16 / 16</a:t>
            </a:r>
          </a:p>
        </p:txBody>
      </p:sp>
      <p:graphicFrame>
        <p:nvGraphicFramePr>
          <p:cNvPr id="5" name="">
            <a:extLst xmlns:a="http://schemas.openxmlformats.org/drawingml/2006/main">
              <a:ext uri="{FF2B5EF4-FFF2-40B4-BE49-F238E27FC236}">
                <a16:creationId xmlns:a16="http://schemas.microsoft.com/office/drawing/2014/main" id="{AF03169E-9137-4B37-8DE4-FC2EE1094CCE}"/>
              </a:ext>
            </a:extLst>
          </p:cNvPr>
          <p:cNvGraphicFramePr/>
          <p:nvPr/>
        </p:nvGraphicFramePr>
        <p:xfrm>
          <a:off xmlns:a="http://schemas.openxmlformats.org/drawingml/2006/main" x="619125" y="1762125"/>
          <a:ext xmlns:a="http://schemas.openxmlformats.org/drawingml/2006/main" cx="14001750" cy="4762500"/>
        </p:xfrm>
        <a:graphic xmlns:a="http://schemas.openxmlformats.org/drawingml/2006/main">
          <a:graphicData uri="http://schemas.openxmlformats.org/drawingml/2006/table">
            <a:tbl>
              <a:tblPr/>
              <a:tblGrid>
                <a:gridCol w="3190875"/>
                <a:gridCol w="5429250"/>
                <a:gridCol w="5381625"/>
              </a:tblGrid>
              <a:tr h="793750">
                <a:tc>
                  <a:txBody>
                    <a:bodyPr/>
                    <a:lstStyle/>
                    <a:p>
                      <a:r>
                        <a:rPr sz="1875" b="1">
                          <a:solidFill>
                            <a:srgbClr val="FFFFFF"/>
                          </a:solidFill>
                          <a:latin typeface="Arial"/>
                          <a:ea typeface="Arial"/>
                          <a:cs typeface="Arial"/>
                        </a:rPr>
                        <a:t>Principe</a:t>
                      </a:r>
                    </a:p>
                  </a:txBody>
                  <a:tcPr marL="152400" marR="152400" marT="114300" marB="114300" anchor="ctr">
                    <a:lnL w="9525">
                      <a:solidFill>
                        <a:srgbClr val="CFD9DE"/>
                      </a:solidFill>
                    </a:lnL>
                    <a:lnR w="9525">
                      <a:solidFill>
                        <a:srgbClr val="CFD9DE"/>
                      </a:solidFill>
                    </a:lnR>
                    <a:lnT w="9525">
                      <a:solidFill>
                        <a:srgbClr val="CFD9DE"/>
                      </a:solidFill>
                    </a:lnT>
                    <a:lnB w="9525">
                      <a:solidFill>
                        <a:srgbClr val="CFD9DE"/>
                      </a:solidFill>
                    </a:lnB>
                    <a:solidFill>
                      <a:srgbClr val="182F44"/>
                    </a:solidFill>
                  </a:tcPr>
                </a:tc>
                <a:tc>
                  <a:txBody>
                    <a:bodyPr/>
                    <a:lstStyle/>
                    <a:p>
                      <a:r>
                        <a:rPr sz="1875" b="1">
                          <a:solidFill>
                            <a:srgbClr val="FFFFFF"/>
                          </a:solidFill>
                          <a:latin typeface="Arial"/>
                          <a:ea typeface="Arial"/>
                          <a:cs typeface="Arial"/>
                        </a:rPr>
                        <a:t>Question de conception</a:t>
                      </a:r>
                    </a:p>
                  </a:txBody>
                  <a:tcPr marL="152400" marR="152400" marT="114300" marB="114300" anchor="ctr">
                    <a:lnR w="9525">
                      <a:solidFill>
                        <a:srgbClr val="CFD9DE"/>
                      </a:solidFill>
                    </a:lnR>
                    <a:lnT w="9525">
                      <a:solidFill>
                        <a:srgbClr val="CFD9DE"/>
                      </a:solidFill>
                    </a:lnT>
                    <a:lnB w="9525">
                      <a:solidFill>
                        <a:srgbClr val="CFD9DE"/>
                      </a:solidFill>
                    </a:lnB>
                    <a:solidFill>
                      <a:srgbClr val="182F44"/>
                    </a:solidFill>
                  </a:tcPr>
                </a:tc>
                <a:tc>
                  <a:txBody>
                    <a:bodyPr/>
                    <a:lstStyle/>
                    <a:p>
                      <a:r>
                        <a:rPr sz="1875" b="1">
                          <a:solidFill>
                            <a:srgbClr val="FFFFFF"/>
                          </a:solidFill>
                          <a:latin typeface="Arial"/>
                          <a:ea typeface="Arial"/>
                          <a:cs typeface="Arial"/>
                        </a:rPr>
                        <a:t>Application aux commandes</a:t>
                      </a:r>
                    </a:p>
                  </a:txBody>
                  <a:tcPr marL="152400" marR="152400" marT="114300" marB="114300" anchor="ctr">
                    <a:lnR w="9525">
                      <a:solidFill>
                        <a:srgbClr val="CFD9DE"/>
                      </a:solidFill>
                    </a:lnR>
                    <a:lnT w="9525">
                      <a:solidFill>
                        <a:srgbClr val="CFD9DE"/>
                      </a:solidFill>
                    </a:lnT>
                    <a:lnB w="9525">
                      <a:solidFill>
                        <a:srgbClr val="CFD9DE"/>
                      </a:solidFill>
                    </a:lnB>
                    <a:solidFill>
                      <a:srgbClr val="182F44"/>
                    </a:solidFill>
                  </a:tcPr>
                </a:tc>
              </a:tr>
              <a:tr h="793750">
                <a:tc>
                  <a:txBody>
                    <a:bodyPr/>
                    <a:lstStyle/>
                    <a:p>
                      <a:r>
                        <a:rPr sz="1875" b="0">
                          <a:solidFill>
                            <a:srgbClr val="182F44"/>
                          </a:solidFill>
                          <a:latin typeface="Arial"/>
                          <a:ea typeface="Arial"/>
                          <a:cs typeface="Arial"/>
                        </a:rPr>
                        <a:t>S • Responsabilité unique</a:t>
                      </a:r>
                    </a:p>
                  </a:txBody>
                  <a:tcPr marL="152400" marR="152400" marT="114300" marB="114300" anchor="ctr">
                    <a:lnL w="9525">
                      <a:solidFill>
                        <a:srgbClr val="CFD9DE"/>
                      </a:solidFill>
                    </a:lnL>
                    <a:lnR w="9525">
                      <a:solidFill>
                        <a:srgbClr val="CFD9DE"/>
                      </a:solidFill>
                    </a:lnR>
                    <a:lnB w="9525">
                      <a:solidFill>
                        <a:srgbClr val="CFD9DE"/>
                      </a:solidFill>
                    </a:lnB>
                    <a:solidFill>
                      <a:srgbClr val="FFFFFF"/>
                    </a:solidFill>
                  </a:tcPr>
                </a:tc>
                <a:tc>
                  <a:txBody>
                    <a:bodyPr/>
                    <a:lstStyle/>
                    <a:p>
                      <a:r>
                        <a:rPr sz="1875" b="0">
                          <a:solidFill>
                            <a:srgbClr val="182F44"/>
                          </a:solidFill>
                          <a:latin typeface="Arial"/>
                          <a:ea typeface="Arial"/>
                          <a:cs typeface="Arial"/>
                        </a:rPr>
                        <a:t>Quelles raisons font changer ce composant ?</a:t>
                      </a:r>
                    </a:p>
                  </a:txBody>
                  <a:tcPr marL="152400" marR="152400" marT="114300" marB="114300" anchor="ctr">
                    <a:lnR w="9525">
                      <a:solidFill>
                        <a:srgbClr val="CFD9DE"/>
                      </a:solidFill>
                    </a:lnR>
                    <a:lnB w="9525">
                      <a:solidFill>
                        <a:srgbClr val="CFD9DE"/>
                      </a:solidFill>
                    </a:lnB>
                    <a:solidFill>
                      <a:srgbClr val="FFFFFF"/>
                    </a:solidFill>
                  </a:tcPr>
                </a:tc>
                <a:tc>
                  <a:txBody>
                    <a:bodyPr/>
                    <a:lstStyle/>
                    <a:p>
                      <a:r>
                        <a:rPr sz="1875" b="0">
                          <a:solidFill>
                            <a:srgbClr val="182F44"/>
                          </a:solidFill>
                          <a:latin typeface="Arial"/>
                          <a:ea typeface="Arial"/>
                          <a:cs typeface="Arial"/>
                        </a:rPr>
                        <a:t>Séparer calcul, stockage et présentation.</a:t>
                      </a:r>
                    </a:p>
                  </a:txBody>
                  <a:tcPr marL="152400" marR="152400" marT="114300" marB="114300" anchor="ctr">
                    <a:lnR w="9525">
                      <a:solidFill>
                        <a:srgbClr val="CFD9DE"/>
                      </a:solidFill>
                    </a:lnR>
                    <a:lnB w="9525">
                      <a:solidFill>
                        <a:srgbClr val="CFD9DE"/>
                      </a:solidFill>
                    </a:lnB>
                    <a:solidFill>
                      <a:srgbClr val="FFFFFF"/>
                    </a:solidFill>
                  </a:tcPr>
                </a:tc>
              </a:tr>
              <a:tr h="793750">
                <a:tc>
                  <a:txBody>
                    <a:bodyPr/>
                    <a:lstStyle/>
                    <a:p>
                      <a:r>
                        <a:rPr sz="1875" b="0">
                          <a:solidFill>
                            <a:srgbClr val="182F44"/>
                          </a:solidFill>
                          <a:latin typeface="Arial"/>
                          <a:ea typeface="Arial"/>
                          <a:cs typeface="Arial"/>
                        </a:rPr>
                        <a:t>O • Ouvert/Fermé</a:t>
                      </a:r>
                    </a:p>
                  </a:txBody>
                  <a:tcPr marL="152400" marR="152400" marT="114300" marB="114300" anchor="ctr">
                    <a:lnL w="9525">
                      <a:solidFill>
                        <a:srgbClr val="CFD9DE"/>
                      </a:solidFill>
                    </a:lnL>
                    <a:lnR w="9525">
                      <a:solidFill>
                        <a:srgbClr val="CFD9DE"/>
                      </a:solidFill>
                    </a:lnR>
                    <a:lnB w="9525">
                      <a:solidFill>
                        <a:srgbClr val="CFD9DE"/>
                      </a:solidFill>
                    </a:lnB>
                    <a:solidFill>
                      <a:srgbClr val="EFF4F6"/>
                    </a:solidFill>
                  </a:tcPr>
                </a:tc>
                <a:tc>
                  <a:txBody>
                    <a:bodyPr/>
                    <a:lstStyle/>
                    <a:p>
                      <a:r>
                        <a:rPr sz="1875" b="0">
                          <a:solidFill>
                            <a:srgbClr val="182F44"/>
                          </a:solidFill>
                          <a:latin typeface="Arial"/>
                          <a:ea typeface="Arial"/>
                          <a:cs typeface="Arial"/>
                        </a:rPr>
                        <a:t>Comment accueillir les variantes prévues ?</a:t>
                      </a:r>
                    </a:p>
                  </a:txBody>
                  <a:tcPr marL="152400" marR="152400" marT="114300" marB="114300" anchor="ctr">
                    <a:lnR w="9525">
                      <a:solidFill>
                        <a:srgbClr val="CFD9DE"/>
                      </a:solidFill>
                    </a:lnR>
                    <a:lnB w="9525">
                      <a:solidFill>
                        <a:srgbClr val="CFD9DE"/>
                      </a:solidFill>
                    </a:lnB>
                    <a:solidFill>
                      <a:srgbClr val="EFF4F6"/>
                    </a:solidFill>
                  </a:tcPr>
                </a:tc>
                <a:tc>
                  <a:txBody>
                    <a:bodyPr/>
                    <a:lstStyle/>
                    <a:p>
                      <a:r>
                        <a:rPr sz="1875" b="0">
                          <a:solidFill>
                            <a:srgbClr val="182F44"/>
                          </a:solidFill>
                          <a:latin typeface="Arial"/>
                          <a:ea typeface="Arial"/>
                          <a:cs typeface="Arial"/>
                        </a:rPr>
                        <a:t>Ajouter un stockage sans réécrire le service.</a:t>
                      </a:r>
                    </a:p>
                  </a:txBody>
                  <a:tcPr marL="152400" marR="152400" marT="114300" marB="114300" anchor="ctr">
                    <a:lnR w="9525">
                      <a:solidFill>
                        <a:srgbClr val="CFD9DE"/>
                      </a:solidFill>
                    </a:lnR>
                    <a:lnB w="9525">
                      <a:solidFill>
                        <a:srgbClr val="CFD9DE"/>
                      </a:solidFill>
                    </a:lnB>
                    <a:solidFill>
                      <a:srgbClr val="EFF4F6"/>
                    </a:solidFill>
                  </a:tcPr>
                </a:tc>
              </a:tr>
              <a:tr h="793750">
                <a:tc>
                  <a:txBody>
                    <a:bodyPr/>
                    <a:lstStyle/>
                    <a:p>
                      <a:r>
                        <a:rPr sz="1875" b="0">
                          <a:solidFill>
                            <a:srgbClr val="182F44"/>
                          </a:solidFill>
                          <a:latin typeface="Arial"/>
                          <a:ea typeface="Arial"/>
                          <a:cs typeface="Arial"/>
                        </a:rPr>
                        <a:t>L • Substitution de Liskov</a:t>
                      </a:r>
                    </a:p>
                  </a:txBody>
                  <a:tcPr marL="152400" marR="152400" marT="114300" marB="114300" anchor="ctr">
                    <a:lnL w="9525">
                      <a:solidFill>
                        <a:srgbClr val="CFD9DE"/>
                      </a:solidFill>
                    </a:lnL>
                    <a:lnR w="9525">
                      <a:solidFill>
                        <a:srgbClr val="CFD9DE"/>
                      </a:solidFill>
                    </a:lnR>
                    <a:lnB w="9525">
                      <a:solidFill>
                        <a:srgbClr val="CFD9DE"/>
                      </a:solidFill>
                    </a:lnB>
                    <a:solidFill>
                      <a:srgbClr val="FFFFFF"/>
                    </a:solidFill>
                  </a:tcPr>
                </a:tc>
                <a:tc>
                  <a:txBody>
                    <a:bodyPr/>
                    <a:lstStyle/>
                    <a:p>
                      <a:r>
                        <a:rPr sz="1875" b="0">
                          <a:solidFill>
                            <a:srgbClr val="182F44"/>
                          </a:solidFill>
                          <a:latin typeface="Arial"/>
                          <a:ea typeface="Arial"/>
                          <a:cs typeface="Arial"/>
                        </a:rPr>
                        <a:t>Cette variante tient-elle les promesses du type ?</a:t>
                      </a:r>
                    </a:p>
                  </a:txBody>
                  <a:tcPr marL="152400" marR="152400" marT="114300" marB="114300" anchor="ctr">
                    <a:lnR w="9525">
                      <a:solidFill>
                        <a:srgbClr val="CFD9DE"/>
                      </a:solidFill>
                    </a:lnR>
                    <a:lnB w="9525">
                      <a:solidFill>
                        <a:srgbClr val="CFD9DE"/>
                      </a:solidFill>
                    </a:lnB>
                    <a:solidFill>
                      <a:srgbClr val="FFFFFF"/>
                    </a:solidFill>
                  </a:tcPr>
                </a:tc>
                <a:tc>
                  <a:txBody>
                    <a:bodyPr/>
                    <a:lstStyle/>
                    <a:p>
                      <a:r>
                        <a:rPr sz="1875" b="0">
                          <a:solidFill>
                            <a:srgbClr val="182F44"/>
                          </a:solidFill>
                          <a:latin typeface="Arial"/>
                          <a:ea typeface="Arial"/>
                          <a:cs typeface="Arial"/>
                        </a:rPr>
                        <a:t>Garantir réellement la capacité de sauvegarde.</a:t>
                      </a:r>
                    </a:p>
                  </a:txBody>
                  <a:tcPr marL="152400" marR="152400" marT="114300" marB="114300" anchor="ctr">
                    <a:lnR w="9525">
                      <a:solidFill>
                        <a:srgbClr val="CFD9DE"/>
                      </a:solidFill>
                    </a:lnR>
                    <a:lnB w="9525">
                      <a:solidFill>
                        <a:srgbClr val="CFD9DE"/>
                      </a:solidFill>
                    </a:lnB>
                    <a:solidFill>
                      <a:srgbClr val="FFFFFF"/>
                    </a:solidFill>
                  </a:tcPr>
                </a:tc>
              </a:tr>
              <a:tr h="793750">
                <a:tc>
                  <a:txBody>
                    <a:bodyPr/>
                    <a:lstStyle/>
                    <a:p>
                      <a:r>
                        <a:rPr sz="1875" b="0">
                          <a:solidFill>
                            <a:srgbClr val="182F44"/>
                          </a:solidFill>
                          <a:latin typeface="Arial"/>
                          <a:ea typeface="Arial"/>
                          <a:cs typeface="Arial"/>
                        </a:rPr>
                        <a:t>I • Ségrégation des interfaces</a:t>
                      </a:r>
                    </a:p>
                  </a:txBody>
                  <a:tcPr marL="152400" marR="152400" marT="114300" marB="114300" anchor="ctr">
                    <a:lnL w="9525">
                      <a:solidFill>
                        <a:srgbClr val="CFD9DE"/>
                      </a:solidFill>
                    </a:lnL>
                    <a:lnR w="9525">
                      <a:solidFill>
                        <a:srgbClr val="CFD9DE"/>
                      </a:solidFill>
                    </a:lnR>
                    <a:lnB w="9525">
                      <a:solidFill>
                        <a:srgbClr val="CFD9DE"/>
                      </a:solidFill>
                    </a:lnB>
                    <a:solidFill>
                      <a:srgbClr val="EFF4F6"/>
                    </a:solidFill>
                  </a:tcPr>
                </a:tc>
                <a:tc>
                  <a:txBody>
                    <a:bodyPr/>
                    <a:lstStyle/>
                    <a:p>
                      <a:r>
                        <a:rPr sz="1875" b="0">
                          <a:solidFill>
                            <a:srgbClr val="182F44"/>
                          </a:solidFill>
                          <a:latin typeface="Arial"/>
                          <a:ea typeface="Arial"/>
                          <a:cs typeface="Arial"/>
                        </a:rPr>
                        <a:t>De quelles opérations ce client a-t-il besoin ?</a:t>
                      </a:r>
                    </a:p>
                  </a:txBody>
                  <a:tcPr marL="152400" marR="152400" marT="114300" marB="114300" anchor="ctr">
                    <a:lnR w="9525">
                      <a:solidFill>
                        <a:srgbClr val="CFD9DE"/>
                      </a:solidFill>
                    </a:lnR>
                    <a:lnB w="9525">
                      <a:solidFill>
                        <a:srgbClr val="CFD9DE"/>
                      </a:solidFill>
                    </a:lnB>
                    <a:solidFill>
                      <a:srgbClr val="EFF4F6"/>
                    </a:solidFill>
                  </a:tcPr>
                </a:tc>
                <a:tc>
                  <a:txBody>
                    <a:bodyPr/>
                    <a:lstStyle/>
                    <a:p>
                      <a:r>
                        <a:rPr sz="1875" b="0">
                          <a:solidFill>
                            <a:srgbClr val="182F44"/>
                          </a:solidFill>
                          <a:latin typeface="Arial"/>
                          <a:ea typeface="Arial"/>
                          <a:cs typeface="Arial"/>
                        </a:rPr>
                        <a:t>Distinguer les contrats de lecture et d’écriture.</a:t>
                      </a:r>
                    </a:p>
                  </a:txBody>
                  <a:tcPr marL="152400" marR="152400" marT="114300" marB="114300" anchor="ctr">
                    <a:lnR w="9525">
                      <a:solidFill>
                        <a:srgbClr val="CFD9DE"/>
                      </a:solidFill>
                    </a:lnR>
                    <a:lnB w="9525">
                      <a:solidFill>
                        <a:srgbClr val="CFD9DE"/>
                      </a:solidFill>
                    </a:lnB>
                    <a:solidFill>
                      <a:srgbClr val="EFF4F6"/>
                    </a:solidFill>
                  </a:tcPr>
                </a:tc>
              </a:tr>
              <a:tr h="793750">
                <a:tc>
                  <a:txBody>
                    <a:bodyPr/>
                    <a:lstStyle/>
                    <a:p>
                      <a:r>
                        <a:rPr sz="1875" b="0">
                          <a:solidFill>
                            <a:srgbClr val="182F44"/>
                          </a:solidFill>
                          <a:latin typeface="Arial"/>
                          <a:ea typeface="Arial"/>
                          <a:cs typeface="Arial"/>
                        </a:rPr>
                        <a:t>D • Inversion des dépendances</a:t>
                      </a:r>
                    </a:p>
                  </a:txBody>
                  <a:tcPr marL="152400" marR="152400" marT="114300" marB="114300" anchor="ctr">
                    <a:lnL w="9525">
                      <a:solidFill>
                        <a:srgbClr val="CFD9DE"/>
                      </a:solidFill>
                    </a:lnL>
                    <a:lnR w="9525">
                      <a:solidFill>
                        <a:srgbClr val="CFD9DE"/>
                      </a:solidFill>
                    </a:lnR>
                    <a:lnB w="9525">
                      <a:solidFill>
                        <a:srgbClr val="CFD9DE"/>
                      </a:solidFill>
                    </a:lnB>
                    <a:solidFill>
                      <a:srgbClr val="FFFFFF"/>
                    </a:solidFill>
                  </a:tcPr>
                </a:tc>
                <a:tc>
                  <a:txBody>
                    <a:bodyPr/>
                    <a:lstStyle/>
                    <a:p>
                      <a:r>
                        <a:rPr sz="1875" b="0">
                          <a:solidFill>
                            <a:srgbClr val="182F44"/>
                          </a:solidFill>
                          <a:latin typeface="Arial"/>
                          <a:ea typeface="Arial"/>
                          <a:cs typeface="Arial"/>
                        </a:rPr>
                        <a:t>Le métier dépend-il d’un contrat ou d’un détail ?</a:t>
                      </a:r>
                    </a:p>
                  </a:txBody>
                  <a:tcPr marL="152400" marR="152400" marT="114300" marB="114300" anchor="ctr">
                    <a:lnR w="9525">
                      <a:solidFill>
                        <a:srgbClr val="CFD9DE"/>
                      </a:solidFill>
                    </a:lnR>
                    <a:lnB w="9525">
                      <a:solidFill>
                        <a:srgbClr val="CFD9DE"/>
                      </a:solidFill>
                    </a:lnB>
                    <a:solidFill>
                      <a:srgbClr val="FFFFFF"/>
                    </a:solidFill>
                  </a:tcPr>
                </a:tc>
                <a:tc>
                  <a:txBody>
                    <a:bodyPr/>
                    <a:lstStyle/>
                    <a:p>
                      <a:r>
                        <a:rPr sz="1875" b="0">
                          <a:solidFill>
                            <a:srgbClr val="182F44"/>
                          </a:solidFill>
                          <a:latin typeface="Arial"/>
                          <a:ea typeface="Arial"/>
                          <a:cs typeface="Arial"/>
                        </a:rPr>
                        <a:t>Faire dépendre le stockage technique du contrat métier.</a:t>
                      </a:r>
                    </a:p>
                  </a:txBody>
                  <a:tcPr marL="152400" marR="152400" marT="114300" marB="114300" anchor="ctr">
                    <a:lnR w="9525">
                      <a:solidFill>
                        <a:srgbClr val="CFD9DE"/>
                      </a:solidFill>
                    </a:lnR>
                    <a:lnB w="9525">
                      <a:solidFill>
                        <a:srgbClr val="CFD9DE"/>
                      </a:solidFill>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1F65FE1-E5A9-4B80-B379-7E0F0A941B06}"/>
              </a:ext>
            </a:extLst>
          </p:cNvPr>
          <p:cNvSpPr>
            <a:spLocks xmlns:a="http://schemas.openxmlformats.org/drawingml/2006/main" noGrp="1"/>
          </p:cNvSpPr>
          <p:nvPr/>
        </p:nvSpPr>
        <p:spPr>
          <a:xfrm xmlns:a="http://schemas.openxmlformats.org/drawingml/2006/main">
            <a:off x="619125" y="6858000"/>
            <a:ext cx="1390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182F44"/>
                </a:solidFill>
                <a:latin typeface="Arial"/>
                <a:ea typeface="Arial"/>
                <a:cs typeface="Arial"/>
              </a:defRPr>
            </a:defPPr>
            <a:lvl1pPr algn="l">
              <a:defRPr sz="1950" b="0">
                <a:solidFill>
                  <a:srgbClr val="182F44"/>
                </a:solidFill>
                <a:latin typeface="Arial"/>
                <a:ea typeface="Arial"/>
                <a:cs typeface="Arial"/>
              </a:defRPr>
            </a:lvl1pPr>
            <a:lvl2pPr algn="l">
              <a:defRPr sz="1950" b="0">
                <a:solidFill>
                  <a:srgbClr val="182F44"/>
                </a:solidFill>
                <a:latin typeface="Arial"/>
                <a:ea typeface="Arial"/>
                <a:cs typeface="Arial"/>
              </a:defRPr>
            </a:lvl2pPr>
            <a:lvl3pPr algn="l">
              <a:defRPr sz="1950" b="0">
                <a:solidFill>
                  <a:srgbClr val="182F44"/>
                </a:solidFill>
                <a:latin typeface="Arial"/>
                <a:ea typeface="Arial"/>
                <a:cs typeface="Arial"/>
              </a:defRPr>
            </a:lvl3pPr>
            <a:lvl4pPr algn="l">
              <a:defRPr sz="1950" b="0">
                <a:solidFill>
                  <a:srgbClr val="182F44"/>
                </a:solidFill>
                <a:latin typeface="Arial"/>
                <a:ea typeface="Arial"/>
                <a:cs typeface="Arial"/>
              </a:defRPr>
            </a:lvl4pPr>
            <a:lvl5pPr algn="l">
              <a:defRPr sz="1950" b="0">
                <a:solidFill>
                  <a:srgbClr val="182F44"/>
                </a:solidFill>
                <a:latin typeface="Arial"/>
                <a:ea typeface="Arial"/>
                <a:cs typeface="Arial"/>
              </a:defRPr>
            </a:lvl5pPr>
            <a:lvl6pPr algn="l">
              <a:defRPr sz="1950" b="0">
                <a:solidFill>
                  <a:srgbClr val="182F44"/>
                </a:solidFill>
                <a:latin typeface="Arial"/>
                <a:ea typeface="Arial"/>
                <a:cs typeface="Arial"/>
              </a:defRPr>
            </a:lvl6pPr>
            <a:lvl7pPr algn="l">
              <a:defRPr sz="1950" b="0">
                <a:solidFill>
                  <a:srgbClr val="182F44"/>
                </a:solidFill>
                <a:latin typeface="Arial"/>
                <a:ea typeface="Arial"/>
                <a:cs typeface="Arial"/>
              </a:defRPr>
            </a:lvl7pPr>
            <a:lvl8pPr algn="l">
              <a:defRPr sz="1950" b="0">
                <a:solidFill>
                  <a:srgbClr val="182F44"/>
                </a:solidFill>
                <a:latin typeface="Arial"/>
                <a:ea typeface="Arial"/>
                <a:cs typeface="Arial"/>
              </a:defRPr>
            </a:lvl8pPr>
            <a:lvl9pPr algn="l">
              <a:defRPr sz="1950" b="0">
                <a:solidFill>
                  <a:srgbClr val="182F44"/>
                </a:solidFill>
                <a:latin typeface="Arial"/>
                <a:ea typeface="Arial"/>
                <a:cs typeface="Arial"/>
              </a:defRPr>
            </a:lvl9pPr>
          </a:lstStyle>
          <a:p xmlns:a="http://schemas.openxmlformats.org/drawingml/2006/main">
            <a:pPr algn="l">
              <a:defRPr sz="1950" b="0">
                <a:solidFill>
                  <a:srgbClr val="182F44"/>
                </a:solidFill>
                <a:latin typeface="Arial"/>
                <a:ea typeface="Arial"/>
                <a:cs typeface="Arial"/>
              </a:defRPr>
            </a:pPr>
            <a:r>
              <a:rPr sz="1950" b="0">
                <a:solidFill>
                  <a:srgbClr val="182F44"/>
                </a:solidFill>
                <a:latin typeface="Arial"/>
                <a:ea typeface="Arial"/>
                <a:cs typeface="Arial"/>
              </a:rPr>
              <a:t>Interfaces, classes abstraites, héritage et composition sont des moyens. Une classe mère concrète peut aussi permettre la substitution si ses sous-types respectent ses garanties.</a:t>
            </a:r>
          </a:p>
        </p:txBody>
      </p:sp>
      <p:sp>
        <p:nvSpPr>
          <p:cNvPr id="7" name="">
            <a:extLst xmlns:a="http://schemas.openxmlformats.org/drawingml/2006/main">
              <a:ext uri="{FF2B5EF4-FFF2-40B4-BE49-F238E27FC236}">
                <a16:creationId xmlns:a16="http://schemas.microsoft.com/office/drawing/2014/main" id="{C4C2B9E9-C0A0-462B-9A91-9333D4CCDD22}"/>
              </a:ext>
            </a:extLst>
          </p:cNvPr>
          <p:cNvSpPr>
            <a:spLocks xmlns:a="http://schemas.openxmlformats.org/drawingml/2006/main" noGrp="1"/>
          </p:cNvSpPr>
          <p:nvPr/>
        </p:nvSpPr>
        <p:spPr>
          <a:xfrm xmlns:a="http://schemas.openxmlformats.org/drawingml/2006/main">
            <a:off x="619125" y="7791450"/>
            <a:ext cx="1390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1">
                <a:solidFill>
                  <a:srgbClr val="087F83"/>
                </a:solidFill>
                <a:latin typeface="Arial"/>
                <a:ea typeface="Arial"/>
                <a:cs typeface="Arial"/>
              </a:defRPr>
            </a:defPPr>
            <a:lvl1pPr algn="l">
              <a:defRPr sz="1725" b="1">
                <a:solidFill>
                  <a:srgbClr val="087F83"/>
                </a:solidFill>
                <a:latin typeface="Arial"/>
                <a:ea typeface="Arial"/>
                <a:cs typeface="Arial"/>
              </a:defRPr>
            </a:lvl1pPr>
            <a:lvl2pPr algn="l">
              <a:defRPr sz="1725" b="1">
                <a:solidFill>
                  <a:srgbClr val="087F83"/>
                </a:solidFill>
                <a:latin typeface="Arial"/>
                <a:ea typeface="Arial"/>
                <a:cs typeface="Arial"/>
              </a:defRPr>
            </a:lvl2pPr>
            <a:lvl3pPr algn="l">
              <a:defRPr sz="1725" b="1">
                <a:solidFill>
                  <a:srgbClr val="087F83"/>
                </a:solidFill>
                <a:latin typeface="Arial"/>
                <a:ea typeface="Arial"/>
                <a:cs typeface="Arial"/>
              </a:defRPr>
            </a:lvl3pPr>
            <a:lvl4pPr algn="l">
              <a:defRPr sz="1725" b="1">
                <a:solidFill>
                  <a:srgbClr val="087F83"/>
                </a:solidFill>
                <a:latin typeface="Arial"/>
                <a:ea typeface="Arial"/>
                <a:cs typeface="Arial"/>
              </a:defRPr>
            </a:lvl4pPr>
            <a:lvl5pPr algn="l">
              <a:defRPr sz="1725" b="1">
                <a:solidFill>
                  <a:srgbClr val="087F83"/>
                </a:solidFill>
                <a:latin typeface="Arial"/>
                <a:ea typeface="Arial"/>
                <a:cs typeface="Arial"/>
              </a:defRPr>
            </a:lvl5pPr>
            <a:lvl6pPr algn="l">
              <a:defRPr sz="1725" b="1">
                <a:solidFill>
                  <a:srgbClr val="087F83"/>
                </a:solidFill>
                <a:latin typeface="Arial"/>
                <a:ea typeface="Arial"/>
                <a:cs typeface="Arial"/>
              </a:defRPr>
            </a:lvl6pPr>
            <a:lvl7pPr algn="l">
              <a:defRPr sz="1725" b="1">
                <a:solidFill>
                  <a:srgbClr val="087F83"/>
                </a:solidFill>
                <a:latin typeface="Arial"/>
                <a:ea typeface="Arial"/>
                <a:cs typeface="Arial"/>
              </a:defRPr>
            </a:lvl7pPr>
            <a:lvl8pPr algn="l">
              <a:defRPr sz="1725" b="1">
                <a:solidFill>
                  <a:srgbClr val="087F83"/>
                </a:solidFill>
                <a:latin typeface="Arial"/>
                <a:ea typeface="Arial"/>
                <a:cs typeface="Arial"/>
              </a:defRPr>
            </a:lvl8pPr>
            <a:lvl9pPr algn="l">
              <a:defRPr sz="1725" b="1">
                <a:solidFill>
                  <a:srgbClr val="087F83"/>
                </a:solidFill>
                <a:latin typeface="Arial"/>
                <a:ea typeface="Arial"/>
                <a:cs typeface="Arial"/>
              </a:defRPr>
            </a:lvl9pPr>
          </a:lstStyle>
          <a:p xmlns:a="http://schemas.openxmlformats.org/drawingml/2006/main">
            <a:pPr algn="l">
              <a:defRPr sz="1725" b="1">
                <a:solidFill>
                  <a:srgbClr val="087F83"/>
                </a:solidFill>
                <a:latin typeface="Arial"/>
                <a:ea typeface="Arial"/>
                <a:cs typeface="Arial"/>
              </a:defRPr>
            </a:pPr>
            <a:r>
              <a:rPr sz="1725" b="1">
                <a:solidFill>
                  <a:srgbClr val="087F83"/>
                </a:solidFill>
                <a:latin typeface="Arial"/>
                <a:ea typeface="Arial"/>
                <a:cs typeface="Arial"/>
              </a:rPr>
              <a:t>Des abstractions utiles, des contrats explicites et des tests adaptés aux comportements attendus.</a:t>
            </a:r>
          </a:p>
        </p:txBody>
      </p:sp>
    </p:spTree>
    <p:extLst>
      <p:ext uri="{BB962C8B-B14F-4D97-AF65-F5344CB8AC3E}">
        <p14:creationId xmlns:p14="http://schemas.microsoft.com/office/powerpoint/2010/main" val="12404569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2026-10-18T10:05:05.4990000Z</dcterms:created>
  <dcterms:modified xsi:type="dcterms:W3CDTF">2026-10-18T10:05:05.4990000Z</dcterms:modified>
</coreProperties>
</file>